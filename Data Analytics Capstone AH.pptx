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Aldrich"/>
      <p:regular r:id="rId20"/>
    </p:embeddedFont>
    <p:embeddedFont>
      <p:font typeface="Didact Gothic"/>
      <p:regular r:id="rId21"/>
    </p:embeddedFont>
    <p:embeddedFont>
      <p:font typeface="PT Sans"/>
      <p:regular r:id="rId22"/>
      <p:bold r:id="rId23"/>
      <p:italic r:id="rId24"/>
      <p:boldItalic r:id="rId25"/>
    </p:embeddedFont>
    <p:embeddedFont>
      <p:font typeface="DM Sans"/>
      <p:regular r:id="rId26"/>
      <p:bold r:id="rId27"/>
      <p:italic r:id="rId28"/>
      <p:boldItalic r:id="rId29"/>
    </p:embeddedFont>
    <p:embeddedFont>
      <p:font typeface="Century Gothic"/>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gilAE2doJffJhGJpRYTYecAnIm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enturyGothic-bold.fntdata"/><Relationship Id="rId30" Type="http://schemas.openxmlformats.org/officeDocument/2006/relationships/font" Target="fonts/CenturyGothic-regular.fntdata"/><Relationship Id="rId33" Type="http://schemas.openxmlformats.org/officeDocument/2006/relationships/font" Target="fonts/CenturyGothic-boldItalic.fntdata"/><Relationship Id="rId32" Type="http://schemas.openxmlformats.org/officeDocument/2006/relationships/font" Target="fonts/CenturyGothic-italic.fntdata"/><Relationship Id="rId34" Type="http://customschemas.google.com/relationships/presentationmetadata" Target="metadata"/><Relationship Id="rId20" Type="http://schemas.openxmlformats.org/officeDocument/2006/relationships/font" Target="fonts/Aldrich-regular.fntdata"/><Relationship Id="rId22" Type="http://schemas.openxmlformats.org/officeDocument/2006/relationships/font" Target="fonts/PTSans-regular.fntdata"/><Relationship Id="rId21" Type="http://schemas.openxmlformats.org/officeDocument/2006/relationships/font" Target="fonts/DidactGothic-regular.fntdata"/><Relationship Id="rId24" Type="http://schemas.openxmlformats.org/officeDocument/2006/relationships/font" Target="fonts/PTSans-italic.fntdata"/><Relationship Id="rId23" Type="http://schemas.openxmlformats.org/officeDocument/2006/relationships/font" Target="fonts/PTSans-bold.fntdata"/><Relationship Id="rId26" Type="http://schemas.openxmlformats.org/officeDocument/2006/relationships/font" Target="fonts/DMSans-regular.fntdata"/><Relationship Id="rId25" Type="http://schemas.openxmlformats.org/officeDocument/2006/relationships/font" Target="fonts/PTSans-boldItalic.fntdata"/><Relationship Id="rId28" Type="http://schemas.openxmlformats.org/officeDocument/2006/relationships/font" Target="fonts/DMSans-italic.fntdata"/><Relationship Id="rId27" Type="http://schemas.openxmlformats.org/officeDocument/2006/relationships/font" Target="fonts/DMSans-bold.fntdata"/><Relationship Id="rId29" Type="http://schemas.openxmlformats.org/officeDocument/2006/relationships/font" Target="fonts/DMSans-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ith.me"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6" name="Google Shape;93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1" name="Google Shape;9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table of contents or rather my checklist to ensure I cover all my bases and deliver everything that was going on in my head into yours:)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6" name="Google Shape;98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Introduction, My Why? I want to see if there was data to support the impact of of remote work on job performand and job satisfaction. The post covid and Quarantine </a:t>
            </a:r>
            <a:r>
              <a:rPr lang="en"/>
              <a:t>error</a:t>
            </a:r>
            <a:r>
              <a:rPr lang="en"/>
              <a:t> has cadapulted our society and especially the corporate and career work world to be heavily technology oriented. From how we submit our deliverable to how we meet our teams. Personally I started at healthfirst in the quarantine era in a remote position , so I have never seen the inside of the office. In the most recent yearscompanies including HF have been trending to a more Hybrid or Fully in person structure. I </a:t>
            </a:r>
            <a:r>
              <a:rPr lang="en"/>
              <a:t>believe early</a:t>
            </a:r>
            <a:r>
              <a:rPr lang="en"/>
              <a:t>  last year Healthfirst collected data on remote work from the employees to gain an insight to the impact and preference that team members and leaders hold. Ive discussed this with quite a few peopl and there are alot of differing perspectives. I wasnt able to get my hands on that data so I sought the data that could reflect that.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ea1b9d0de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6" name="Google Shape;1006;g3ea1b9d0de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Introduction, My Why? I want to see if there was data to support the impact of of remote work on job </a:t>
            </a:r>
            <a:r>
              <a:rPr lang="en"/>
              <a:t>performance</a:t>
            </a:r>
            <a:r>
              <a:rPr lang="en"/>
              <a:t> and job satisfaction. The post covid and Quarantine error has </a:t>
            </a:r>
            <a:r>
              <a:rPr lang="en"/>
              <a:t>catapulted</a:t>
            </a:r>
            <a:r>
              <a:rPr lang="en"/>
              <a:t> our society and especially the corporate and career work world to be heavily technology oriented. From how we submit our deliverable to how we meet our teams. Personally I started at healthfirst in the quarantine era in a remote position , so I have never seen the inside of the office. In the most recent </a:t>
            </a:r>
            <a:r>
              <a:rPr lang="en"/>
              <a:t>years companies</a:t>
            </a:r>
            <a:r>
              <a:rPr lang="en"/>
              <a:t> including Healthfirst have been trending to a more Hybrid or Fully in person structure. I believe Early last year Healthfirst collected data on remote work from the employees to gain an insight to the impact and preference that team members and leaders hold. </a:t>
            </a:r>
            <a:r>
              <a:rPr lang="en"/>
              <a:t>I've</a:t>
            </a:r>
            <a:r>
              <a:rPr lang="en"/>
              <a:t> discussed this with quite a few </a:t>
            </a:r>
            <a:r>
              <a:rPr lang="en"/>
              <a:t>people</a:t>
            </a:r>
            <a:r>
              <a:rPr lang="en"/>
              <a:t> and there are alot of differing perspectives. I </a:t>
            </a:r>
            <a:r>
              <a:rPr lang="en"/>
              <a:t>wasn't</a:t>
            </a:r>
            <a:r>
              <a:rPr lang="en"/>
              <a:t> able to get my hands on that data so I sought the data that could reflect that.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6" name="Google Shape;102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was a hard topic to find the data I wanted to focus on. </a:t>
            </a:r>
            <a:r>
              <a:rPr lang="en"/>
              <a:t>A Lot</a:t>
            </a:r>
            <a:r>
              <a:rPr lang="en"/>
              <a:t> of the information out there that included remote work statistics were specific to labor or census data. </a:t>
            </a:r>
            <a:r>
              <a:rPr lang="en"/>
              <a:t>However</a:t>
            </a:r>
            <a:r>
              <a:rPr lang="en"/>
              <a:t> those dataset </a:t>
            </a:r>
            <a:r>
              <a:rPr lang="en"/>
              <a:t>continuously</a:t>
            </a:r>
            <a:r>
              <a:rPr lang="en"/>
              <a:t> crashed my computer </a:t>
            </a:r>
            <a:r>
              <a:rPr lang="en"/>
              <a:t>every time</a:t>
            </a:r>
            <a:r>
              <a:rPr lang="en"/>
              <a:t> i tried to explore so I had to regear. I ended up finding a wonderful dataset from Kaggle regarding </a:t>
            </a:r>
            <a:r>
              <a:rPr lang="en"/>
              <a:t>employee</a:t>
            </a:r>
            <a:r>
              <a:rPr lang="en"/>
              <a:t> performance and productivity which included remote status. The data had 20 </a:t>
            </a:r>
            <a:r>
              <a:rPr lang="en"/>
              <a:t>column</a:t>
            </a:r>
            <a:r>
              <a:rPr lang="en"/>
              <a:t> and 100,0000 rows. However this data was identified to be synthetic data. So overall this is not real response but rather an a</a:t>
            </a:r>
            <a:r>
              <a:rPr lang="en" sz="1200">
                <a:solidFill>
                  <a:schemeClr val="dk1"/>
                </a:solidFill>
              </a:rPr>
              <a:t>rtificial dataset that mimic the stats and structures of real-world data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6" name="Google Shape;104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rPr>
              <a:t>For methodologies I used Google colab and </a:t>
            </a:r>
            <a:r>
              <a:rPr lang="en" sz="1200">
                <a:solidFill>
                  <a:schemeClr val="dk1"/>
                </a:solidFill>
              </a:rPr>
              <a:t>imported</a:t>
            </a:r>
            <a:r>
              <a:rPr lang="en" sz="1200">
                <a:solidFill>
                  <a:schemeClr val="dk1"/>
                </a:solidFill>
              </a:rPr>
              <a:t> pandas seaborn and matplotlib to download and </a:t>
            </a:r>
            <a:r>
              <a:rPr lang="en" sz="1200">
                <a:solidFill>
                  <a:schemeClr val="dk1"/>
                </a:solidFill>
              </a:rPr>
              <a:t>analyze</a:t>
            </a:r>
            <a:r>
              <a:rPr lang="en" sz="1200">
                <a:solidFill>
                  <a:schemeClr val="dk1"/>
                </a:solidFill>
              </a:rPr>
              <a:t> the dataset then transformed AND VISUALIZED THE DATA. Converted data from object to date format. Created Labels and Bands for Remote Work Identifications and age groups. Checked for missing values,Remove Columns I was not </a:t>
            </a:r>
            <a:r>
              <a:rPr lang="en" sz="1200">
                <a:solidFill>
                  <a:schemeClr val="dk1"/>
                </a:solidFill>
              </a:rPr>
              <a:t>using</a:t>
            </a:r>
            <a:r>
              <a:rPr lang="en" sz="1200">
                <a:solidFill>
                  <a:schemeClr val="dk1"/>
                </a:solidFill>
              </a:rPr>
              <a:t>. Ended with 16 columns down from 20 based on both the removed and newly created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6" name="Google Shape;106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MY FINDINGS?...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3ed25e059bb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8" name="Google Shape;1088;g3ed25e059bb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 ENDED Up trying so many different variation of visualization and it all stayed still </a:t>
            </a:r>
            <a:r>
              <a:rPr lang="en"/>
              <a:t>across</a:t>
            </a:r>
            <a:r>
              <a:rPr lang="en"/>
              <a:t> the board. From bar graphs to these boxplots . At first I was a bit </a:t>
            </a:r>
            <a:r>
              <a:rPr lang="en"/>
              <a:t>disappointed</a:t>
            </a:r>
            <a:r>
              <a:rPr lang="en"/>
              <a:t> thinking on no I not going to be able to use this data it doesnt tell me anything.  And then I said wait Nothing is actually an answer. With this </a:t>
            </a:r>
            <a:r>
              <a:rPr lang="en"/>
              <a:t>synthetic</a:t>
            </a:r>
            <a:r>
              <a:rPr lang="en"/>
              <a:t> data there is no </a:t>
            </a:r>
            <a:r>
              <a:rPr lang="en"/>
              <a:t>distinction</a:t>
            </a:r>
            <a:r>
              <a:rPr lang="en"/>
              <a:t> of impact of remote work on performance score and not </a:t>
            </a:r>
            <a:r>
              <a:rPr lang="en"/>
              <a:t>across</a:t>
            </a:r>
            <a:r>
              <a:rPr lang="en"/>
              <a:t> gender or age either.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9" name="Google Shape;11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When I move into employee satisfaction I see a slight more variations happening . However nothing that would really trend the data in one way versus the other. Overall </a:t>
            </a:r>
            <a:r>
              <a:rPr lang="en"/>
              <a:t>people</a:t>
            </a:r>
            <a:r>
              <a:rPr lang="en"/>
              <a:t> are doing there job well or poorly and hate or love their job accross the board regardless of remote impact.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ed25e059bb_0_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0" name="Google Shape;1130;g3ed25e059bb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 pulled in a heatmap to check for other factors like salary and years at the company and it further </a:t>
            </a:r>
            <a:r>
              <a:rPr lang="en"/>
              <a:t>supported</a:t>
            </a:r>
            <a:r>
              <a:rPr lang="en"/>
              <a:t> that results. The only thing that stood out is performance score and salary which I thought was cool reflection of work better get paid more which isnt always the structure we experience as a society.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0" name="Google Shape;115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7" name="Google Shape;118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sz="1200">
                <a:solidFill>
                  <a:schemeClr val="dk1"/>
                </a:solidFill>
              </a:rPr>
              <a:t>In summary, my analysis looked at whether remote work meaningfully impacts employee satisfaction, performance, and other workforce characteristics. While some variation existed between remote work groups, the data did not show strong or significant relationships.</a:t>
            </a:r>
            <a:endParaRPr sz="1200">
              <a:solidFill>
                <a:schemeClr val="dk1"/>
              </a:solidFill>
            </a:endParaRPr>
          </a:p>
          <a:p>
            <a:pPr indent="0" lvl="0" marL="0" rtl="0" algn="l">
              <a:lnSpc>
                <a:spcPct val="115000"/>
              </a:lnSpc>
              <a:spcBef>
                <a:spcPts val="1200"/>
              </a:spcBef>
              <a:spcAft>
                <a:spcPts val="0"/>
              </a:spcAft>
              <a:buSzPts val="1100"/>
              <a:buNone/>
            </a:pPr>
            <a:r>
              <a:rPr lang="en" sz="1200">
                <a:solidFill>
                  <a:schemeClr val="dk1"/>
                </a:solidFill>
              </a:rPr>
              <a:t>My overall finding is that remote work alone may not be a major driver of employee outcomes. Instead, factors like salary, education, organizational structure, and job type likely have a stronger influence. This project also highlights how workplace behavior is multifaceted, and that deeper analysis using additional organizational context could help explain these patterns further.</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7" name="Google Shape;120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 did want to see if there was anything out there that maybe even had less data to review that could give me anything supplemental. I found that BLS did study on productivity growth and remote work impact and also found </a:t>
            </a:r>
            <a:r>
              <a:rPr lang="en"/>
              <a:t>little</a:t>
            </a:r>
            <a:r>
              <a:rPr lang="en"/>
              <a:t> to no relationship so the data may truly be in alignment with societal factors.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Id be intrigued to see the data of the HF results and take a scope into it and what decision were made as a result of the outcome.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6" name="Google Shape;122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Finally a little quote to leave you all </a:t>
            </a:r>
            <a:r>
              <a:rPr lang="en" u="sng">
                <a:solidFill>
                  <a:schemeClr val="hlink"/>
                </a:solidFill>
                <a:hlinkClick r:id="rId2"/>
              </a:rPr>
              <a:t>with</a:t>
            </a:r>
            <a:r>
              <a:rPr lang="en"/>
              <a:t> a lyttle quote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3" name="Google Shape;125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8" name="Shape 8"/>
        <p:cNvGrpSpPr/>
        <p:nvPr/>
      </p:nvGrpSpPr>
      <p:grpSpPr>
        <a:xfrm>
          <a:off x="0" y="0"/>
          <a:ext cx="0" cy="0"/>
          <a:chOff x="0" y="0"/>
          <a:chExt cx="0" cy="0"/>
        </a:xfrm>
      </p:grpSpPr>
      <p:grpSp>
        <p:nvGrpSpPr>
          <p:cNvPr id="9" name="Google Shape;9;p97"/>
          <p:cNvGrpSpPr/>
          <p:nvPr/>
        </p:nvGrpSpPr>
        <p:grpSpPr>
          <a:xfrm>
            <a:off x="255151" y="2785291"/>
            <a:ext cx="2526614" cy="874562"/>
            <a:chOff x="3457434" y="4469778"/>
            <a:chExt cx="1572451" cy="544288"/>
          </a:xfrm>
        </p:grpSpPr>
        <p:sp>
          <p:nvSpPr>
            <p:cNvPr id="10" name="Google Shape;10;p97"/>
            <p:cNvSpPr/>
            <p:nvPr/>
          </p:nvSpPr>
          <p:spPr>
            <a:xfrm>
              <a:off x="3457434" y="4667694"/>
              <a:ext cx="1467538" cy="346372"/>
            </a:xfrm>
            <a:custGeom>
              <a:rect b="b" l="l" r="r" t="t"/>
              <a:pathLst>
                <a:path extrusionOk="0" h="14307" w="60617">
                  <a:moveTo>
                    <a:pt x="7848" y="0"/>
                  </a:moveTo>
                  <a:cubicBezTo>
                    <a:pt x="3393" y="0"/>
                    <a:pt x="1" y="3229"/>
                    <a:pt x="1" y="7153"/>
                  </a:cubicBezTo>
                  <a:cubicBezTo>
                    <a:pt x="1" y="11077"/>
                    <a:pt x="3393" y="14306"/>
                    <a:pt x="7848" y="14306"/>
                  </a:cubicBezTo>
                  <a:lnTo>
                    <a:pt x="60617" y="14306"/>
                  </a:lnTo>
                  <a:lnTo>
                    <a:pt x="60617" y="0"/>
                  </a:ln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97"/>
            <p:cNvSpPr/>
            <p:nvPr/>
          </p:nvSpPr>
          <p:spPr>
            <a:xfrm>
              <a:off x="3531662" y="4713209"/>
              <a:ext cx="1393310" cy="255319"/>
            </a:xfrm>
            <a:custGeom>
              <a:rect b="b" l="l" r="r" t="t"/>
              <a:pathLst>
                <a:path extrusionOk="0" h="10546" w="57551">
                  <a:moveTo>
                    <a:pt x="7480" y="0"/>
                  </a:moveTo>
                  <a:cubicBezTo>
                    <a:pt x="3393" y="0"/>
                    <a:pt x="0" y="2371"/>
                    <a:pt x="0" y="5273"/>
                  </a:cubicBezTo>
                  <a:cubicBezTo>
                    <a:pt x="0" y="8175"/>
                    <a:pt x="3393" y="10546"/>
                    <a:pt x="7480" y="10546"/>
                  </a:cubicBezTo>
                  <a:lnTo>
                    <a:pt x="57551" y="10546"/>
                  </a:lnTo>
                  <a:lnTo>
                    <a:pt x="5755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97"/>
            <p:cNvSpPr/>
            <p:nvPr/>
          </p:nvSpPr>
          <p:spPr>
            <a:xfrm>
              <a:off x="3531662" y="4750807"/>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97"/>
            <p:cNvSpPr/>
            <p:nvPr/>
          </p:nvSpPr>
          <p:spPr>
            <a:xfrm>
              <a:off x="3598337" y="4741898"/>
              <a:ext cx="1422023" cy="16850"/>
            </a:xfrm>
            <a:custGeom>
              <a:rect b="b" l="l" r="r" t="t"/>
              <a:pathLst>
                <a:path extrusionOk="0" h="696" w="58737">
                  <a:moveTo>
                    <a:pt x="0" y="1"/>
                  </a:moveTo>
                  <a:lnTo>
                    <a:pt x="0" y="696"/>
                  </a:lnTo>
                  <a:lnTo>
                    <a:pt x="58736" y="696"/>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97"/>
            <p:cNvSpPr/>
            <p:nvPr/>
          </p:nvSpPr>
          <p:spPr>
            <a:xfrm>
              <a:off x="3531662" y="4812156"/>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97"/>
            <p:cNvSpPr/>
            <p:nvPr/>
          </p:nvSpPr>
          <p:spPr>
            <a:xfrm>
              <a:off x="3531662" y="4804239"/>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97"/>
            <p:cNvSpPr/>
            <p:nvPr/>
          </p:nvSpPr>
          <p:spPr>
            <a:xfrm>
              <a:off x="3531662" y="4869557"/>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97"/>
            <p:cNvSpPr/>
            <p:nvPr/>
          </p:nvSpPr>
          <p:spPr>
            <a:xfrm>
              <a:off x="3531662" y="4861641"/>
              <a:ext cx="1422023" cy="16850"/>
            </a:xfrm>
            <a:custGeom>
              <a:rect b="b" l="l" r="r" t="t"/>
              <a:pathLst>
                <a:path extrusionOk="0" h="696" w="58737">
                  <a:moveTo>
                    <a:pt x="0" y="0"/>
                  </a:moveTo>
                  <a:lnTo>
                    <a:pt x="0" y="695"/>
                  </a:lnTo>
                  <a:lnTo>
                    <a:pt x="58736" y="695"/>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97"/>
            <p:cNvSpPr/>
            <p:nvPr/>
          </p:nvSpPr>
          <p:spPr>
            <a:xfrm>
              <a:off x="3531662" y="4931898"/>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97"/>
            <p:cNvSpPr/>
            <p:nvPr/>
          </p:nvSpPr>
          <p:spPr>
            <a:xfrm>
              <a:off x="3607862" y="4923982"/>
              <a:ext cx="1422023" cy="15858"/>
            </a:xfrm>
            <a:custGeom>
              <a:rect b="b" l="l" r="r" t="t"/>
              <a:pathLst>
                <a:path extrusionOk="0" h="655" w="58737">
                  <a:moveTo>
                    <a:pt x="0" y="0"/>
                  </a:moveTo>
                  <a:lnTo>
                    <a:pt x="0" y="654"/>
                  </a:lnTo>
                  <a:lnTo>
                    <a:pt x="58736" y="654"/>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97"/>
            <p:cNvSpPr/>
            <p:nvPr/>
          </p:nvSpPr>
          <p:spPr>
            <a:xfrm>
              <a:off x="3457434" y="4469778"/>
              <a:ext cx="1467538" cy="197941"/>
            </a:xfrm>
            <a:custGeom>
              <a:rect b="b" l="l" r="r" t="t"/>
              <a:pathLst>
                <a:path extrusionOk="0" h="8176" w="60617">
                  <a:moveTo>
                    <a:pt x="7848" y="0"/>
                  </a:moveTo>
                  <a:cubicBezTo>
                    <a:pt x="3393" y="0"/>
                    <a:pt x="1" y="1881"/>
                    <a:pt x="1" y="4088"/>
                  </a:cubicBezTo>
                  <a:cubicBezTo>
                    <a:pt x="1" y="6295"/>
                    <a:pt x="3393" y="8175"/>
                    <a:pt x="7848" y="8175"/>
                  </a:cubicBezTo>
                  <a:lnTo>
                    <a:pt x="60617" y="8175"/>
                  </a:lnTo>
                  <a:lnTo>
                    <a:pt x="60617" y="0"/>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97"/>
            <p:cNvSpPr/>
            <p:nvPr/>
          </p:nvSpPr>
          <p:spPr>
            <a:xfrm>
              <a:off x="3531662" y="4494520"/>
              <a:ext cx="1393310" cy="144485"/>
            </a:xfrm>
            <a:custGeom>
              <a:rect b="b" l="l" r="r" t="t"/>
              <a:pathLst>
                <a:path extrusionOk="0" h="5968" w="57551">
                  <a:moveTo>
                    <a:pt x="7480" y="0"/>
                  </a:moveTo>
                  <a:cubicBezTo>
                    <a:pt x="3393" y="0"/>
                    <a:pt x="0" y="1390"/>
                    <a:pt x="0" y="3066"/>
                  </a:cubicBezTo>
                  <a:cubicBezTo>
                    <a:pt x="0" y="4782"/>
                    <a:pt x="3393" y="5968"/>
                    <a:pt x="7480" y="5968"/>
                  </a:cubicBezTo>
                  <a:lnTo>
                    <a:pt x="57551" y="5968"/>
                  </a:lnTo>
                  <a:lnTo>
                    <a:pt x="5755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97"/>
            <p:cNvSpPr/>
            <p:nvPr/>
          </p:nvSpPr>
          <p:spPr>
            <a:xfrm>
              <a:off x="3531662" y="4515293"/>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97"/>
            <p:cNvSpPr/>
            <p:nvPr/>
          </p:nvSpPr>
          <p:spPr>
            <a:xfrm>
              <a:off x="3607862" y="4507376"/>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97"/>
            <p:cNvSpPr/>
            <p:nvPr/>
          </p:nvSpPr>
          <p:spPr>
            <a:xfrm>
              <a:off x="3531662" y="4552891"/>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97"/>
            <p:cNvSpPr/>
            <p:nvPr/>
          </p:nvSpPr>
          <p:spPr>
            <a:xfrm>
              <a:off x="3541187" y="4543981"/>
              <a:ext cx="1422023" cy="16850"/>
            </a:xfrm>
            <a:custGeom>
              <a:rect b="b" l="l" r="r" t="t"/>
              <a:pathLst>
                <a:path extrusionOk="0" h="696" w="58737">
                  <a:moveTo>
                    <a:pt x="0" y="1"/>
                  </a:moveTo>
                  <a:lnTo>
                    <a:pt x="0" y="696"/>
                  </a:lnTo>
                  <a:lnTo>
                    <a:pt x="58736" y="696"/>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97"/>
            <p:cNvSpPr/>
            <p:nvPr/>
          </p:nvSpPr>
          <p:spPr>
            <a:xfrm>
              <a:off x="3531662" y="4585550"/>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97"/>
            <p:cNvSpPr/>
            <p:nvPr/>
          </p:nvSpPr>
          <p:spPr>
            <a:xfrm>
              <a:off x="3531662" y="4618209"/>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97"/>
            <p:cNvSpPr/>
            <p:nvPr/>
          </p:nvSpPr>
          <p:spPr>
            <a:xfrm>
              <a:off x="3607862" y="4610293"/>
              <a:ext cx="1422023" cy="16850"/>
            </a:xfrm>
            <a:custGeom>
              <a:rect b="b" l="l" r="r" t="t"/>
              <a:pathLst>
                <a:path extrusionOk="0" h="696" w="58737">
                  <a:moveTo>
                    <a:pt x="0" y="0"/>
                  </a:moveTo>
                  <a:lnTo>
                    <a:pt x="0" y="695"/>
                  </a:lnTo>
                  <a:lnTo>
                    <a:pt x="58736" y="695"/>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97"/>
            <p:cNvSpPr/>
            <p:nvPr/>
          </p:nvSpPr>
          <p:spPr>
            <a:xfrm>
              <a:off x="3541187" y="4577633"/>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97"/>
          <p:cNvGrpSpPr/>
          <p:nvPr/>
        </p:nvGrpSpPr>
        <p:grpSpPr>
          <a:xfrm>
            <a:off x="102751" y="3680641"/>
            <a:ext cx="2526614" cy="874562"/>
            <a:chOff x="3457434" y="4469778"/>
            <a:chExt cx="1572451" cy="544288"/>
          </a:xfrm>
        </p:grpSpPr>
        <p:sp>
          <p:nvSpPr>
            <p:cNvPr id="31" name="Google Shape;31;p97"/>
            <p:cNvSpPr/>
            <p:nvPr/>
          </p:nvSpPr>
          <p:spPr>
            <a:xfrm>
              <a:off x="3457434" y="4667694"/>
              <a:ext cx="1467538" cy="346372"/>
            </a:xfrm>
            <a:custGeom>
              <a:rect b="b" l="l" r="r" t="t"/>
              <a:pathLst>
                <a:path extrusionOk="0" h="14307" w="60617">
                  <a:moveTo>
                    <a:pt x="7848" y="0"/>
                  </a:moveTo>
                  <a:cubicBezTo>
                    <a:pt x="3393" y="0"/>
                    <a:pt x="1" y="3229"/>
                    <a:pt x="1" y="7153"/>
                  </a:cubicBezTo>
                  <a:cubicBezTo>
                    <a:pt x="1" y="11077"/>
                    <a:pt x="3393" y="14306"/>
                    <a:pt x="7848" y="14306"/>
                  </a:cubicBezTo>
                  <a:lnTo>
                    <a:pt x="60617" y="14306"/>
                  </a:lnTo>
                  <a:lnTo>
                    <a:pt x="60617" y="0"/>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97"/>
            <p:cNvSpPr/>
            <p:nvPr/>
          </p:nvSpPr>
          <p:spPr>
            <a:xfrm>
              <a:off x="3531662" y="4713209"/>
              <a:ext cx="1393310" cy="255319"/>
            </a:xfrm>
            <a:custGeom>
              <a:rect b="b" l="l" r="r" t="t"/>
              <a:pathLst>
                <a:path extrusionOk="0" h="10546" w="57551">
                  <a:moveTo>
                    <a:pt x="7480" y="0"/>
                  </a:moveTo>
                  <a:cubicBezTo>
                    <a:pt x="3393" y="0"/>
                    <a:pt x="0" y="2371"/>
                    <a:pt x="0" y="5273"/>
                  </a:cubicBezTo>
                  <a:cubicBezTo>
                    <a:pt x="0" y="8175"/>
                    <a:pt x="3393" y="10546"/>
                    <a:pt x="7480" y="10546"/>
                  </a:cubicBezTo>
                  <a:lnTo>
                    <a:pt x="57551" y="10546"/>
                  </a:lnTo>
                  <a:lnTo>
                    <a:pt x="5755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97"/>
            <p:cNvSpPr/>
            <p:nvPr/>
          </p:nvSpPr>
          <p:spPr>
            <a:xfrm>
              <a:off x="3531662" y="4750807"/>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97"/>
            <p:cNvSpPr/>
            <p:nvPr/>
          </p:nvSpPr>
          <p:spPr>
            <a:xfrm>
              <a:off x="3598337" y="4741898"/>
              <a:ext cx="1422023" cy="16850"/>
            </a:xfrm>
            <a:custGeom>
              <a:rect b="b" l="l" r="r" t="t"/>
              <a:pathLst>
                <a:path extrusionOk="0" h="696" w="58737">
                  <a:moveTo>
                    <a:pt x="0" y="1"/>
                  </a:moveTo>
                  <a:lnTo>
                    <a:pt x="0" y="696"/>
                  </a:lnTo>
                  <a:lnTo>
                    <a:pt x="58736" y="696"/>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97"/>
            <p:cNvSpPr/>
            <p:nvPr/>
          </p:nvSpPr>
          <p:spPr>
            <a:xfrm>
              <a:off x="3531662" y="4812156"/>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97"/>
            <p:cNvSpPr/>
            <p:nvPr/>
          </p:nvSpPr>
          <p:spPr>
            <a:xfrm>
              <a:off x="3531662" y="4804239"/>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7"/>
            <p:cNvSpPr/>
            <p:nvPr/>
          </p:nvSpPr>
          <p:spPr>
            <a:xfrm>
              <a:off x="3531662" y="4869557"/>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97"/>
            <p:cNvSpPr/>
            <p:nvPr/>
          </p:nvSpPr>
          <p:spPr>
            <a:xfrm>
              <a:off x="3531662" y="4861641"/>
              <a:ext cx="1422023" cy="16850"/>
            </a:xfrm>
            <a:custGeom>
              <a:rect b="b" l="l" r="r" t="t"/>
              <a:pathLst>
                <a:path extrusionOk="0" h="696" w="58737">
                  <a:moveTo>
                    <a:pt x="0" y="0"/>
                  </a:moveTo>
                  <a:lnTo>
                    <a:pt x="0" y="695"/>
                  </a:lnTo>
                  <a:lnTo>
                    <a:pt x="58736" y="695"/>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97"/>
            <p:cNvSpPr/>
            <p:nvPr/>
          </p:nvSpPr>
          <p:spPr>
            <a:xfrm>
              <a:off x="3531662" y="4931898"/>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97"/>
            <p:cNvSpPr/>
            <p:nvPr/>
          </p:nvSpPr>
          <p:spPr>
            <a:xfrm>
              <a:off x="3607862" y="4923982"/>
              <a:ext cx="1422023" cy="15858"/>
            </a:xfrm>
            <a:custGeom>
              <a:rect b="b" l="l" r="r" t="t"/>
              <a:pathLst>
                <a:path extrusionOk="0" h="655" w="58737">
                  <a:moveTo>
                    <a:pt x="0" y="0"/>
                  </a:moveTo>
                  <a:lnTo>
                    <a:pt x="0" y="654"/>
                  </a:lnTo>
                  <a:lnTo>
                    <a:pt x="58736" y="654"/>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97"/>
            <p:cNvSpPr/>
            <p:nvPr/>
          </p:nvSpPr>
          <p:spPr>
            <a:xfrm>
              <a:off x="3457434" y="4469778"/>
              <a:ext cx="1467538" cy="197941"/>
            </a:xfrm>
            <a:custGeom>
              <a:rect b="b" l="l" r="r" t="t"/>
              <a:pathLst>
                <a:path extrusionOk="0" h="8176" w="60617">
                  <a:moveTo>
                    <a:pt x="7848" y="0"/>
                  </a:moveTo>
                  <a:cubicBezTo>
                    <a:pt x="3393" y="0"/>
                    <a:pt x="1" y="1881"/>
                    <a:pt x="1" y="4088"/>
                  </a:cubicBezTo>
                  <a:cubicBezTo>
                    <a:pt x="1" y="6295"/>
                    <a:pt x="3393" y="8175"/>
                    <a:pt x="7848" y="8175"/>
                  </a:cubicBezTo>
                  <a:lnTo>
                    <a:pt x="60617" y="8175"/>
                  </a:lnTo>
                  <a:lnTo>
                    <a:pt x="60617" y="0"/>
                  </a:ln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97"/>
            <p:cNvSpPr/>
            <p:nvPr/>
          </p:nvSpPr>
          <p:spPr>
            <a:xfrm>
              <a:off x="3531662" y="4494520"/>
              <a:ext cx="1393310" cy="144485"/>
            </a:xfrm>
            <a:custGeom>
              <a:rect b="b" l="l" r="r" t="t"/>
              <a:pathLst>
                <a:path extrusionOk="0" h="5968" w="57551">
                  <a:moveTo>
                    <a:pt x="7480" y="0"/>
                  </a:moveTo>
                  <a:cubicBezTo>
                    <a:pt x="3393" y="0"/>
                    <a:pt x="0" y="1390"/>
                    <a:pt x="0" y="3066"/>
                  </a:cubicBezTo>
                  <a:cubicBezTo>
                    <a:pt x="0" y="4782"/>
                    <a:pt x="3393" y="5968"/>
                    <a:pt x="7480" y="5968"/>
                  </a:cubicBezTo>
                  <a:lnTo>
                    <a:pt x="57551" y="5968"/>
                  </a:lnTo>
                  <a:lnTo>
                    <a:pt x="5755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97"/>
            <p:cNvSpPr/>
            <p:nvPr/>
          </p:nvSpPr>
          <p:spPr>
            <a:xfrm>
              <a:off x="3531662" y="4536065"/>
              <a:ext cx="477978" cy="102941"/>
            </a:xfrm>
            <a:custGeom>
              <a:rect b="b" l="l" r="r" t="t"/>
              <a:pathLst>
                <a:path extrusionOk="0" h="4252" w="19743">
                  <a:moveTo>
                    <a:pt x="859" y="1"/>
                  </a:moveTo>
                  <a:cubicBezTo>
                    <a:pt x="327" y="328"/>
                    <a:pt x="0" y="859"/>
                    <a:pt x="0" y="1350"/>
                  </a:cubicBezTo>
                  <a:cubicBezTo>
                    <a:pt x="0" y="3066"/>
                    <a:pt x="3393" y="4252"/>
                    <a:pt x="7480" y="4252"/>
                  </a:cubicBezTo>
                  <a:lnTo>
                    <a:pt x="19742" y="4252"/>
                  </a:lnTo>
                  <a:cubicBezTo>
                    <a:pt x="12753" y="3761"/>
                    <a:pt x="4946" y="2739"/>
                    <a:pt x="859"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97"/>
            <p:cNvSpPr/>
            <p:nvPr/>
          </p:nvSpPr>
          <p:spPr>
            <a:xfrm>
              <a:off x="3531662" y="4515293"/>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97"/>
            <p:cNvSpPr/>
            <p:nvPr/>
          </p:nvSpPr>
          <p:spPr>
            <a:xfrm>
              <a:off x="3607862" y="4507376"/>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97"/>
            <p:cNvSpPr/>
            <p:nvPr/>
          </p:nvSpPr>
          <p:spPr>
            <a:xfrm>
              <a:off x="3531662" y="4552891"/>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97"/>
            <p:cNvSpPr/>
            <p:nvPr/>
          </p:nvSpPr>
          <p:spPr>
            <a:xfrm>
              <a:off x="3541187" y="4543981"/>
              <a:ext cx="1422023" cy="16850"/>
            </a:xfrm>
            <a:custGeom>
              <a:rect b="b" l="l" r="r" t="t"/>
              <a:pathLst>
                <a:path extrusionOk="0" h="696" w="58737">
                  <a:moveTo>
                    <a:pt x="0" y="1"/>
                  </a:moveTo>
                  <a:lnTo>
                    <a:pt x="0" y="696"/>
                  </a:lnTo>
                  <a:lnTo>
                    <a:pt x="58736" y="696"/>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97"/>
            <p:cNvSpPr/>
            <p:nvPr/>
          </p:nvSpPr>
          <p:spPr>
            <a:xfrm>
              <a:off x="3531662" y="4585550"/>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97"/>
            <p:cNvSpPr/>
            <p:nvPr/>
          </p:nvSpPr>
          <p:spPr>
            <a:xfrm>
              <a:off x="3531662" y="4618209"/>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97"/>
            <p:cNvSpPr/>
            <p:nvPr/>
          </p:nvSpPr>
          <p:spPr>
            <a:xfrm>
              <a:off x="3607862" y="4610293"/>
              <a:ext cx="1422023" cy="16850"/>
            </a:xfrm>
            <a:custGeom>
              <a:rect b="b" l="l" r="r" t="t"/>
              <a:pathLst>
                <a:path extrusionOk="0" h="696" w="58737">
                  <a:moveTo>
                    <a:pt x="0" y="0"/>
                  </a:moveTo>
                  <a:lnTo>
                    <a:pt x="0" y="695"/>
                  </a:lnTo>
                  <a:lnTo>
                    <a:pt x="58736" y="695"/>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97"/>
            <p:cNvSpPr/>
            <p:nvPr/>
          </p:nvSpPr>
          <p:spPr>
            <a:xfrm>
              <a:off x="3541187" y="4577633"/>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 name="Google Shape;52;p97"/>
          <p:cNvGrpSpPr/>
          <p:nvPr/>
        </p:nvGrpSpPr>
        <p:grpSpPr>
          <a:xfrm>
            <a:off x="7228313" y="-114309"/>
            <a:ext cx="1915697" cy="4616273"/>
            <a:chOff x="7899913" y="-114309"/>
            <a:chExt cx="1915697" cy="4616273"/>
          </a:xfrm>
        </p:grpSpPr>
        <p:sp>
          <p:nvSpPr>
            <p:cNvPr id="53" name="Google Shape;53;p97"/>
            <p:cNvSpPr/>
            <p:nvPr/>
          </p:nvSpPr>
          <p:spPr>
            <a:xfrm>
              <a:off x="8606186" y="3608365"/>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97"/>
            <p:cNvSpPr/>
            <p:nvPr/>
          </p:nvSpPr>
          <p:spPr>
            <a:xfrm>
              <a:off x="8566430" y="3568608"/>
              <a:ext cx="79551" cy="562883"/>
            </a:xfrm>
            <a:custGeom>
              <a:rect b="b" l="l" r="r" t="t"/>
              <a:pathLst>
                <a:path extrusionOk="0" h="14470" w="2045">
                  <a:moveTo>
                    <a:pt x="1023" y="0"/>
                  </a:moveTo>
                  <a:cubicBezTo>
                    <a:pt x="369" y="0"/>
                    <a:pt x="1" y="327"/>
                    <a:pt x="1" y="1022"/>
                  </a:cubicBezTo>
                  <a:lnTo>
                    <a:pt x="1" y="13448"/>
                  </a:lnTo>
                  <a:cubicBezTo>
                    <a:pt x="1" y="13979"/>
                    <a:pt x="369" y="14470"/>
                    <a:pt x="1023" y="14470"/>
                  </a:cubicBezTo>
                  <a:cubicBezTo>
                    <a:pt x="1554" y="14470"/>
                    <a:pt x="2044" y="13979"/>
                    <a:pt x="2044" y="13448"/>
                  </a:cubicBezTo>
                  <a:lnTo>
                    <a:pt x="2044" y="1022"/>
                  </a:lnTo>
                  <a:cubicBezTo>
                    <a:pt x="2044" y="327"/>
                    <a:pt x="1554" y="0"/>
                    <a:pt x="1023" y="0"/>
                  </a:cubicBezTo>
                  <a:close/>
                </a:path>
              </a:pathLst>
            </a:custGeom>
            <a:solidFill>
              <a:schemeClr val="accent1">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97"/>
            <p:cNvSpPr/>
            <p:nvPr/>
          </p:nvSpPr>
          <p:spPr>
            <a:xfrm>
              <a:off x="8798589" y="3873900"/>
              <a:ext cx="39" cy="483371"/>
            </a:xfrm>
            <a:custGeom>
              <a:rect b="b" l="l" r="r" t="t"/>
              <a:pathLst>
                <a:path extrusionOk="0" h="12426" w="1">
                  <a:moveTo>
                    <a:pt x="0" y="0"/>
                  </a:moveTo>
                  <a:lnTo>
                    <a:pt x="0" y="124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97"/>
            <p:cNvSpPr/>
            <p:nvPr/>
          </p:nvSpPr>
          <p:spPr>
            <a:xfrm>
              <a:off x="8758832" y="3834144"/>
              <a:ext cx="79551" cy="562883"/>
            </a:xfrm>
            <a:custGeom>
              <a:rect b="b" l="l" r="r" t="t"/>
              <a:pathLst>
                <a:path extrusionOk="0" h="14470" w="2045">
                  <a:moveTo>
                    <a:pt x="1022" y="0"/>
                  </a:moveTo>
                  <a:cubicBezTo>
                    <a:pt x="532" y="0"/>
                    <a:pt x="0" y="491"/>
                    <a:pt x="0" y="1022"/>
                  </a:cubicBezTo>
                  <a:lnTo>
                    <a:pt x="0" y="13448"/>
                  </a:lnTo>
                  <a:cubicBezTo>
                    <a:pt x="0" y="14102"/>
                    <a:pt x="532" y="14470"/>
                    <a:pt x="1022" y="14470"/>
                  </a:cubicBezTo>
                  <a:cubicBezTo>
                    <a:pt x="1554" y="14470"/>
                    <a:pt x="2044" y="14102"/>
                    <a:pt x="2044" y="13448"/>
                  </a:cubicBezTo>
                  <a:lnTo>
                    <a:pt x="2044" y="1022"/>
                  </a:lnTo>
                  <a:cubicBezTo>
                    <a:pt x="2044" y="491"/>
                    <a:pt x="1554" y="0"/>
                    <a:pt x="1022" y="0"/>
                  </a:cubicBezTo>
                  <a:close/>
                </a:path>
              </a:pathLst>
            </a:custGeom>
            <a:solidFill>
              <a:schemeClr val="accent1">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97"/>
            <p:cNvSpPr/>
            <p:nvPr/>
          </p:nvSpPr>
          <p:spPr>
            <a:xfrm>
              <a:off x="7899913" y="-114309"/>
              <a:ext cx="1238654" cy="3139619"/>
            </a:xfrm>
            <a:custGeom>
              <a:rect b="b" l="l" r="r" t="t"/>
              <a:pathLst>
                <a:path extrusionOk="0" h="80710" w="31842">
                  <a:moveTo>
                    <a:pt x="3210" y="0"/>
                  </a:moveTo>
                  <a:cubicBezTo>
                    <a:pt x="2252" y="0"/>
                    <a:pt x="1348" y="293"/>
                    <a:pt x="818" y="992"/>
                  </a:cubicBezTo>
                  <a:cubicBezTo>
                    <a:pt x="164" y="1851"/>
                    <a:pt x="1" y="2873"/>
                    <a:pt x="1" y="3894"/>
                  </a:cubicBezTo>
                  <a:cubicBezTo>
                    <a:pt x="1" y="8677"/>
                    <a:pt x="4088" y="12928"/>
                    <a:pt x="3557" y="17710"/>
                  </a:cubicBezTo>
                  <a:cubicBezTo>
                    <a:pt x="3393" y="20408"/>
                    <a:pt x="1513" y="22983"/>
                    <a:pt x="1513" y="25680"/>
                  </a:cubicBezTo>
                  <a:cubicBezTo>
                    <a:pt x="1513" y="29768"/>
                    <a:pt x="5437" y="33038"/>
                    <a:pt x="6295" y="36921"/>
                  </a:cubicBezTo>
                  <a:cubicBezTo>
                    <a:pt x="7481" y="43420"/>
                    <a:pt x="655" y="50736"/>
                    <a:pt x="4579" y="56009"/>
                  </a:cubicBezTo>
                  <a:cubicBezTo>
                    <a:pt x="6295" y="58584"/>
                    <a:pt x="10219" y="59933"/>
                    <a:pt x="10383" y="62998"/>
                  </a:cubicBezTo>
                  <a:cubicBezTo>
                    <a:pt x="10546" y="65369"/>
                    <a:pt x="7971" y="67086"/>
                    <a:pt x="6786" y="69293"/>
                  </a:cubicBezTo>
                  <a:cubicBezTo>
                    <a:pt x="5273" y="71663"/>
                    <a:pt x="5437" y="74729"/>
                    <a:pt x="6786" y="77141"/>
                  </a:cubicBezTo>
                  <a:cubicBezTo>
                    <a:pt x="8254" y="79382"/>
                    <a:pt x="10929" y="80710"/>
                    <a:pt x="13496" y="80710"/>
                  </a:cubicBezTo>
                  <a:cubicBezTo>
                    <a:pt x="13644" y="80710"/>
                    <a:pt x="13792" y="80706"/>
                    <a:pt x="13939" y="80697"/>
                  </a:cubicBezTo>
                  <a:lnTo>
                    <a:pt x="22645" y="79838"/>
                  </a:lnTo>
                  <a:cubicBezTo>
                    <a:pt x="28245" y="79511"/>
                    <a:pt x="31842" y="71663"/>
                    <a:pt x="28245" y="67249"/>
                  </a:cubicBezTo>
                  <a:cubicBezTo>
                    <a:pt x="26569" y="65042"/>
                    <a:pt x="23503" y="63489"/>
                    <a:pt x="22645" y="60791"/>
                  </a:cubicBezTo>
                  <a:cubicBezTo>
                    <a:pt x="21623" y="56540"/>
                    <a:pt x="26732" y="52248"/>
                    <a:pt x="25016" y="48161"/>
                  </a:cubicBezTo>
                  <a:cubicBezTo>
                    <a:pt x="24321" y="46322"/>
                    <a:pt x="22277" y="45300"/>
                    <a:pt x="21092" y="43583"/>
                  </a:cubicBezTo>
                  <a:cubicBezTo>
                    <a:pt x="17863" y="39169"/>
                    <a:pt x="21787" y="32670"/>
                    <a:pt x="20601" y="27397"/>
                  </a:cubicBezTo>
                  <a:cubicBezTo>
                    <a:pt x="19743" y="22615"/>
                    <a:pt x="15124" y="19549"/>
                    <a:pt x="12917" y="15298"/>
                  </a:cubicBezTo>
                  <a:cubicBezTo>
                    <a:pt x="10383" y="10353"/>
                    <a:pt x="10546" y="3404"/>
                    <a:pt x="5764" y="665"/>
                  </a:cubicBezTo>
                  <a:cubicBezTo>
                    <a:pt x="5036" y="252"/>
                    <a:pt x="4100" y="0"/>
                    <a:pt x="3210" y="0"/>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97"/>
            <p:cNvSpPr/>
            <p:nvPr/>
          </p:nvSpPr>
          <p:spPr>
            <a:xfrm>
              <a:off x="8119015" y="89647"/>
              <a:ext cx="596298" cy="2776176"/>
            </a:xfrm>
            <a:custGeom>
              <a:rect b="b" l="l" r="r" t="t"/>
              <a:pathLst>
                <a:path extrusionOk="0" h="71367" w="15329">
                  <a:moveTo>
                    <a:pt x="328" y="0"/>
                  </a:moveTo>
                  <a:cubicBezTo>
                    <a:pt x="164" y="0"/>
                    <a:pt x="1" y="205"/>
                    <a:pt x="1" y="368"/>
                  </a:cubicBezTo>
                  <a:cubicBezTo>
                    <a:pt x="164" y="695"/>
                    <a:pt x="5805" y="23339"/>
                    <a:pt x="10219" y="43776"/>
                  </a:cubicBezTo>
                  <a:lnTo>
                    <a:pt x="10219" y="43776"/>
                  </a:lnTo>
                  <a:lnTo>
                    <a:pt x="4252" y="39525"/>
                  </a:lnTo>
                  <a:cubicBezTo>
                    <a:pt x="4252" y="39362"/>
                    <a:pt x="4088" y="39362"/>
                    <a:pt x="4088" y="39362"/>
                  </a:cubicBezTo>
                  <a:cubicBezTo>
                    <a:pt x="3925" y="39362"/>
                    <a:pt x="3925" y="39362"/>
                    <a:pt x="3925" y="39525"/>
                  </a:cubicBezTo>
                  <a:cubicBezTo>
                    <a:pt x="3761" y="39689"/>
                    <a:pt x="3761" y="39852"/>
                    <a:pt x="3925" y="40057"/>
                  </a:cubicBezTo>
                  <a:lnTo>
                    <a:pt x="10056" y="44471"/>
                  </a:lnTo>
                  <a:lnTo>
                    <a:pt x="10219" y="44635"/>
                  </a:lnTo>
                  <a:lnTo>
                    <a:pt x="10383" y="44635"/>
                  </a:lnTo>
                  <a:cubicBezTo>
                    <a:pt x="11568" y="50929"/>
                    <a:pt x="12754" y="57060"/>
                    <a:pt x="13612" y="62170"/>
                  </a:cubicBezTo>
                  <a:lnTo>
                    <a:pt x="8666" y="57060"/>
                  </a:lnTo>
                  <a:cubicBezTo>
                    <a:pt x="8666" y="56897"/>
                    <a:pt x="8503" y="56897"/>
                    <a:pt x="8503" y="56897"/>
                  </a:cubicBezTo>
                  <a:cubicBezTo>
                    <a:pt x="8339" y="56897"/>
                    <a:pt x="8339" y="56897"/>
                    <a:pt x="8176" y="57060"/>
                  </a:cubicBezTo>
                  <a:lnTo>
                    <a:pt x="8176" y="57428"/>
                  </a:lnTo>
                  <a:lnTo>
                    <a:pt x="13775" y="63355"/>
                  </a:lnTo>
                  <a:cubicBezTo>
                    <a:pt x="14307" y="66420"/>
                    <a:pt x="14634" y="69159"/>
                    <a:pt x="14797" y="71366"/>
                  </a:cubicBezTo>
                  <a:lnTo>
                    <a:pt x="15329" y="71366"/>
                  </a:lnTo>
                  <a:cubicBezTo>
                    <a:pt x="15329" y="69322"/>
                    <a:pt x="15002" y="66788"/>
                    <a:pt x="14470" y="64050"/>
                  </a:cubicBezTo>
                  <a:lnTo>
                    <a:pt x="14634" y="64050"/>
                  </a:lnTo>
                  <a:cubicBezTo>
                    <a:pt x="14634" y="64050"/>
                    <a:pt x="14797" y="64050"/>
                    <a:pt x="14797" y="63886"/>
                  </a:cubicBezTo>
                  <a:cubicBezTo>
                    <a:pt x="15002" y="63886"/>
                    <a:pt x="15002" y="63559"/>
                    <a:pt x="14797" y="63559"/>
                  </a:cubicBezTo>
                  <a:lnTo>
                    <a:pt x="14470" y="63028"/>
                  </a:lnTo>
                  <a:cubicBezTo>
                    <a:pt x="11078" y="41406"/>
                    <a:pt x="859" y="695"/>
                    <a:pt x="696" y="205"/>
                  </a:cubicBezTo>
                  <a:cubicBezTo>
                    <a:pt x="696" y="0"/>
                    <a:pt x="491" y="0"/>
                    <a:pt x="328"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97"/>
            <p:cNvSpPr/>
            <p:nvPr/>
          </p:nvSpPr>
          <p:spPr>
            <a:xfrm>
              <a:off x="8424307" y="938692"/>
              <a:ext cx="111332" cy="318046"/>
            </a:xfrm>
            <a:custGeom>
              <a:rect b="b" l="l" r="r" t="t"/>
              <a:pathLst>
                <a:path extrusionOk="0" h="8176" w="2862">
                  <a:moveTo>
                    <a:pt x="2535" y="1"/>
                  </a:moveTo>
                  <a:cubicBezTo>
                    <a:pt x="2371" y="1"/>
                    <a:pt x="2208" y="164"/>
                    <a:pt x="2208" y="328"/>
                  </a:cubicBezTo>
                  <a:lnTo>
                    <a:pt x="1" y="7808"/>
                  </a:lnTo>
                  <a:cubicBezTo>
                    <a:pt x="1" y="8012"/>
                    <a:pt x="1" y="8176"/>
                    <a:pt x="164" y="8176"/>
                  </a:cubicBezTo>
                  <a:lnTo>
                    <a:pt x="328" y="8176"/>
                  </a:lnTo>
                  <a:cubicBezTo>
                    <a:pt x="491" y="8176"/>
                    <a:pt x="491" y="8176"/>
                    <a:pt x="655" y="8012"/>
                  </a:cubicBezTo>
                  <a:lnTo>
                    <a:pt x="2862" y="491"/>
                  </a:lnTo>
                  <a:cubicBezTo>
                    <a:pt x="2862" y="328"/>
                    <a:pt x="2698" y="164"/>
                    <a:pt x="2535"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97"/>
            <p:cNvSpPr/>
            <p:nvPr/>
          </p:nvSpPr>
          <p:spPr>
            <a:xfrm>
              <a:off x="8788417" y="298310"/>
              <a:ext cx="1027193" cy="2682583"/>
            </a:xfrm>
            <a:custGeom>
              <a:rect b="b" l="l" r="r" t="t"/>
              <a:pathLst>
                <a:path extrusionOk="0" h="68961" w="26406">
                  <a:moveTo>
                    <a:pt x="18871" y="0"/>
                  </a:moveTo>
                  <a:cubicBezTo>
                    <a:pt x="18467" y="0"/>
                    <a:pt x="18069" y="86"/>
                    <a:pt x="17699" y="277"/>
                  </a:cubicBezTo>
                  <a:cubicBezTo>
                    <a:pt x="17004" y="604"/>
                    <a:pt x="16514" y="1462"/>
                    <a:pt x="16187" y="2321"/>
                  </a:cubicBezTo>
                  <a:cubicBezTo>
                    <a:pt x="14961" y="6081"/>
                    <a:pt x="16841" y="10495"/>
                    <a:pt x="15165" y="14256"/>
                  </a:cubicBezTo>
                  <a:cubicBezTo>
                    <a:pt x="14143" y="16299"/>
                    <a:pt x="12100" y="17648"/>
                    <a:pt x="11241" y="19856"/>
                  </a:cubicBezTo>
                  <a:cubicBezTo>
                    <a:pt x="10056" y="23085"/>
                    <a:pt x="12263" y="26845"/>
                    <a:pt x="11568" y="30237"/>
                  </a:cubicBezTo>
                  <a:cubicBezTo>
                    <a:pt x="10710" y="35715"/>
                    <a:pt x="3230" y="39434"/>
                    <a:pt x="4742" y="44707"/>
                  </a:cubicBezTo>
                  <a:cubicBezTo>
                    <a:pt x="5437" y="47282"/>
                    <a:pt x="8176" y="49326"/>
                    <a:pt x="7317" y="51696"/>
                  </a:cubicBezTo>
                  <a:cubicBezTo>
                    <a:pt x="6786" y="53740"/>
                    <a:pt x="4415" y="54435"/>
                    <a:pt x="2699" y="55784"/>
                  </a:cubicBezTo>
                  <a:cubicBezTo>
                    <a:pt x="859" y="57173"/>
                    <a:pt x="1" y="59708"/>
                    <a:pt x="491" y="62078"/>
                  </a:cubicBezTo>
                  <a:cubicBezTo>
                    <a:pt x="1023" y="64326"/>
                    <a:pt x="2903" y="66166"/>
                    <a:pt x="5110" y="66861"/>
                  </a:cubicBezTo>
                  <a:lnTo>
                    <a:pt x="12263" y="68741"/>
                  </a:lnTo>
                  <a:cubicBezTo>
                    <a:pt x="12754" y="68891"/>
                    <a:pt x="13251" y="68961"/>
                    <a:pt x="13745" y="68961"/>
                  </a:cubicBezTo>
                  <a:cubicBezTo>
                    <a:pt x="17699" y="68961"/>
                    <a:pt x="21473" y="64472"/>
                    <a:pt x="20274" y="60402"/>
                  </a:cubicBezTo>
                  <a:cubicBezTo>
                    <a:pt x="19580" y="58195"/>
                    <a:pt x="17536" y="56152"/>
                    <a:pt x="17699" y="53577"/>
                  </a:cubicBezTo>
                  <a:cubicBezTo>
                    <a:pt x="18026" y="50020"/>
                    <a:pt x="23340" y="48140"/>
                    <a:pt x="23136" y="44380"/>
                  </a:cubicBezTo>
                  <a:cubicBezTo>
                    <a:pt x="23136" y="42663"/>
                    <a:pt x="21787" y="41314"/>
                    <a:pt x="21460" y="39598"/>
                  </a:cubicBezTo>
                  <a:cubicBezTo>
                    <a:pt x="20070" y="35183"/>
                    <a:pt x="25016" y="31259"/>
                    <a:pt x="25711" y="26681"/>
                  </a:cubicBezTo>
                  <a:cubicBezTo>
                    <a:pt x="26406" y="22758"/>
                    <a:pt x="23667" y="18997"/>
                    <a:pt x="23340" y="14910"/>
                  </a:cubicBezTo>
                  <a:cubicBezTo>
                    <a:pt x="22645" y="10332"/>
                    <a:pt x="24852" y="4855"/>
                    <a:pt x="21787" y="1462"/>
                  </a:cubicBezTo>
                  <a:cubicBezTo>
                    <a:pt x="21045" y="602"/>
                    <a:pt x="19938" y="0"/>
                    <a:pt x="18871" y="0"/>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97"/>
            <p:cNvSpPr/>
            <p:nvPr/>
          </p:nvSpPr>
          <p:spPr>
            <a:xfrm>
              <a:off x="9179562" y="495109"/>
              <a:ext cx="410278" cy="2370722"/>
            </a:xfrm>
            <a:custGeom>
              <a:rect b="b" l="l" r="r" t="t"/>
              <a:pathLst>
                <a:path extrusionOk="0" h="60944" w="10547">
                  <a:moveTo>
                    <a:pt x="10383" y="0"/>
                  </a:moveTo>
                  <a:cubicBezTo>
                    <a:pt x="10219" y="0"/>
                    <a:pt x="10015" y="0"/>
                    <a:pt x="10015" y="164"/>
                  </a:cubicBezTo>
                  <a:cubicBezTo>
                    <a:pt x="10015" y="491"/>
                    <a:pt x="7971" y="19906"/>
                    <a:pt x="5437" y="37277"/>
                  </a:cubicBezTo>
                  <a:lnTo>
                    <a:pt x="2045" y="32168"/>
                  </a:lnTo>
                  <a:cubicBezTo>
                    <a:pt x="2045" y="32168"/>
                    <a:pt x="2045" y="32004"/>
                    <a:pt x="1840" y="32004"/>
                  </a:cubicBezTo>
                  <a:lnTo>
                    <a:pt x="1677" y="32168"/>
                  </a:lnTo>
                  <a:cubicBezTo>
                    <a:pt x="1677" y="32168"/>
                    <a:pt x="1513" y="32331"/>
                    <a:pt x="1677" y="32495"/>
                  </a:cubicBezTo>
                  <a:lnTo>
                    <a:pt x="5274" y="37972"/>
                  </a:lnTo>
                  <a:lnTo>
                    <a:pt x="5437" y="37972"/>
                  </a:lnTo>
                  <a:cubicBezTo>
                    <a:pt x="4579" y="43408"/>
                    <a:pt x="3720" y="48518"/>
                    <a:pt x="2862" y="52768"/>
                  </a:cubicBezTo>
                  <a:lnTo>
                    <a:pt x="491" y="47332"/>
                  </a:lnTo>
                  <a:cubicBezTo>
                    <a:pt x="491" y="47169"/>
                    <a:pt x="328" y="47169"/>
                    <a:pt x="328" y="47169"/>
                  </a:cubicBezTo>
                  <a:lnTo>
                    <a:pt x="164" y="47169"/>
                  </a:lnTo>
                  <a:cubicBezTo>
                    <a:pt x="1" y="47169"/>
                    <a:pt x="1" y="47332"/>
                    <a:pt x="1" y="47496"/>
                  </a:cubicBezTo>
                  <a:lnTo>
                    <a:pt x="2699" y="53790"/>
                  </a:lnTo>
                  <a:cubicBezTo>
                    <a:pt x="2208" y="56692"/>
                    <a:pt x="1513" y="59063"/>
                    <a:pt x="1023" y="60943"/>
                  </a:cubicBezTo>
                  <a:lnTo>
                    <a:pt x="1513" y="60943"/>
                  </a:lnTo>
                  <a:cubicBezTo>
                    <a:pt x="2045" y="59267"/>
                    <a:pt x="2535" y="57019"/>
                    <a:pt x="3066" y="54485"/>
                  </a:cubicBezTo>
                  <a:lnTo>
                    <a:pt x="3393" y="54485"/>
                  </a:lnTo>
                  <a:cubicBezTo>
                    <a:pt x="3393" y="54485"/>
                    <a:pt x="3557" y="54322"/>
                    <a:pt x="3393" y="54158"/>
                  </a:cubicBezTo>
                  <a:lnTo>
                    <a:pt x="3230" y="53627"/>
                  </a:lnTo>
                  <a:cubicBezTo>
                    <a:pt x="6786" y="35560"/>
                    <a:pt x="10546" y="654"/>
                    <a:pt x="10546" y="164"/>
                  </a:cubicBezTo>
                  <a:cubicBezTo>
                    <a:pt x="10546" y="164"/>
                    <a:pt x="10546" y="0"/>
                    <a:pt x="10383"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97"/>
            <p:cNvSpPr/>
            <p:nvPr/>
          </p:nvSpPr>
          <p:spPr>
            <a:xfrm>
              <a:off x="9476919" y="1275805"/>
              <a:ext cx="179718" cy="225815"/>
            </a:xfrm>
            <a:custGeom>
              <a:rect b="b" l="l" r="r" t="t"/>
              <a:pathLst>
                <a:path extrusionOk="0" h="5805" w="4620">
                  <a:moveTo>
                    <a:pt x="4251" y="0"/>
                  </a:moveTo>
                  <a:cubicBezTo>
                    <a:pt x="4088" y="0"/>
                    <a:pt x="4088" y="0"/>
                    <a:pt x="4088" y="164"/>
                  </a:cubicBezTo>
                  <a:lnTo>
                    <a:pt x="0" y="5477"/>
                  </a:lnTo>
                  <a:cubicBezTo>
                    <a:pt x="0" y="5477"/>
                    <a:pt x="0" y="5641"/>
                    <a:pt x="164" y="5804"/>
                  </a:cubicBezTo>
                  <a:lnTo>
                    <a:pt x="532" y="5804"/>
                  </a:lnTo>
                  <a:lnTo>
                    <a:pt x="4415" y="368"/>
                  </a:lnTo>
                  <a:cubicBezTo>
                    <a:pt x="4619" y="368"/>
                    <a:pt x="4415" y="164"/>
                    <a:pt x="4415"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97"/>
            <p:cNvSpPr/>
            <p:nvPr/>
          </p:nvSpPr>
          <p:spPr>
            <a:xfrm>
              <a:off x="8106294" y="2865830"/>
              <a:ext cx="1510565" cy="1636134"/>
            </a:xfrm>
            <a:custGeom>
              <a:rect b="b" l="l" r="r" t="t"/>
              <a:pathLst>
                <a:path extrusionOk="0" h="42060" w="38832">
                  <a:moveTo>
                    <a:pt x="1" y="0"/>
                  </a:moveTo>
                  <a:lnTo>
                    <a:pt x="5437" y="42059"/>
                  </a:lnTo>
                  <a:lnTo>
                    <a:pt x="34744" y="42059"/>
                  </a:lnTo>
                  <a:lnTo>
                    <a:pt x="38831" y="0"/>
                  </a:ln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97"/>
            <p:cNvSpPr/>
            <p:nvPr/>
          </p:nvSpPr>
          <p:spPr>
            <a:xfrm>
              <a:off x="8522881" y="3144086"/>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97"/>
            <p:cNvSpPr/>
            <p:nvPr/>
          </p:nvSpPr>
          <p:spPr>
            <a:xfrm>
              <a:off x="8483163" y="3104329"/>
              <a:ext cx="79512" cy="562883"/>
            </a:xfrm>
            <a:custGeom>
              <a:rect b="b" l="l" r="r" t="t"/>
              <a:pathLst>
                <a:path extrusionOk="0" h="14470" w="2044">
                  <a:moveTo>
                    <a:pt x="1022" y="0"/>
                  </a:moveTo>
                  <a:cubicBezTo>
                    <a:pt x="327" y="0"/>
                    <a:pt x="0" y="368"/>
                    <a:pt x="0" y="1022"/>
                  </a:cubicBezTo>
                  <a:lnTo>
                    <a:pt x="0" y="13448"/>
                  </a:lnTo>
                  <a:cubicBezTo>
                    <a:pt x="0" y="13979"/>
                    <a:pt x="327" y="14470"/>
                    <a:pt x="1022" y="14470"/>
                  </a:cubicBezTo>
                  <a:cubicBezTo>
                    <a:pt x="1553" y="14470"/>
                    <a:pt x="2044" y="13979"/>
                    <a:pt x="2044" y="13448"/>
                  </a:cubicBezTo>
                  <a:lnTo>
                    <a:pt x="2044" y="1022"/>
                  </a:lnTo>
                  <a:cubicBezTo>
                    <a:pt x="2044" y="368"/>
                    <a:pt x="1553" y="0"/>
                    <a:pt x="1022" y="0"/>
                  </a:cubicBezTo>
                  <a:close/>
                </a:path>
              </a:pathLst>
            </a:custGeom>
            <a:solidFill>
              <a:schemeClr val="accent1">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7"/>
            <p:cNvSpPr/>
            <p:nvPr/>
          </p:nvSpPr>
          <p:spPr>
            <a:xfrm>
              <a:off x="9139845" y="3031196"/>
              <a:ext cx="79512" cy="564478"/>
            </a:xfrm>
            <a:custGeom>
              <a:rect b="b" l="l" r="r" t="t"/>
              <a:pathLst>
                <a:path extrusionOk="0" h="14511" w="2044">
                  <a:moveTo>
                    <a:pt x="1022" y="0"/>
                  </a:moveTo>
                  <a:cubicBezTo>
                    <a:pt x="491" y="0"/>
                    <a:pt x="0" y="368"/>
                    <a:pt x="0" y="1022"/>
                  </a:cubicBezTo>
                  <a:lnTo>
                    <a:pt x="0" y="13488"/>
                  </a:lnTo>
                  <a:cubicBezTo>
                    <a:pt x="0" y="13979"/>
                    <a:pt x="491" y="14510"/>
                    <a:pt x="1022" y="14510"/>
                  </a:cubicBezTo>
                  <a:cubicBezTo>
                    <a:pt x="1512" y="14510"/>
                    <a:pt x="2044" y="13979"/>
                    <a:pt x="2044" y="13488"/>
                  </a:cubicBezTo>
                  <a:lnTo>
                    <a:pt x="2044" y="1022"/>
                  </a:lnTo>
                  <a:cubicBezTo>
                    <a:pt x="2044" y="368"/>
                    <a:pt x="1512" y="0"/>
                    <a:pt x="1022" y="0"/>
                  </a:cubicBezTo>
                  <a:close/>
                </a:path>
              </a:pathLst>
            </a:custGeom>
            <a:solidFill>
              <a:schemeClr val="accent2">
                <a:alpha val="5372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97"/>
            <p:cNvSpPr/>
            <p:nvPr/>
          </p:nvSpPr>
          <p:spPr>
            <a:xfrm>
              <a:off x="8993540" y="3323729"/>
              <a:ext cx="79551" cy="562922"/>
            </a:xfrm>
            <a:custGeom>
              <a:rect b="b" l="l" r="r" t="t"/>
              <a:pathLst>
                <a:path extrusionOk="0" h="14471" w="2045">
                  <a:moveTo>
                    <a:pt x="1022" y="1"/>
                  </a:moveTo>
                  <a:cubicBezTo>
                    <a:pt x="491" y="1"/>
                    <a:pt x="1" y="328"/>
                    <a:pt x="1" y="1023"/>
                  </a:cubicBezTo>
                  <a:lnTo>
                    <a:pt x="1" y="13448"/>
                  </a:lnTo>
                  <a:cubicBezTo>
                    <a:pt x="1" y="14143"/>
                    <a:pt x="491" y="14470"/>
                    <a:pt x="1022" y="14470"/>
                  </a:cubicBezTo>
                  <a:cubicBezTo>
                    <a:pt x="1513" y="14470"/>
                    <a:pt x="2044" y="14143"/>
                    <a:pt x="2044" y="13448"/>
                  </a:cubicBezTo>
                  <a:lnTo>
                    <a:pt x="2044" y="1023"/>
                  </a:lnTo>
                  <a:cubicBezTo>
                    <a:pt x="2044" y="328"/>
                    <a:pt x="1513" y="1"/>
                    <a:pt x="1022" y="1"/>
                  </a:cubicBezTo>
                  <a:close/>
                </a:path>
              </a:pathLst>
            </a:custGeom>
            <a:solidFill>
              <a:schemeClr val="accent2">
                <a:alpha val="5372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97"/>
            <p:cNvSpPr/>
            <p:nvPr/>
          </p:nvSpPr>
          <p:spPr>
            <a:xfrm>
              <a:off x="9165286" y="3733975"/>
              <a:ext cx="79512" cy="569263"/>
            </a:xfrm>
            <a:custGeom>
              <a:rect b="b" l="l" r="r" t="t"/>
              <a:pathLst>
                <a:path extrusionOk="0" h="14634" w="2044">
                  <a:moveTo>
                    <a:pt x="1022" y="0"/>
                  </a:moveTo>
                  <a:cubicBezTo>
                    <a:pt x="368" y="0"/>
                    <a:pt x="0" y="532"/>
                    <a:pt x="0" y="1022"/>
                  </a:cubicBezTo>
                  <a:lnTo>
                    <a:pt x="0" y="13611"/>
                  </a:lnTo>
                  <a:cubicBezTo>
                    <a:pt x="0" y="14143"/>
                    <a:pt x="368" y="14633"/>
                    <a:pt x="1022" y="14633"/>
                  </a:cubicBezTo>
                  <a:cubicBezTo>
                    <a:pt x="1553" y="14633"/>
                    <a:pt x="2044" y="14143"/>
                    <a:pt x="2044" y="13611"/>
                  </a:cubicBezTo>
                  <a:lnTo>
                    <a:pt x="2044" y="1022"/>
                  </a:lnTo>
                  <a:cubicBezTo>
                    <a:pt x="2044" y="532"/>
                    <a:pt x="1553" y="0"/>
                    <a:pt x="1022" y="0"/>
                  </a:cubicBezTo>
                  <a:close/>
                </a:path>
              </a:pathLst>
            </a:custGeom>
            <a:solidFill>
              <a:schemeClr val="accent2">
                <a:alpha val="53725"/>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 name="Google Shape;69;p97"/>
          <p:cNvGrpSpPr/>
          <p:nvPr/>
        </p:nvGrpSpPr>
        <p:grpSpPr>
          <a:xfrm>
            <a:off x="-400231" y="71459"/>
            <a:ext cx="9944461" cy="5619869"/>
            <a:chOff x="-1009131" y="114298"/>
            <a:chExt cx="11162264" cy="5619869"/>
          </a:xfrm>
        </p:grpSpPr>
        <p:grpSp>
          <p:nvGrpSpPr>
            <p:cNvPr id="70" name="Google Shape;70;p97"/>
            <p:cNvGrpSpPr/>
            <p:nvPr/>
          </p:nvGrpSpPr>
          <p:grpSpPr>
            <a:xfrm>
              <a:off x="-1009131" y="114298"/>
              <a:ext cx="11162264" cy="5619869"/>
              <a:chOff x="-852900" y="114300"/>
              <a:chExt cx="10849790" cy="6172288"/>
            </a:xfrm>
          </p:grpSpPr>
          <p:sp>
            <p:nvSpPr>
              <p:cNvPr id="71" name="Google Shape;71;p97"/>
              <p:cNvSpPr/>
              <p:nvPr/>
            </p:nvSpPr>
            <p:spPr>
              <a:xfrm>
                <a:off x="-845014" y="129282"/>
                <a:ext cx="10826179" cy="6147915"/>
              </a:xfrm>
              <a:custGeom>
                <a:rect b="b" l="l" r="r" t="t"/>
                <a:pathLst>
                  <a:path extrusionOk="0" h="134190" w="225135">
                    <a:moveTo>
                      <a:pt x="41896" y="1"/>
                    </a:moveTo>
                    <a:cubicBezTo>
                      <a:pt x="37114" y="1"/>
                      <a:pt x="33190" y="3924"/>
                      <a:pt x="33190" y="8707"/>
                    </a:cubicBezTo>
                    <a:lnTo>
                      <a:pt x="33190" y="102349"/>
                    </a:lnTo>
                    <a:lnTo>
                      <a:pt x="1676" y="125197"/>
                    </a:lnTo>
                    <a:lnTo>
                      <a:pt x="2044" y="125197"/>
                    </a:lnTo>
                    <a:cubicBezTo>
                      <a:pt x="859" y="126015"/>
                      <a:pt x="0" y="127568"/>
                      <a:pt x="0" y="129081"/>
                    </a:cubicBezTo>
                    <a:cubicBezTo>
                      <a:pt x="0" y="131819"/>
                      <a:pt x="2371" y="134190"/>
                      <a:pt x="5109" y="134190"/>
                    </a:cubicBezTo>
                    <a:lnTo>
                      <a:pt x="220188" y="134190"/>
                    </a:lnTo>
                    <a:cubicBezTo>
                      <a:pt x="222927" y="134190"/>
                      <a:pt x="225134" y="131819"/>
                      <a:pt x="225134" y="129081"/>
                    </a:cubicBezTo>
                    <a:cubicBezTo>
                      <a:pt x="225134" y="127732"/>
                      <a:pt x="224644" y="126383"/>
                      <a:pt x="223622" y="125524"/>
                    </a:cubicBezTo>
                    <a:lnTo>
                      <a:pt x="223785" y="125524"/>
                    </a:lnTo>
                    <a:lnTo>
                      <a:pt x="192762" y="102349"/>
                    </a:lnTo>
                    <a:lnTo>
                      <a:pt x="192762" y="8707"/>
                    </a:lnTo>
                    <a:cubicBezTo>
                      <a:pt x="192762" y="3924"/>
                      <a:pt x="188879" y="1"/>
                      <a:pt x="18409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97"/>
              <p:cNvSpPr/>
              <p:nvPr/>
            </p:nvSpPr>
            <p:spPr>
              <a:xfrm>
                <a:off x="-852900" y="114300"/>
                <a:ext cx="10849790" cy="6172288"/>
              </a:xfrm>
              <a:custGeom>
                <a:rect b="b" l="l" r="r" t="t"/>
                <a:pathLst>
                  <a:path extrusionOk="0" h="134722" w="225626">
                    <a:moveTo>
                      <a:pt x="184261" y="491"/>
                    </a:moveTo>
                    <a:cubicBezTo>
                      <a:pt x="186468" y="491"/>
                      <a:pt x="188675" y="1513"/>
                      <a:pt x="190228" y="3066"/>
                    </a:cubicBezTo>
                    <a:cubicBezTo>
                      <a:pt x="191577" y="4578"/>
                      <a:pt x="192599" y="6622"/>
                      <a:pt x="192599" y="9034"/>
                    </a:cubicBezTo>
                    <a:lnTo>
                      <a:pt x="192599" y="102839"/>
                    </a:lnTo>
                    <a:lnTo>
                      <a:pt x="223381" y="125714"/>
                    </a:lnTo>
                    <a:lnTo>
                      <a:pt x="223581" y="126015"/>
                    </a:lnTo>
                    <a:cubicBezTo>
                      <a:pt x="224440" y="126873"/>
                      <a:pt x="225135" y="128059"/>
                      <a:pt x="225135" y="129408"/>
                    </a:cubicBezTo>
                    <a:cubicBezTo>
                      <a:pt x="225135" y="130797"/>
                      <a:pt x="224603" y="131983"/>
                      <a:pt x="223581" y="132841"/>
                    </a:cubicBezTo>
                    <a:cubicBezTo>
                      <a:pt x="222764" y="133699"/>
                      <a:pt x="221538" y="134190"/>
                      <a:pt x="220352" y="134190"/>
                    </a:cubicBezTo>
                    <a:lnTo>
                      <a:pt x="5273" y="134190"/>
                    </a:lnTo>
                    <a:cubicBezTo>
                      <a:pt x="3884" y="134190"/>
                      <a:pt x="2698" y="133699"/>
                      <a:pt x="1840" y="132841"/>
                    </a:cubicBezTo>
                    <a:cubicBezTo>
                      <a:pt x="1023" y="131983"/>
                      <a:pt x="491" y="130797"/>
                      <a:pt x="491" y="129408"/>
                    </a:cubicBezTo>
                    <a:cubicBezTo>
                      <a:pt x="491" y="127895"/>
                      <a:pt x="1186" y="126546"/>
                      <a:pt x="2371" y="125688"/>
                    </a:cubicBezTo>
                    <a:lnTo>
                      <a:pt x="2862" y="125157"/>
                    </a:lnTo>
                    <a:lnTo>
                      <a:pt x="2698" y="125157"/>
                    </a:lnTo>
                    <a:lnTo>
                      <a:pt x="33722" y="102839"/>
                    </a:lnTo>
                    <a:lnTo>
                      <a:pt x="33722" y="9034"/>
                    </a:lnTo>
                    <a:cubicBezTo>
                      <a:pt x="33722" y="6622"/>
                      <a:pt x="34539" y="4578"/>
                      <a:pt x="36092" y="3066"/>
                    </a:cubicBezTo>
                    <a:cubicBezTo>
                      <a:pt x="37605" y="1513"/>
                      <a:pt x="39853" y="491"/>
                      <a:pt x="42060" y="491"/>
                    </a:cubicBezTo>
                    <a:close/>
                    <a:moveTo>
                      <a:pt x="42060" y="1"/>
                    </a:moveTo>
                    <a:cubicBezTo>
                      <a:pt x="37114" y="1"/>
                      <a:pt x="33190" y="4088"/>
                      <a:pt x="33190" y="9034"/>
                    </a:cubicBezTo>
                    <a:lnTo>
                      <a:pt x="33190" y="102676"/>
                    </a:lnTo>
                    <a:lnTo>
                      <a:pt x="1023" y="125688"/>
                    </a:lnTo>
                    <a:lnTo>
                      <a:pt x="1589" y="125688"/>
                    </a:lnTo>
                    <a:cubicBezTo>
                      <a:pt x="620" y="126584"/>
                      <a:pt x="1" y="127949"/>
                      <a:pt x="1" y="129408"/>
                    </a:cubicBezTo>
                    <a:cubicBezTo>
                      <a:pt x="1" y="132310"/>
                      <a:pt x="2371" y="134721"/>
                      <a:pt x="5273" y="134721"/>
                    </a:cubicBezTo>
                    <a:lnTo>
                      <a:pt x="220352" y="134721"/>
                    </a:lnTo>
                    <a:cubicBezTo>
                      <a:pt x="223254" y="134721"/>
                      <a:pt x="225625" y="132310"/>
                      <a:pt x="225625" y="129408"/>
                    </a:cubicBezTo>
                    <a:cubicBezTo>
                      <a:pt x="225625" y="128054"/>
                      <a:pt x="225101" y="126962"/>
                      <a:pt x="224258" y="126015"/>
                    </a:cubicBezTo>
                    <a:lnTo>
                      <a:pt x="224603" y="126015"/>
                    </a:lnTo>
                    <a:lnTo>
                      <a:pt x="223949" y="125530"/>
                    </a:lnTo>
                    <a:lnTo>
                      <a:pt x="223949" y="125530"/>
                    </a:lnTo>
                    <a:lnTo>
                      <a:pt x="223949" y="125524"/>
                    </a:lnTo>
                    <a:lnTo>
                      <a:pt x="223942" y="125524"/>
                    </a:lnTo>
                    <a:lnTo>
                      <a:pt x="193130" y="102676"/>
                    </a:lnTo>
                    <a:lnTo>
                      <a:pt x="193130" y="9034"/>
                    </a:lnTo>
                    <a:cubicBezTo>
                      <a:pt x="193130" y="4088"/>
                      <a:pt x="189043" y="1"/>
                      <a:pt x="184261"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97"/>
              <p:cNvSpPr/>
              <p:nvPr/>
            </p:nvSpPr>
            <p:spPr>
              <a:xfrm>
                <a:off x="-27366" y="4975819"/>
                <a:ext cx="9247851" cy="702298"/>
              </a:xfrm>
              <a:custGeom>
                <a:rect b="b" l="l" r="r" t="t"/>
                <a:pathLst>
                  <a:path extrusionOk="0" h="15329" w="192313">
                    <a:moveTo>
                      <a:pt x="20806" y="164"/>
                    </a:moveTo>
                    <a:lnTo>
                      <a:pt x="44043" y="327"/>
                    </a:lnTo>
                    <a:lnTo>
                      <a:pt x="43777" y="327"/>
                    </a:lnTo>
                    <a:lnTo>
                      <a:pt x="42428" y="1840"/>
                    </a:lnTo>
                    <a:lnTo>
                      <a:pt x="30329" y="1676"/>
                    </a:lnTo>
                    <a:lnTo>
                      <a:pt x="32046" y="327"/>
                    </a:lnTo>
                    <a:lnTo>
                      <a:pt x="31188" y="327"/>
                    </a:lnTo>
                    <a:lnTo>
                      <a:pt x="29471" y="1676"/>
                    </a:lnTo>
                    <a:lnTo>
                      <a:pt x="18925" y="1676"/>
                    </a:lnTo>
                    <a:lnTo>
                      <a:pt x="20806" y="164"/>
                    </a:lnTo>
                    <a:close/>
                    <a:moveTo>
                      <a:pt x="44632" y="332"/>
                    </a:moveTo>
                    <a:lnTo>
                      <a:pt x="67279" y="491"/>
                    </a:lnTo>
                    <a:lnTo>
                      <a:pt x="66625" y="2044"/>
                    </a:lnTo>
                    <a:lnTo>
                      <a:pt x="55876" y="2044"/>
                    </a:lnTo>
                    <a:lnTo>
                      <a:pt x="56897" y="491"/>
                    </a:lnTo>
                    <a:lnTo>
                      <a:pt x="56039" y="491"/>
                    </a:lnTo>
                    <a:lnTo>
                      <a:pt x="55017" y="1840"/>
                    </a:lnTo>
                    <a:lnTo>
                      <a:pt x="43286" y="1840"/>
                    </a:lnTo>
                    <a:lnTo>
                      <a:pt x="44632" y="332"/>
                    </a:lnTo>
                    <a:close/>
                    <a:moveTo>
                      <a:pt x="68138" y="491"/>
                    </a:moveTo>
                    <a:lnTo>
                      <a:pt x="80073" y="654"/>
                    </a:lnTo>
                    <a:lnTo>
                      <a:pt x="79542" y="2208"/>
                    </a:lnTo>
                    <a:lnTo>
                      <a:pt x="67443" y="2044"/>
                    </a:lnTo>
                    <a:lnTo>
                      <a:pt x="68138" y="491"/>
                    </a:lnTo>
                    <a:close/>
                    <a:moveTo>
                      <a:pt x="80727" y="654"/>
                    </a:moveTo>
                    <a:lnTo>
                      <a:pt x="92335" y="818"/>
                    </a:lnTo>
                    <a:lnTo>
                      <a:pt x="92335" y="2208"/>
                    </a:lnTo>
                    <a:lnTo>
                      <a:pt x="80400" y="2208"/>
                    </a:lnTo>
                    <a:lnTo>
                      <a:pt x="80727" y="654"/>
                    </a:lnTo>
                    <a:close/>
                    <a:moveTo>
                      <a:pt x="104597" y="818"/>
                    </a:moveTo>
                    <a:lnTo>
                      <a:pt x="104761" y="2371"/>
                    </a:lnTo>
                    <a:lnTo>
                      <a:pt x="93194" y="2208"/>
                    </a:lnTo>
                    <a:lnTo>
                      <a:pt x="93194" y="818"/>
                    </a:lnTo>
                    <a:close/>
                    <a:moveTo>
                      <a:pt x="105456" y="818"/>
                    </a:moveTo>
                    <a:lnTo>
                      <a:pt x="116492" y="1022"/>
                    </a:lnTo>
                    <a:lnTo>
                      <a:pt x="116860" y="2371"/>
                    </a:lnTo>
                    <a:lnTo>
                      <a:pt x="105619" y="2371"/>
                    </a:lnTo>
                    <a:lnTo>
                      <a:pt x="105456" y="818"/>
                    </a:lnTo>
                    <a:close/>
                    <a:moveTo>
                      <a:pt x="128100" y="1022"/>
                    </a:moveTo>
                    <a:lnTo>
                      <a:pt x="128754" y="2535"/>
                    </a:lnTo>
                    <a:lnTo>
                      <a:pt x="117718" y="2371"/>
                    </a:lnTo>
                    <a:lnTo>
                      <a:pt x="117187" y="1022"/>
                    </a:lnTo>
                    <a:close/>
                    <a:moveTo>
                      <a:pt x="128958" y="1022"/>
                    </a:moveTo>
                    <a:lnTo>
                      <a:pt x="139504" y="1186"/>
                    </a:lnTo>
                    <a:lnTo>
                      <a:pt x="140526" y="2535"/>
                    </a:lnTo>
                    <a:lnTo>
                      <a:pt x="129612" y="2535"/>
                    </a:lnTo>
                    <a:lnTo>
                      <a:pt x="128958" y="1022"/>
                    </a:lnTo>
                    <a:close/>
                    <a:moveTo>
                      <a:pt x="150744" y="1186"/>
                    </a:moveTo>
                    <a:lnTo>
                      <a:pt x="151929" y="2698"/>
                    </a:lnTo>
                    <a:lnTo>
                      <a:pt x="141220" y="2535"/>
                    </a:lnTo>
                    <a:lnTo>
                      <a:pt x="140362" y="1186"/>
                    </a:lnTo>
                    <a:close/>
                    <a:moveTo>
                      <a:pt x="151439" y="1186"/>
                    </a:moveTo>
                    <a:lnTo>
                      <a:pt x="162843" y="1349"/>
                    </a:lnTo>
                    <a:lnTo>
                      <a:pt x="164355" y="2698"/>
                    </a:lnTo>
                    <a:lnTo>
                      <a:pt x="152624" y="2698"/>
                    </a:lnTo>
                    <a:lnTo>
                      <a:pt x="151439" y="1186"/>
                    </a:lnTo>
                    <a:close/>
                    <a:moveTo>
                      <a:pt x="163701" y="1349"/>
                    </a:moveTo>
                    <a:lnTo>
                      <a:pt x="174574" y="1513"/>
                    </a:lnTo>
                    <a:lnTo>
                      <a:pt x="176290" y="2862"/>
                    </a:lnTo>
                    <a:lnTo>
                      <a:pt x="165050" y="2698"/>
                    </a:lnTo>
                    <a:lnTo>
                      <a:pt x="163701" y="1349"/>
                    </a:lnTo>
                    <a:close/>
                    <a:moveTo>
                      <a:pt x="18598" y="1840"/>
                    </a:moveTo>
                    <a:lnTo>
                      <a:pt x="29307" y="2044"/>
                    </a:lnTo>
                    <a:lnTo>
                      <a:pt x="27427" y="3556"/>
                    </a:lnTo>
                    <a:lnTo>
                      <a:pt x="16350" y="3556"/>
                    </a:lnTo>
                    <a:lnTo>
                      <a:pt x="18598" y="1840"/>
                    </a:lnTo>
                    <a:close/>
                    <a:moveTo>
                      <a:pt x="42265" y="2044"/>
                    </a:moveTo>
                    <a:lnTo>
                      <a:pt x="40711" y="3720"/>
                    </a:lnTo>
                    <a:lnTo>
                      <a:pt x="28286" y="3556"/>
                    </a:lnTo>
                    <a:lnTo>
                      <a:pt x="30166" y="2044"/>
                    </a:lnTo>
                    <a:close/>
                    <a:moveTo>
                      <a:pt x="43123" y="2044"/>
                    </a:moveTo>
                    <a:lnTo>
                      <a:pt x="54854" y="2208"/>
                    </a:lnTo>
                    <a:lnTo>
                      <a:pt x="53832" y="3720"/>
                    </a:lnTo>
                    <a:lnTo>
                      <a:pt x="41733" y="3720"/>
                    </a:lnTo>
                    <a:lnTo>
                      <a:pt x="43123" y="2044"/>
                    </a:lnTo>
                    <a:close/>
                    <a:moveTo>
                      <a:pt x="66421" y="2208"/>
                    </a:moveTo>
                    <a:lnTo>
                      <a:pt x="65604" y="3883"/>
                    </a:lnTo>
                    <a:lnTo>
                      <a:pt x="54690" y="3720"/>
                    </a:lnTo>
                    <a:lnTo>
                      <a:pt x="55876" y="2208"/>
                    </a:lnTo>
                    <a:close/>
                    <a:moveTo>
                      <a:pt x="67279" y="2208"/>
                    </a:moveTo>
                    <a:lnTo>
                      <a:pt x="79542" y="2371"/>
                    </a:lnTo>
                    <a:lnTo>
                      <a:pt x="79051" y="3883"/>
                    </a:lnTo>
                    <a:lnTo>
                      <a:pt x="66625" y="3883"/>
                    </a:lnTo>
                    <a:lnTo>
                      <a:pt x="67279" y="2208"/>
                    </a:lnTo>
                    <a:close/>
                    <a:moveTo>
                      <a:pt x="92335" y="2371"/>
                    </a:moveTo>
                    <a:lnTo>
                      <a:pt x="92172" y="4088"/>
                    </a:lnTo>
                    <a:lnTo>
                      <a:pt x="79909" y="3883"/>
                    </a:lnTo>
                    <a:lnTo>
                      <a:pt x="80400" y="2371"/>
                    </a:lnTo>
                    <a:close/>
                    <a:moveTo>
                      <a:pt x="93194" y="2371"/>
                    </a:moveTo>
                    <a:lnTo>
                      <a:pt x="104761" y="2535"/>
                    </a:lnTo>
                    <a:lnTo>
                      <a:pt x="104924" y="4088"/>
                    </a:lnTo>
                    <a:lnTo>
                      <a:pt x="92989" y="4088"/>
                    </a:lnTo>
                    <a:lnTo>
                      <a:pt x="93194" y="2371"/>
                    </a:lnTo>
                    <a:close/>
                    <a:moveTo>
                      <a:pt x="117023" y="2535"/>
                    </a:moveTo>
                    <a:lnTo>
                      <a:pt x="117514" y="4088"/>
                    </a:lnTo>
                    <a:lnTo>
                      <a:pt x="105783" y="4088"/>
                    </a:lnTo>
                    <a:lnTo>
                      <a:pt x="105619" y="2535"/>
                    </a:lnTo>
                    <a:close/>
                    <a:moveTo>
                      <a:pt x="117718" y="2535"/>
                    </a:moveTo>
                    <a:lnTo>
                      <a:pt x="128958" y="2698"/>
                    </a:lnTo>
                    <a:lnTo>
                      <a:pt x="129776" y="4251"/>
                    </a:lnTo>
                    <a:lnTo>
                      <a:pt x="118372" y="4088"/>
                    </a:lnTo>
                    <a:lnTo>
                      <a:pt x="117718" y="2535"/>
                    </a:lnTo>
                    <a:close/>
                    <a:moveTo>
                      <a:pt x="140689" y="2698"/>
                    </a:moveTo>
                    <a:lnTo>
                      <a:pt x="141711" y="4251"/>
                    </a:lnTo>
                    <a:lnTo>
                      <a:pt x="130471" y="4251"/>
                    </a:lnTo>
                    <a:lnTo>
                      <a:pt x="129776" y="2698"/>
                    </a:lnTo>
                    <a:close/>
                    <a:moveTo>
                      <a:pt x="141384" y="2698"/>
                    </a:moveTo>
                    <a:lnTo>
                      <a:pt x="152093" y="2862"/>
                    </a:lnTo>
                    <a:lnTo>
                      <a:pt x="153483" y="4415"/>
                    </a:lnTo>
                    <a:lnTo>
                      <a:pt x="153483" y="4415"/>
                    </a:lnTo>
                    <a:lnTo>
                      <a:pt x="142569" y="4251"/>
                    </a:lnTo>
                    <a:lnTo>
                      <a:pt x="141384" y="2698"/>
                    </a:lnTo>
                    <a:close/>
                    <a:moveTo>
                      <a:pt x="164519" y="2862"/>
                    </a:moveTo>
                    <a:lnTo>
                      <a:pt x="166235" y="4415"/>
                    </a:lnTo>
                    <a:lnTo>
                      <a:pt x="154137" y="4415"/>
                    </a:lnTo>
                    <a:lnTo>
                      <a:pt x="152788" y="2862"/>
                    </a:lnTo>
                    <a:close/>
                    <a:moveTo>
                      <a:pt x="165377" y="2862"/>
                    </a:moveTo>
                    <a:lnTo>
                      <a:pt x="176617" y="3066"/>
                    </a:lnTo>
                    <a:lnTo>
                      <a:pt x="178498" y="4415"/>
                    </a:lnTo>
                    <a:lnTo>
                      <a:pt x="166930" y="4415"/>
                    </a:lnTo>
                    <a:lnTo>
                      <a:pt x="165377" y="2862"/>
                    </a:lnTo>
                    <a:close/>
                    <a:moveTo>
                      <a:pt x="16187" y="3720"/>
                    </a:moveTo>
                    <a:lnTo>
                      <a:pt x="27100" y="3883"/>
                    </a:lnTo>
                    <a:lnTo>
                      <a:pt x="25220" y="5600"/>
                    </a:lnTo>
                    <a:lnTo>
                      <a:pt x="13816" y="5600"/>
                    </a:lnTo>
                    <a:lnTo>
                      <a:pt x="16187" y="3720"/>
                    </a:lnTo>
                    <a:close/>
                    <a:moveTo>
                      <a:pt x="40548" y="3883"/>
                    </a:moveTo>
                    <a:lnTo>
                      <a:pt x="39035" y="5600"/>
                    </a:lnTo>
                    <a:lnTo>
                      <a:pt x="26242" y="5600"/>
                    </a:lnTo>
                    <a:lnTo>
                      <a:pt x="28122" y="3883"/>
                    </a:lnTo>
                    <a:close/>
                    <a:moveTo>
                      <a:pt x="53668" y="3883"/>
                    </a:moveTo>
                    <a:lnTo>
                      <a:pt x="52483" y="5764"/>
                    </a:lnTo>
                    <a:lnTo>
                      <a:pt x="40057" y="5600"/>
                    </a:lnTo>
                    <a:lnTo>
                      <a:pt x="41570" y="3883"/>
                    </a:lnTo>
                    <a:close/>
                    <a:moveTo>
                      <a:pt x="54527" y="3883"/>
                    </a:moveTo>
                    <a:lnTo>
                      <a:pt x="65604" y="4088"/>
                    </a:lnTo>
                    <a:lnTo>
                      <a:pt x="64745" y="5764"/>
                    </a:lnTo>
                    <a:lnTo>
                      <a:pt x="53341" y="5764"/>
                    </a:lnTo>
                    <a:lnTo>
                      <a:pt x="54527" y="3883"/>
                    </a:lnTo>
                    <a:close/>
                    <a:moveTo>
                      <a:pt x="79051" y="4088"/>
                    </a:moveTo>
                    <a:lnTo>
                      <a:pt x="78520" y="5764"/>
                    </a:lnTo>
                    <a:lnTo>
                      <a:pt x="65604" y="5764"/>
                    </a:lnTo>
                    <a:lnTo>
                      <a:pt x="66421" y="4088"/>
                    </a:lnTo>
                    <a:close/>
                    <a:moveTo>
                      <a:pt x="79909" y="4088"/>
                    </a:moveTo>
                    <a:lnTo>
                      <a:pt x="92172" y="4251"/>
                    </a:lnTo>
                    <a:lnTo>
                      <a:pt x="91967" y="5927"/>
                    </a:lnTo>
                    <a:lnTo>
                      <a:pt x="79378" y="5764"/>
                    </a:lnTo>
                    <a:lnTo>
                      <a:pt x="79909" y="4088"/>
                    </a:lnTo>
                    <a:close/>
                    <a:moveTo>
                      <a:pt x="104924" y="4251"/>
                    </a:moveTo>
                    <a:lnTo>
                      <a:pt x="105088" y="5927"/>
                    </a:lnTo>
                    <a:lnTo>
                      <a:pt x="92826" y="5927"/>
                    </a:lnTo>
                    <a:lnTo>
                      <a:pt x="92989" y="4251"/>
                    </a:lnTo>
                    <a:close/>
                    <a:moveTo>
                      <a:pt x="105783" y="4251"/>
                    </a:moveTo>
                    <a:lnTo>
                      <a:pt x="117514" y="4415"/>
                    </a:lnTo>
                    <a:lnTo>
                      <a:pt x="118045" y="5927"/>
                    </a:lnTo>
                    <a:lnTo>
                      <a:pt x="106110" y="5927"/>
                    </a:lnTo>
                    <a:lnTo>
                      <a:pt x="105783" y="4251"/>
                    </a:lnTo>
                    <a:close/>
                    <a:moveTo>
                      <a:pt x="129776" y="4415"/>
                    </a:moveTo>
                    <a:lnTo>
                      <a:pt x="130634" y="5927"/>
                    </a:lnTo>
                    <a:lnTo>
                      <a:pt x="118903" y="5927"/>
                    </a:lnTo>
                    <a:lnTo>
                      <a:pt x="118372" y="4415"/>
                    </a:lnTo>
                    <a:close/>
                    <a:moveTo>
                      <a:pt x="141874" y="4415"/>
                    </a:moveTo>
                    <a:lnTo>
                      <a:pt x="142896" y="6131"/>
                    </a:lnTo>
                    <a:lnTo>
                      <a:pt x="131492" y="6131"/>
                    </a:lnTo>
                    <a:lnTo>
                      <a:pt x="130634" y="4415"/>
                    </a:lnTo>
                    <a:close/>
                    <a:moveTo>
                      <a:pt x="142569" y="4415"/>
                    </a:moveTo>
                    <a:lnTo>
                      <a:pt x="153646" y="4578"/>
                    </a:lnTo>
                    <a:lnTo>
                      <a:pt x="154995" y="6131"/>
                    </a:lnTo>
                    <a:lnTo>
                      <a:pt x="143755" y="6131"/>
                    </a:lnTo>
                    <a:lnTo>
                      <a:pt x="142569" y="4415"/>
                    </a:lnTo>
                    <a:close/>
                    <a:moveTo>
                      <a:pt x="166399" y="4578"/>
                    </a:moveTo>
                    <a:lnTo>
                      <a:pt x="168116" y="6131"/>
                    </a:lnTo>
                    <a:lnTo>
                      <a:pt x="155853" y="6131"/>
                    </a:lnTo>
                    <a:lnTo>
                      <a:pt x="154300" y="4578"/>
                    </a:lnTo>
                    <a:close/>
                    <a:moveTo>
                      <a:pt x="167094" y="4578"/>
                    </a:moveTo>
                    <a:lnTo>
                      <a:pt x="178661" y="4742"/>
                    </a:lnTo>
                    <a:lnTo>
                      <a:pt x="180705" y="6295"/>
                    </a:lnTo>
                    <a:lnTo>
                      <a:pt x="168974" y="6131"/>
                    </a:lnTo>
                    <a:lnTo>
                      <a:pt x="167094" y="4578"/>
                    </a:lnTo>
                    <a:close/>
                    <a:moveTo>
                      <a:pt x="24893" y="5764"/>
                    </a:moveTo>
                    <a:lnTo>
                      <a:pt x="22849" y="7644"/>
                    </a:lnTo>
                    <a:lnTo>
                      <a:pt x="11078" y="7644"/>
                    </a:lnTo>
                    <a:lnTo>
                      <a:pt x="13653" y="5764"/>
                    </a:lnTo>
                    <a:close/>
                    <a:moveTo>
                      <a:pt x="25915" y="5764"/>
                    </a:moveTo>
                    <a:lnTo>
                      <a:pt x="38831" y="5927"/>
                    </a:lnTo>
                    <a:lnTo>
                      <a:pt x="37155" y="7807"/>
                    </a:lnTo>
                    <a:lnTo>
                      <a:pt x="23871" y="7644"/>
                    </a:lnTo>
                    <a:lnTo>
                      <a:pt x="25915" y="5764"/>
                    </a:lnTo>
                    <a:close/>
                    <a:moveTo>
                      <a:pt x="52320" y="5927"/>
                    </a:moveTo>
                    <a:lnTo>
                      <a:pt x="51093" y="7807"/>
                    </a:lnTo>
                    <a:lnTo>
                      <a:pt x="38177" y="7807"/>
                    </a:lnTo>
                    <a:lnTo>
                      <a:pt x="39689" y="5927"/>
                    </a:lnTo>
                    <a:close/>
                    <a:moveTo>
                      <a:pt x="64582" y="5927"/>
                    </a:moveTo>
                    <a:lnTo>
                      <a:pt x="63723" y="7807"/>
                    </a:lnTo>
                    <a:lnTo>
                      <a:pt x="51952" y="7807"/>
                    </a:lnTo>
                    <a:lnTo>
                      <a:pt x="53341" y="5927"/>
                    </a:lnTo>
                    <a:close/>
                    <a:moveTo>
                      <a:pt x="65604" y="5927"/>
                    </a:moveTo>
                    <a:lnTo>
                      <a:pt x="78356" y="6131"/>
                    </a:lnTo>
                    <a:lnTo>
                      <a:pt x="77866" y="7807"/>
                    </a:lnTo>
                    <a:lnTo>
                      <a:pt x="64582" y="7807"/>
                    </a:lnTo>
                    <a:lnTo>
                      <a:pt x="65604" y="5927"/>
                    </a:lnTo>
                    <a:close/>
                    <a:moveTo>
                      <a:pt x="91967" y="6131"/>
                    </a:moveTo>
                    <a:lnTo>
                      <a:pt x="91804" y="7807"/>
                    </a:lnTo>
                    <a:lnTo>
                      <a:pt x="78888" y="7807"/>
                    </a:lnTo>
                    <a:lnTo>
                      <a:pt x="79378" y="6131"/>
                    </a:lnTo>
                    <a:close/>
                    <a:moveTo>
                      <a:pt x="105251" y="6131"/>
                    </a:moveTo>
                    <a:lnTo>
                      <a:pt x="105456" y="7971"/>
                    </a:lnTo>
                    <a:lnTo>
                      <a:pt x="105456" y="7971"/>
                    </a:lnTo>
                    <a:lnTo>
                      <a:pt x="92826" y="7807"/>
                    </a:lnTo>
                    <a:lnTo>
                      <a:pt x="92826" y="6131"/>
                    </a:lnTo>
                    <a:close/>
                    <a:moveTo>
                      <a:pt x="118208" y="6131"/>
                    </a:moveTo>
                    <a:lnTo>
                      <a:pt x="118740" y="7971"/>
                    </a:lnTo>
                    <a:lnTo>
                      <a:pt x="106273" y="7971"/>
                    </a:lnTo>
                    <a:lnTo>
                      <a:pt x="106110" y="6131"/>
                    </a:lnTo>
                    <a:close/>
                    <a:moveTo>
                      <a:pt x="119067" y="6131"/>
                    </a:moveTo>
                    <a:lnTo>
                      <a:pt x="130798" y="6295"/>
                    </a:lnTo>
                    <a:lnTo>
                      <a:pt x="131656" y="7971"/>
                    </a:lnTo>
                    <a:lnTo>
                      <a:pt x="119557" y="7971"/>
                    </a:lnTo>
                    <a:lnTo>
                      <a:pt x="119067" y="6131"/>
                    </a:lnTo>
                    <a:close/>
                    <a:moveTo>
                      <a:pt x="143060" y="6295"/>
                    </a:moveTo>
                    <a:lnTo>
                      <a:pt x="144286" y="7971"/>
                    </a:lnTo>
                    <a:lnTo>
                      <a:pt x="132514" y="7971"/>
                    </a:lnTo>
                    <a:lnTo>
                      <a:pt x="131656" y="6295"/>
                    </a:lnTo>
                    <a:close/>
                    <a:moveTo>
                      <a:pt x="155158" y="6295"/>
                    </a:moveTo>
                    <a:lnTo>
                      <a:pt x="156712" y="7971"/>
                    </a:lnTo>
                    <a:lnTo>
                      <a:pt x="145103" y="7971"/>
                    </a:lnTo>
                    <a:lnTo>
                      <a:pt x="143918" y="6295"/>
                    </a:lnTo>
                    <a:close/>
                    <a:moveTo>
                      <a:pt x="156017" y="6295"/>
                    </a:moveTo>
                    <a:lnTo>
                      <a:pt x="168279" y="6458"/>
                    </a:lnTo>
                    <a:lnTo>
                      <a:pt x="170159" y="7971"/>
                    </a:lnTo>
                    <a:lnTo>
                      <a:pt x="157570" y="7971"/>
                    </a:lnTo>
                    <a:lnTo>
                      <a:pt x="156017" y="6295"/>
                    </a:lnTo>
                    <a:close/>
                    <a:moveTo>
                      <a:pt x="180868" y="6458"/>
                    </a:moveTo>
                    <a:lnTo>
                      <a:pt x="183116" y="8175"/>
                    </a:lnTo>
                    <a:lnTo>
                      <a:pt x="171018" y="7971"/>
                    </a:lnTo>
                    <a:lnTo>
                      <a:pt x="169137" y="6458"/>
                    </a:lnTo>
                    <a:close/>
                    <a:moveTo>
                      <a:pt x="22686" y="7971"/>
                    </a:moveTo>
                    <a:lnTo>
                      <a:pt x="20274" y="10014"/>
                    </a:lnTo>
                    <a:lnTo>
                      <a:pt x="8176" y="10014"/>
                    </a:lnTo>
                    <a:lnTo>
                      <a:pt x="10751" y="7971"/>
                    </a:lnTo>
                    <a:close/>
                    <a:moveTo>
                      <a:pt x="36992" y="7971"/>
                    </a:moveTo>
                    <a:lnTo>
                      <a:pt x="35112" y="10014"/>
                    </a:lnTo>
                    <a:lnTo>
                      <a:pt x="21460" y="10014"/>
                    </a:lnTo>
                    <a:lnTo>
                      <a:pt x="23708" y="7971"/>
                    </a:lnTo>
                    <a:close/>
                    <a:moveTo>
                      <a:pt x="50930" y="7971"/>
                    </a:moveTo>
                    <a:lnTo>
                      <a:pt x="49581" y="10014"/>
                    </a:lnTo>
                    <a:lnTo>
                      <a:pt x="36133" y="10014"/>
                    </a:lnTo>
                    <a:lnTo>
                      <a:pt x="37809" y="7971"/>
                    </a:lnTo>
                    <a:close/>
                    <a:moveTo>
                      <a:pt x="63560" y="7971"/>
                    </a:moveTo>
                    <a:lnTo>
                      <a:pt x="62538" y="10014"/>
                    </a:lnTo>
                    <a:lnTo>
                      <a:pt x="50603" y="10014"/>
                    </a:lnTo>
                    <a:lnTo>
                      <a:pt x="51788" y="7971"/>
                    </a:lnTo>
                    <a:close/>
                    <a:moveTo>
                      <a:pt x="64582" y="7971"/>
                    </a:moveTo>
                    <a:lnTo>
                      <a:pt x="77866" y="8175"/>
                    </a:lnTo>
                    <a:lnTo>
                      <a:pt x="77334" y="10014"/>
                    </a:lnTo>
                    <a:lnTo>
                      <a:pt x="63560" y="10014"/>
                    </a:lnTo>
                    <a:lnTo>
                      <a:pt x="64582" y="7971"/>
                    </a:lnTo>
                    <a:close/>
                    <a:moveTo>
                      <a:pt x="91804" y="8175"/>
                    </a:moveTo>
                    <a:lnTo>
                      <a:pt x="91640" y="10014"/>
                    </a:lnTo>
                    <a:lnTo>
                      <a:pt x="78356" y="10014"/>
                    </a:lnTo>
                    <a:lnTo>
                      <a:pt x="78888" y="8175"/>
                    </a:lnTo>
                    <a:close/>
                    <a:moveTo>
                      <a:pt x="105456" y="8175"/>
                    </a:moveTo>
                    <a:lnTo>
                      <a:pt x="105619" y="10014"/>
                    </a:lnTo>
                    <a:lnTo>
                      <a:pt x="92662" y="10014"/>
                    </a:lnTo>
                    <a:lnTo>
                      <a:pt x="92662" y="8175"/>
                    </a:lnTo>
                    <a:close/>
                    <a:moveTo>
                      <a:pt x="118740" y="8175"/>
                    </a:moveTo>
                    <a:lnTo>
                      <a:pt x="119394" y="10014"/>
                    </a:lnTo>
                    <a:lnTo>
                      <a:pt x="106641" y="10014"/>
                    </a:lnTo>
                    <a:lnTo>
                      <a:pt x="106273" y="8175"/>
                    </a:lnTo>
                    <a:close/>
                    <a:moveTo>
                      <a:pt x="131819" y="8175"/>
                    </a:moveTo>
                    <a:lnTo>
                      <a:pt x="132678" y="10014"/>
                    </a:lnTo>
                    <a:lnTo>
                      <a:pt x="120252" y="10014"/>
                    </a:lnTo>
                    <a:lnTo>
                      <a:pt x="119557" y="8175"/>
                    </a:lnTo>
                    <a:close/>
                    <a:moveTo>
                      <a:pt x="144449" y="8175"/>
                    </a:moveTo>
                    <a:lnTo>
                      <a:pt x="145798" y="10014"/>
                    </a:lnTo>
                    <a:lnTo>
                      <a:pt x="133536" y="10014"/>
                    </a:lnTo>
                    <a:lnTo>
                      <a:pt x="132678" y="8175"/>
                    </a:lnTo>
                    <a:close/>
                    <a:moveTo>
                      <a:pt x="156875" y="8175"/>
                    </a:moveTo>
                    <a:lnTo>
                      <a:pt x="158388" y="10014"/>
                    </a:lnTo>
                    <a:lnTo>
                      <a:pt x="146657" y="10014"/>
                    </a:lnTo>
                    <a:lnTo>
                      <a:pt x="145308" y="8175"/>
                    </a:lnTo>
                    <a:close/>
                    <a:moveTo>
                      <a:pt x="157734" y="8175"/>
                    </a:moveTo>
                    <a:lnTo>
                      <a:pt x="170323" y="8339"/>
                    </a:lnTo>
                    <a:lnTo>
                      <a:pt x="172366" y="10014"/>
                    </a:lnTo>
                    <a:lnTo>
                      <a:pt x="159246" y="10014"/>
                    </a:lnTo>
                    <a:lnTo>
                      <a:pt x="157734" y="8175"/>
                    </a:lnTo>
                    <a:close/>
                    <a:moveTo>
                      <a:pt x="183280" y="8339"/>
                    </a:moveTo>
                    <a:lnTo>
                      <a:pt x="185487" y="10014"/>
                    </a:lnTo>
                    <a:lnTo>
                      <a:pt x="173061" y="10014"/>
                    </a:lnTo>
                    <a:lnTo>
                      <a:pt x="171181" y="8339"/>
                    </a:lnTo>
                    <a:close/>
                    <a:moveTo>
                      <a:pt x="172530" y="10219"/>
                    </a:moveTo>
                    <a:lnTo>
                      <a:pt x="174574" y="12058"/>
                    </a:lnTo>
                    <a:lnTo>
                      <a:pt x="161126" y="12058"/>
                    </a:lnTo>
                    <a:lnTo>
                      <a:pt x="159409" y="10219"/>
                    </a:lnTo>
                    <a:close/>
                    <a:moveTo>
                      <a:pt x="185814" y="10219"/>
                    </a:moveTo>
                    <a:lnTo>
                      <a:pt x="188226" y="12058"/>
                    </a:lnTo>
                    <a:lnTo>
                      <a:pt x="175432" y="12058"/>
                    </a:lnTo>
                    <a:lnTo>
                      <a:pt x="173388" y="10219"/>
                    </a:lnTo>
                    <a:close/>
                    <a:moveTo>
                      <a:pt x="77171" y="10219"/>
                    </a:moveTo>
                    <a:lnTo>
                      <a:pt x="76640" y="12263"/>
                    </a:lnTo>
                    <a:lnTo>
                      <a:pt x="62538" y="12263"/>
                    </a:lnTo>
                    <a:lnTo>
                      <a:pt x="63355" y="10219"/>
                    </a:lnTo>
                    <a:close/>
                    <a:moveTo>
                      <a:pt x="91640" y="10219"/>
                    </a:moveTo>
                    <a:lnTo>
                      <a:pt x="91477" y="12263"/>
                    </a:lnTo>
                    <a:lnTo>
                      <a:pt x="77661" y="12263"/>
                    </a:lnTo>
                    <a:lnTo>
                      <a:pt x="78193" y="10219"/>
                    </a:lnTo>
                    <a:close/>
                    <a:moveTo>
                      <a:pt x="105783" y="10219"/>
                    </a:moveTo>
                    <a:lnTo>
                      <a:pt x="105946" y="12263"/>
                    </a:lnTo>
                    <a:lnTo>
                      <a:pt x="92499" y="12263"/>
                    </a:lnTo>
                    <a:lnTo>
                      <a:pt x="92662" y="10219"/>
                    </a:lnTo>
                    <a:close/>
                    <a:moveTo>
                      <a:pt x="119394" y="10219"/>
                    </a:moveTo>
                    <a:lnTo>
                      <a:pt x="120089" y="12263"/>
                    </a:lnTo>
                    <a:lnTo>
                      <a:pt x="106968" y="12263"/>
                    </a:lnTo>
                    <a:lnTo>
                      <a:pt x="106641" y="10219"/>
                    </a:lnTo>
                    <a:close/>
                    <a:moveTo>
                      <a:pt x="132841" y="10219"/>
                    </a:moveTo>
                    <a:lnTo>
                      <a:pt x="133863" y="12263"/>
                    </a:lnTo>
                    <a:lnTo>
                      <a:pt x="120947" y="12263"/>
                    </a:lnTo>
                    <a:lnTo>
                      <a:pt x="120252" y="10219"/>
                    </a:lnTo>
                    <a:close/>
                    <a:moveTo>
                      <a:pt x="145962" y="10219"/>
                    </a:moveTo>
                    <a:lnTo>
                      <a:pt x="147147" y="12263"/>
                    </a:lnTo>
                    <a:lnTo>
                      <a:pt x="134721" y="12263"/>
                    </a:lnTo>
                    <a:lnTo>
                      <a:pt x="133700" y="10219"/>
                    </a:lnTo>
                    <a:close/>
                    <a:moveTo>
                      <a:pt x="158755" y="10219"/>
                    </a:moveTo>
                    <a:lnTo>
                      <a:pt x="160268" y="12058"/>
                    </a:lnTo>
                    <a:lnTo>
                      <a:pt x="148169" y="12263"/>
                    </a:lnTo>
                    <a:lnTo>
                      <a:pt x="146820" y="10219"/>
                    </a:lnTo>
                    <a:close/>
                    <a:moveTo>
                      <a:pt x="20111" y="10219"/>
                    </a:moveTo>
                    <a:lnTo>
                      <a:pt x="17740" y="12426"/>
                    </a:lnTo>
                    <a:lnTo>
                      <a:pt x="5110" y="12426"/>
                    </a:lnTo>
                    <a:lnTo>
                      <a:pt x="7849" y="10219"/>
                    </a:lnTo>
                    <a:close/>
                    <a:moveTo>
                      <a:pt x="34948" y="10219"/>
                    </a:moveTo>
                    <a:lnTo>
                      <a:pt x="33068" y="12426"/>
                    </a:lnTo>
                    <a:lnTo>
                      <a:pt x="18762" y="12426"/>
                    </a:lnTo>
                    <a:lnTo>
                      <a:pt x="21133" y="10219"/>
                    </a:lnTo>
                    <a:close/>
                    <a:moveTo>
                      <a:pt x="49417" y="10219"/>
                    </a:moveTo>
                    <a:lnTo>
                      <a:pt x="47864" y="12426"/>
                    </a:lnTo>
                    <a:lnTo>
                      <a:pt x="34090" y="12426"/>
                    </a:lnTo>
                    <a:lnTo>
                      <a:pt x="35970" y="10219"/>
                    </a:lnTo>
                    <a:close/>
                    <a:moveTo>
                      <a:pt x="62538" y="10219"/>
                    </a:moveTo>
                    <a:lnTo>
                      <a:pt x="61516" y="12263"/>
                    </a:lnTo>
                    <a:lnTo>
                      <a:pt x="48886" y="12426"/>
                    </a:lnTo>
                    <a:lnTo>
                      <a:pt x="50439" y="10219"/>
                    </a:lnTo>
                    <a:close/>
                    <a:moveTo>
                      <a:pt x="174737" y="12426"/>
                    </a:moveTo>
                    <a:lnTo>
                      <a:pt x="177149" y="14470"/>
                    </a:lnTo>
                    <a:lnTo>
                      <a:pt x="163333" y="14470"/>
                    </a:lnTo>
                    <a:lnTo>
                      <a:pt x="161453" y="12426"/>
                    </a:lnTo>
                    <a:close/>
                    <a:moveTo>
                      <a:pt x="188553" y="12426"/>
                    </a:moveTo>
                    <a:lnTo>
                      <a:pt x="191087" y="14470"/>
                    </a:lnTo>
                    <a:lnTo>
                      <a:pt x="178007" y="14470"/>
                    </a:lnTo>
                    <a:lnTo>
                      <a:pt x="175595" y="12426"/>
                    </a:lnTo>
                    <a:close/>
                    <a:moveTo>
                      <a:pt x="32700" y="12590"/>
                    </a:moveTo>
                    <a:lnTo>
                      <a:pt x="30656" y="14960"/>
                    </a:lnTo>
                    <a:lnTo>
                      <a:pt x="15860" y="14960"/>
                    </a:lnTo>
                    <a:lnTo>
                      <a:pt x="18394" y="12590"/>
                    </a:lnTo>
                    <a:close/>
                    <a:moveTo>
                      <a:pt x="47701" y="12590"/>
                    </a:moveTo>
                    <a:lnTo>
                      <a:pt x="46188" y="14960"/>
                    </a:lnTo>
                    <a:lnTo>
                      <a:pt x="31678" y="14960"/>
                    </a:lnTo>
                    <a:lnTo>
                      <a:pt x="33722" y="12590"/>
                    </a:lnTo>
                    <a:close/>
                    <a:moveTo>
                      <a:pt x="160636" y="12426"/>
                    </a:moveTo>
                    <a:lnTo>
                      <a:pt x="162311" y="14470"/>
                    </a:lnTo>
                    <a:lnTo>
                      <a:pt x="47210" y="14960"/>
                    </a:lnTo>
                    <a:lnTo>
                      <a:pt x="48723" y="12590"/>
                    </a:lnTo>
                    <a:lnTo>
                      <a:pt x="106968" y="12590"/>
                    </a:lnTo>
                    <a:lnTo>
                      <a:pt x="106968" y="12426"/>
                    </a:lnTo>
                    <a:lnTo>
                      <a:pt x="120089" y="12426"/>
                    </a:lnTo>
                    <a:lnTo>
                      <a:pt x="120089" y="12590"/>
                    </a:lnTo>
                    <a:lnTo>
                      <a:pt x="121110" y="12590"/>
                    </a:lnTo>
                    <a:lnTo>
                      <a:pt x="121110" y="12426"/>
                    </a:lnTo>
                    <a:lnTo>
                      <a:pt x="133863" y="12426"/>
                    </a:lnTo>
                    <a:lnTo>
                      <a:pt x="134067" y="12590"/>
                    </a:lnTo>
                    <a:lnTo>
                      <a:pt x="134885" y="12590"/>
                    </a:lnTo>
                    <a:lnTo>
                      <a:pt x="134885" y="12426"/>
                    </a:lnTo>
                    <a:lnTo>
                      <a:pt x="147352" y="12426"/>
                    </a:lnTo>
                    <a:lnTo>
                      <a:pt x="147515" y="12590"/>
                    </a:lnTo>
                    <a:lnTo>
                      <a:pt x="148373" y="12590"/>
                    </a:lnTo>
                    <a:lnTo>
                      <a:pt x="148373" y="12426"/>
                    </a:lnTo>
                    <a:close/>
                    <a:moveTo>
                      <a:pt x="17372" y="12590"/>
                    </a:moveTo>
                    <a:lnTo>
                      <a:pt x="14675" y="14960"/>
                    </a:lnTo>
                    <a:lnTo>
                      <a:pt x="1554" y="15124"/>
                    </a:lnTo>
                    <a:lnTo>
                      <a:pt x="4783" y="12753"/>
                    </a:lnTo>
                    <a:lnTo>
                      <a:pt x="17372" y="12590"/>
                    </a:lnTo>
                    <a:close/>
                    <a:moveTo>
                      <a:pt x="20111" y="0"/>
                    </a:moveTo>
                    <a:lnTo>
                      <a:pt x="1" y="15328"/>
                    </a:lnTo>
                    <a:lnTo>
                      <a:pt x="31515" y="15328"/>
                    </a:lnTo>
                    <a:lnTo>
                      <a:pt x="45984" y="15124"/>
                    </a:lnTo>
                    <a:lnTo>
                      <a:pt x="45821" y="15328"/>
                    </a:lnTo>
                    <a:lnTo>
                      <a:pt x="47006" y="15328"/>
                    </a:lnTo>
                    <a:lnTo>
                      <a:pt x="47006" y="15124"/>
                    </a:lnTo>
                    <a:lnTo>
                      <a:pt x="192313" y="14633"/>
                    </a:lnTo>
                    <a:lnTo>
                      <a:pt x="175105" y="1349"/>
                    </a:lnTo>
                    <a:lnTo>
                      <a:pt x="163333" y="1186"/>
                    </a:lnTo>
                    <a:lnTo>
                      <a:pt x="162679" y="1186"/>
                    </a:lnTo>
                    <a:lnTo>
                      <a:pt x="151235" y="1022"/>
                    </a:lnTo>
                    <a:lnTo>
                      <a:pt x="139340" y="1022"/>
                    </a:lnTo>
                    <a:lnTo>
                      <a:pt x="128754" y="818"/>
                    </a:lnTo>
                    <a:lnTo>
                      <a:pt x="116328" y="818"/>
                    </a:lnTo>
                    <a:lnTo>
                      <a:pt x="105251" y="654"/>
                    </a:lnTo>
                    <a:lnTo>
                      <a:pt x="104597" y="654"/>
                    </a:lnTo>
                    <a:lnTo>
                      <a:pt x="93194" y="491"/>
                    </a:lnTo>
                    <a:lnTo>
                      <a:pt x="80073" y="491"/>
                    </a:lnTo>
                    <a:lnTo>
                      <a:pt x="68301" y="327"/>
                    </a:lnTo>
                    <a:lnTo>
                      <a:pt x="67443" y="327"/>
                    </a:lnTo>
                    <a:lnTo>
                      <a:pt x="2011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 name="Google Shape;74;p97"/>
            <p:cNvGrpSpPr/>
            <p:nvPr/>
          </p:nvGrpSpPr>
          <p:grpSpPr>
            <a:xfrm>
              <a:off x="904874" y="328675"/>
              <a:ext cx="7315554" cy="4024397"/>
              <a:chOff x="992433" y="538196"/>
              <a:chExt cx="7139913" cy="4021180"/>
            </a:xfrm>
          </p:grpSpPr>
          <p:sp>
            <p:nvSpPr>
              <p:cNvPr id="75" name="Google Shape;75;p97"/>
              <p:cNvSpPr/>
              <p:nvPr/>
            </p:nvSpPr>
            <p:spPr>
              <a:xfrm>
                <a:off x="992433" y="538196"/>
                <a:ext cx="7139815" cy="4021171"/>
              </a:xfrm>
              <a:custGeom>
                <a:rect b="b" l="l" r="r" t="t"/>
                <a:pathLst>
                  <a:path extrusionOk="0" h="82566" w="139504">
                    <a:moveTo>
                      <a:pt x="8871" y="0"/>
                    </a:moveTo>
                    <a:cubicBezTo>
                      <a:pt x="3925" y="0"/>
                      <a:pt x="1" y="4088"/>
                      <a:pt x="1" y="8829"/>
                    </a:cubicBezTo>
                    <a:lnTo>
                      <a:pt x="1" y="73573"/>
                    </a:lnTo>
                    <a:cubicBezTo>
                      <a:pt x="1" y="78478"/>
                      <a:pt x="3925" y="82566"/>
                      <a:pt x="8871" y="82566"/>
                    </a:cubicBezTo>
                    <a:lnTo>
                      <a:pt x="130471" y="82566"/>
                    </a:lnTo>
                    <a:cubicBezTo>
                      <a:pt x="135416" y="82566"/>
                      <a:pt x="139504" y="78478"/>
                      <a:pt x="139504" y="73573"/>
                    </a:cubicBezTo>
                    <a:lnTo>
                      <a:pt x="139504" y="8829"/>
                    </a:lnTo>
                    <a:cubicBezTo>
                      <a:pt x="139504" y="4088"/>
                      <a:pt x="135416" y="0"/>
                      <a:pt x="130471"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97"/>
              <p:cNvSpPr/>
              <p:nvPr/>
            </p:nvSpPr>
            <p:spPr>
              <a:xfrm>
                <a:off x="1237231" y="669547"/>
                <a:ext cx="6641936" cy="3758421"/>
              </a:xfrm>
              <a:custGeom>
                <a:rect b="b" l="l" r="r" t="t"/>
                <a:pathLst>
                  <a:path extrusionOk="0" h="77171" w="129776">
                    <a:moveTo>
                      <a:pt x="121232" y="696"/>
                    </a:moveTo>
                    <a:cubicBezTo>
                      <a:pt x="123480" y="696"/>
                      <a:pt x="125320" y="1554"/>
                      <a:pt x="126873" y="3066"/>
                    </a:cubicBezTo>
                    <a:cubicBezTo>
                      <a:pt x="128222" y="4456"/>
                      <a:pt x="129080" y="6500"/>
                      <a:pt x="129080" y="8543"/>
                    </a:cubicBezTo>
                    <a:lnTo>
                      <a:pt x="129080" y="68465"/>
                    </a:lnTo>
                    <a:cubicBezTo>
                      <a:pt x="129080" y="70672"/>
                      <a:pt x="128222" y="72716"/>
                      <a:pt x="126873" y="74105"/>
                    </a:cubicBezTo>
                    <a:cubicBezTo>
                      <a:pt x="125320" y="75454"/>
                      <a:pt x="123480" y="76476"/>
                      <a:pt x="121232" y="76476"/>
                    </a:cubicBezTo>
                    <a:lnTo>
                      <a:pt x="8665" y="76476"/>
                    </a:lnTo>
                    <a:cubicBezTo>
                      <a:pt x="6458" y="76476"/>
                      <a:pt x="4415" y="75454"/>
                      <a:pt x="3066" y="74105"/>
                    </a:cubicBezTo>
                    <a:cubicBezTo>
                      <a:pt x="1676" y="72716"/>
                      <a:pt x="654" y="70672"/>
                      <a:pt x="654" y="68465"/>
                    </a:cubicBezTo>
                    <a:lnTo>
                      <a:pt x="654" y="8543"/>
                    </a:lnTo>
                    <a:cubicBezTo>
                      <a:pt x="654" y="6500"/>
                      <a:pt x="1676" y="4456"/>
                      <a:pt x="3066" y="3066"/>
                    </a:cubicBezTo>
                    <a:cubicBezTo>
                      <a:pt x="4415" y="1554"/>
                      <a:pt x="6458" y="696"/>
                      <a:pt x="8665" y="696"/>
                    </a:cubicBezTo>
                    <a:close/>
                    <a:moveTo>
                      <a:pt x="8665" y="1"/>
                    </a:moveTo>
                    <a:cubicBezTo>
                      <a:pt x="3924" y="1"/>
                      <a:pt x="0" y="3925"/>
                      <a:pt x="0" y="8543"/>
                    </a:cubicBezTo>
                    <a:lnTo>
                      <a:pt x="0" y="68465"/>
                    </a:lnTo>
                    <a:cubicBezTo>
                      <a:pt x="0" y="73247"/>
                      <a:pt x="3924" y="77171"/>
                      <a:pt x="8665" y="77171"/>
                    </a:cubicBezTo>
                    <a:lnTo>
                      <a:pt x="121232" y="77171"/>
                    </a:lnTo>
                    <a:cubicBezTo>
                      <a:pt x="126015" y="77171"/>
                      <a:pt x="129775" y="73247"/>
                      <a:pt x="129775" y="68465"/>
                    </a:cubicBezTo>
                    <a:lnTo>
                      <a:pt x="129775" y="8543"/>
                    </a:lnTo>
                    <a:cubicBezTo>
                      <a:pt x="129775" y="3925"/>
                      <a:pt x="126015" y="1"/>
                      <a:pt x="121232"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97"/>
              <p:cNvSpPr/>
              <p:nvPr/>
            </p:nvSpPr>
            <p:spPr>
              <a:xfrm>
                <a:off x="992433" y="2437258"/>
                <a:ext cx="1255241" cy="1293977"/>
              </a:xfrm>
              <a:custGeom>
                <a:rect b="b" l="l" r="r" t="t"/>
                <a:pathLst>
                  <a:path extrusionOk="0" h="26569" w="24526">
                    <a:moveTo>
                      <a:pt x="1" y="1"/>
                    </a:moveTo>
                    <a:lnTo>
                      <a:pt x="1" y="4252"/>
                    </a:lnTo>
                    <a:lnTo>
                      <a:pt x="4783" y="9034"/>
                    </a:lnTo>
                    <a:lnTo>
                      <a:pt x="4783" y="4947"/>
                    </a:lnTo>
                    <a:lnTo>
                      <a:pt x="1" y="1"/>
                    </a:lnTo>
                    <a:close/>
                    <a:moveTo>
                      <a:pt x="5437" y="5601"/>
                    </a:moveTo>
                    <a:lnTo>
                      <a:pt x="5437" y="9688"/>
                    </a:lnTo>
                    <a:lnTo>
                      <a:pt x="21787" y="26038"/>
                    </a:lnTo>
                    <a:cubicBezTo>
                      <a:pt x="22155" y="26405"/>
                      <a:pt x="22482" y="26569"/>
                      <a:pt x="22809" y="26569"/>
                    </a:cubicBezTo>
                    <a:cubicBezTo>
                      <a:pt x="23340" y="26569"/>
                      <a:pt x="23667" y="26405"/>
                      <a:pt x="24035" y="26038"/>
                    </a:cubicBezTo>
                    <a:cubicBezTo>
                      <a:pt x="24525" y="25547"/>
                      <a:pt x="24525" y="24525"/>
                      <a:pt x="24035" y="23994"/>
                    </a:cubicBezTo>
                    <a:lnTo>
                      <a:pt x="5437" y="5601"/>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97"/>
              <p:cNvSpPr/>
              <p:nvPr/>
            </p:nvSpPr>
            <p:spPr>
              <a:xfrm>
                <a:off x="992433" y="2080949"/>
                <a:ext cx="872414" cy="927685"/>
              </a:xfrm>
              <a:custGeom>
                <a:rect b="b" l="l" r="r" t="t"/>
                <a:pathLst>
                  <a:path extrusionOk="0" h="19048" w="17046">
                    <a:moveTo>
                      <a:pt x="1" y="0"/>
                    </a:moveTo>
                    <a:lnTo>
                      <a:pt x="1" y="4088"/>
                    </a:lnTo>
                    <a:lnTo>
                      <a:pt x="4783" y="8993"/>
                    </a:lnTo>
                    <a:lnTo>
                      <a:pt x="4783" y="4742"/>
                    </a:lnTo>
                    <a:lnTo>
                      <a:pt x="1" y="0"/>
                    </a:lnTo>
                    <a:close/>
                    <a:moveTo>
                      <a:pt x="5437" y="5437"/>
                    </a:moveTo>
                    <a:lnTo>
                      <a:pt x="5437" y="9688"/>
                    </a:lnTo>
                    <a:lnTo>
                      <a:pt x="14470" y="18557"/>
                    </a:lnTo>
                    <a:cubicBezTo>
                      <a:pt x="14634" y="18884"/>
                      <a:pt x="15165" y="19048"/>
                      <a:pt x="15492" y="19048"/>
                    </a:cubicBezTo>
                    <a:cubicBezTo>
                      <a:pt x="15860" y="19048"/>
                      <a:pt x="16187" y="18884"/>
                      <a:pt x="16514" y="18557"/>
                    </a:cubicBezTo>
                    <a:cubicBezTo>
                      <a:pt x="17045" y="18026"/>
                      <a:pt x="17045" y="17004"/>
                      <a:pt x="16514" y="16514"/>
                    </a:cubicBezTo>
                    <a:lnTo>
                      <a:pt x="5437" y="5437"/>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97"/>
              <p:cNvSpPr/>
              <p:nvPr/>
            </p:nvSpPr>
            <p:spPr>
              <a:xfrm>
                <a:off x="5795597" y="538196"/>
                <a:ext cx="1018840" cy="770425"/>
              </a:xfrm>
              <a:custGeom>
                <a:rect b="b" l="l" r="r" t="t"/>
                <a:pathLst>
                  <a:path extrusionOk="0" h="15819" w="19907">
                    <a:moveTo>
                      <a:pt x="1" y="0"/>
                    </a:moveTo>
                    <a:lnTo>
                      <a:pt x="3066" y="2698"/>
                    </a:lnTo>
                    <a:lnTo>
                      <a:pt x="7481" y="2698"/>
                    </a:lnTo>
                    <a:lnTo>
                      <a:pt x="4415" y="0"/>
                    </a:lnTo>
                    <a:close/>
                    <a:moveTo>
                      <a:pt x="3924" y="3393"/>
                    </a:moveTo>
                    <a:lnTo>
                      <a:pt x="17209" y="15491"/>
                    </a:lnTo>
                    <a:cubicBezTo>
                      <a:pt x="17536" y="15655"/>
                      <a:pt x="17863" y="15818"/>
                      <a:pt x="18230" y="15818"/>
                    </a:cubicBezTo>
                    <a:cubicBezTo>
                      <a:pt x="18557" y="15818"/>
                      <a:pt x="19089" y="15655"/>
                      <a:pt x="19252" y="15328"/>
                    </a:cubicBezTo>
                    <a:cubicBezTo>
                      <a:pt x="19906" y="14633"/>
                      <a:pt x="19743" y="13775"/>
                      <a:pt x="19252" y="13284"/>
                    </a:cubicBezTo>
                    <a:lnTo>
                      <a:pt x="8339" y="3393"/>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97"/>
              <p:cNvSpPr/>
              <p:nvPr/>
            </p:nvSpPr>
            <p:spPr>
              <a:xfrm>
                <a:off x="2387775" y="3862589"/>
                <a:ext cx="922622" cy="696787"/>
              </a:xfrm>
              <a:custGeom>
                <a:rect b="b" l="l" r="r" t="t"/>
                <a:pathLst>
                  <a:path extrusionOk="0" h="14307" w="18027">
                    <a:moveTo>
                      <a:pt x="1677" y="1"/>
                    </a:moveTo>
                    <a:cubicBezTo>
                      <a:pt x="1186" y="1"/>
                      <a:pt x="859" y="205"/>
                      <a:pt x="491" y="532"/>
                    </a:cubicBezTo>
                    <a:cubicBezTo>
                      <a:pt x="1" y="1227"/>
                      <a:pt x="1" y="2044"/>
                      <a:pt x="655" y="2576"/>
                    </a:cubicBezTo>
                    <a:lnTo>
                      <a:pt x="9688" y="10914"/>
                    </a:lnTo>
                    <a:lnTo>
                      <a:pt x="14143" y="10914"/>
                    </a:lnTo>
                    <a:lnTo>
                      <a:pt x="2535" y="368"/>
                    </a:lnTo>
                    <a:cubicBezTo>
                      <a:pt x="2372" y="205"/>
                      <a:pt x="2045" y="1"/>
                      <a:pt x="1677" y="1"/>
                    </a:cubicBezTo>
                    <a:close/>
                    <a:moveTo>
                      <a:pt x="10546" y="11609"/>
                    </a:moveTo>
                    <a:lnTo>
                      <a:pt x="13612" y="14307"/>
                    </a:lnTo>
                    <a:lnTo>
                      <a:pt x="18026" y="14307"/>
                    </a:lnTo>
                    <a:lnTo>
                      <a:pt x="14961" y="11609"/>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97"/>
              <p:cNvSpPr/>
              <p:nvPr/>
            </p:nvSpPr>
            <p:spPr>
              <a:xfrm>
                <a:off x="2919134" y="3972072"/>
                <a:ext cx="792932" cy="587303"/>
              </a:xfrm>
              <a:custGeom>
                <a:rect b="b" l="l" r="r" t="t"/>
                <a:pathLst>
                  <a:path extrusionOk="0" h="12059" w="15493">
                    <a:moveTo>
                      <a:pt x="1718" y="1"/>
                    </a:moveTo>
                    <a:cubicBezTo>
                      <a:pt x="1186" y="1"/>
                      <a:pt x="859" y="164"/>
                      <a:pt x="491" y="491"/>
                    </a:cubicBezTo>
                    <a:cubicBezTo>
                      <a:pt x="1" y="1186"/>
                      <a:pt x="1" y="2044"/>
                      <a:pt x="696" y="2535"/>
                    </a:cubicBezTo>
                    <a:lnTo>
                      <a:pt x="7317" y="8666"/>
                    </a:lnTo>
                    <a:lnTo>
                      <a:pt x="11732" y="8666"/>
                    </a:lnTo>
                    <a:lnTo>
                      <a:pt x="2535" y="328"/>
                    </a:lnTo>
                    <a:cubicBezTo>
                      <a:pt x="2372" y="164"/>
                      <a:pt x="2045" y="1"/>
                      <a:pt x="1718" y="1"/>
                    </a:cubicBezTo>
                    <a:close/>
                    <a:moveTo>
                      <a:pt x="8012" y="9361"/>
                    </a:moveTo>
                    <a:lnTo>
                      <a:pt x="11078" y="12059"/>
                    </a:lnTo>
                    <a:lnTo>
                      <a:pt x="15492" y="12059"/>
                    </a:lnTo>
                    <a:lnTo>
                      <a:pt x="12427" y="9361"/>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97"/>
              <p:cNvSpPr/>
              <p:nvPr/>
            </p:nvSpPr>
            <p:spPr>
              <a:xfrm>
                <a:off x="5402324" y="538196"/>
                <a:ext cx="803321" cy="587255"/>
              </a:xfrm>
              <a:custGeom>
                <a:rect b="b" l="l" r="r" t="t"/>
                <a:pathLst>
                  <a:path extrusionOk="0" h="12058" w="15696">
                    <a:moveTo>
                      <a:pt x="0" y="0"/>
                    </a:moveTo>
                    <a:lnTo>
                      <a:pt x="3066" y="2698"/>
                    </a:lnTo>
                    <a:lnTo>
                      <a:pt x="7521" y="2698"/>
                    </a:lnTo>
                    <a:lnTo>
                      <a:pt x="4456" y="0"/>
                    </a:lnTo>
                    <a:close/>
                    <a:moveTo>
                      <a:pt x="3761" y="3393"/>
                    </a:moveTo>
                    <a:lnTo>
                      <a:pt x="12957" y="11731"/>
                    </a:lnTo>
                    <a:cubicBezTo>
                      <a:pt x="13284" y="11894"/>
                      <a:pt x="13652" y="12058"/>
                      <a:pt x="13979" y="12058"/>
                    </a:cubicBezTo>
                    <a:cubicBezTo>
                      <a:pt x="14511" y="12058"/>
                      <a:pt x="14838" y="11894"/>
                      <a:pt x="15165" y="11567"/>
                    </a:cubicBezTo>
                    <a:cubicBezTo>
                      <a:pt x="15696" y="11036"/>
                      <a:pt x="15696" y="10014"/>
                      <a:pt x="15001" y="9524"/>
                    </a:cubicBezTo>
                    <a:lnTo>
                      <a:pt x="8175" y="3393"/>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97"/>
              <p:cNvSpPr/>
              <p:nvPr/>
            </p:nvSpPr>
            <p:spPr>
              <a:xfrm>
                <a:off x="6519396" y="538196"/>
                <a:ext cx="1167365" cy="8958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97"/>
              <p:cNvSpPr/>
              <p:nvPr/>
            </p:nvSpPr>
            <p:spPr>
              <a:xfrm>
                <a:off x="7320631" y="777083"/>
                <a:ext cx="811715" cy="78834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97"/>
              <p:cNvSpPr/>
              <p:nvPr/>
            </p:nvSpPr>
            <p:spPr>
              <a:xfrm>
                <a:off x="992433" y="3464445"/>
                <a:ext cx="811766" cy="788347"/>
              </a:xfrm>
              <a:custGeom>
                <a:rect b="b" l="l" r="r" t="t"/>
                <a:pathLst>
                  <a:path extrusionOk="0" h="16187" w="15861">
                    <a:moveTo>
                      <a:pt x="1" y="1"/>
                    </a:moveTo>
                    <a:lnTo>
                      <a:pt x="1" y="3925"/>
                    </a:lnTo>
                    <a:lnTo>
                      <a:pt x="13121" y="15860"/>
                    </a:lnTo>
                    <a:cubicBezTo>
                      <a:pt x="13448" y="16023"/>
                      <a:pt x="13816" y="16187"/>
                      <a:pt x="14143" y="16187"/>
                    </a:cubicBezTo>
                    <a:cubicBezTo>
                      <a:pt x="14470" y="16187"/>
                      <a:pt x="15002" y="16023"/>
                      <a:pt x="15165" y="15696"/>
                    </a:cubicBezTo>
                    <a:cubicBezTo>
                      <a:pt x="15860" y="15165"/>
                      <a:pt x="15656" y="14143"/>
                      <a:pt x="15165" y="13653"/>
                    </a:cubicBezTo>
                    <a:lnTo>
                      <a:pt x="1" y="1"/>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97"/>
              <p:cNvSpPr/>
              <p:nvPr/>
            </p:nvSpPr>
            <p:spPr>
              <a:xfrm>
                <a:off x="1438064" y="3597841"/>
                <a:ext cx="1236355" cy="961533"/>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87" name="Google Shape;87;p97"/>
          <p:cNvGrpSpPr/>
          <p:nvPr/>
        </p:nvGrpSpPr>
        <p:grpSpPr>
          <a:xfrm>
            <a:off x="4385190" y="148199"/>
            <a:ext cx="373622" cy="90485"/>
            <a:chOff x="4685288" y="186288"/>
            <a:chExt cx="419375" cy="90485"/>
          </a:xfrm>
        </p:grpSpPr>
        <p:sp>
          <p:nvSpPr>
            <p:cNvPr id="88" name="Google Shape;88;p97"/>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p97"/>
            <p:cNvGrpSpPr/>
            <p:nvPr/>
          </p:nvGrpSpPr>
          <p:grpSpPr>
            <a:xfrm>
              <a:off x="4685288" y="186300"/>
              <a:ext cx="419375" cy="90473"/>
              <a:chOff x="4390000" y="182175"/>
              <a:chExt cx="419375" cy="90473"/>
            </a:xfrm>
          </p:grpSpPr>
          <p:sp>
            <p:nvSpPr>
              <p:cNvPr id="90" name="Google Shape;90;p97"/>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97"/>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92" name="Google Shape;92;p97"/>
          <p:cNvSpPr txBox="1"/>
          <p:nvPr>
            <p:ph type="ctrTitle"/>
          </p:nvPr>
        </p:nvSpPr>
        <p:spPr>
          <a:xfrm>
            <a:off x="1896300" y="1379375"/>
            <a:ext cx="5351400" cy="1370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accent5"/>
              </a:buClr>
              <a:buSzPts val="5200"/>
              <a:buNone/>
              <a:defRPr sz="3400">
                <a:solidFill>
                  <a:schemeClr val="accent5"/>
                </a:solidFill>
                <a:latin typeface="Aldrich"/>
                <a:ea typeface="Aldrich"/>
                <a:cs typeface="Aldrich"/>
                <a:sym typeface="Aldrich"/>
              </a:defRPr>
            </a:lvl1pPr>
            <a:lvl2pPr lvl="1" algn="ctr">
              <a:lnSpc>
                <a:spcPct val="100000"/>
              </a:lnSpc>
              <a:spcBef>
                <a:spcPts val="0"/>
              </a:spcBef>
              <a:spcAft>
                <a:spcPts val="0"/>
              </a:spcAft>
              <a:buClr>
                <a:schemeClr val="accent5"/>
              </a:buClr>
              <a:buSzPts val="5200"/>
              <a:buNone/>
              <a:defRPr sz="5200">
                <a:solidFill>
                  <a:schemeClr val="accent5"/>
                </a:solidFill>
              </a:defRPr>
            </a:lvl2pPr>
            <a:lvl3pPr lvl="2" algn="ctr">
              <a:lnSpc>
                <a:spcPct val="100000"/>
              </a:lnSpc>
              <a:spcBef>
                <a:spcPts val="0"/>
              </a:spcBef>
              <a:spcAft>
                <a:spcPts val="0"/>
              </a:spcAft>
              <a:buClr>
                <a:schemeClr val="accent5"/>
              </a:buClr>
              <a:buSzPts val="5200"/>
              <a:buNone/>
              <a:defRPr sz="5200">
                <a:solidFill>
                  <a:schemeClr val="accent5"/>
                </a:solidFill>
              </a:defRPr>
            </a:lvl3pPr>
            <a:lvl4pPr lvl="3" algn="ctr">
              <a:lnSpc>
                <a:spcPct val="100000"/>
              </a:lnSpc>
              <a:spcBef>
                <a:spcPts val="0"/>
              </a:spcBef>
              <a:spcAft>
                <a:spcPts val="0"/>
              </a:spcAft>
              <a:buClr>
                <a:schemeClr val="accent5"/>
              </a:buClr>
              <a:buSzPts val="5200"/>
              <a:buNone/>
              <a:defRPr sz="5200">
                <a:solidFill>
                  <a:schemeClr val="accent5"/>
                </a:solidFill>
              </a:defRPr>
            </a:lvl4pPr>
            <a:lvl5pPr lvl="4" algn="ctr">
              <a:lnSpc>
                <a:spcPct val="100000"/>
              </a:lnSpc>
              <a:spcBef>
                <a:spcPts val="0"/>
              </a:spcBef>
              <a:spcAft>
                <a:spcPts val="0"/>
              </a:spcAft>
              <a:buClr>
                <a:schemeClr val="accent5"/>
              </a:buClr>
              <a:buSzPts val="5200"/>
              <a:buNone/>
              <a:defRPr sz="5200">
                <a:solidFill>
                  <a:schemeClr val="accent5"/>
                </a:solidFill>
              </a:defRPr>
            </a:lvl5pPr>
            <a:lvl6pPr lvl="5" algn="ctr">
              <a:lnSpc>
                <a:spcPct val="100000"/>
              </a:lnSpc>
              <a:spcBef>
                <a:spcPts val="0"/>
              </a:spcBef>
              <a:spcAft>
                <a:spcPts val="0"/>
              </a:spcAft>
              <a:buClr>
                <a:schemeClr val="accent5"/>
              </a:buClr>
              <a:buSzPts val="5200"/>
              <a:buNone/>
              <a:defRPr sz="5200">
                <a:solidFill>
                  <a:schemeClr val="accent5"/>
                </a:solidFill>
              </a:defRPr>
            </a:lvl6pPr>
            <a:lvl7pPr lvl="6" algn="ctr">
              <a:lnSpc>
                <a:spcPct val="100000"/>
              </a:lnSpc>
              <a:spcBef>
                <a:spcPts val="0"/>
              </a:spcBef>
              <a:spcAft>
                <a:spcPts val="0"/>
              </a:spcAft>
              <a:buClr>
                <a:schemeClr val="accent5"/>
              </a:buClr>
              <a:buSzPts val="5200"/>
              <a:buNone/>
              <a:defRPr sz="5200">
                <a:solidFill>
                  <a:schemeClr val="accent5"/>
                </a:solidFill>
              </a:defRPr>
            </a:lvl7pPr>
            <a:lvl8pPr lvl="7" algn="ctr">
              <a:lnSpc>
                <a:spcPct val="100000"/>
              </a:lnSpc>
              <a:spcBef>
                <a:spcPts val="0"/>
              </a:spcBef>
              <a:spcAft>
                <a:spcPts val="0"/>
              </a:spcAft>
              <a:buClr>
                <a:schemeClr val="accent5"/>
              </a:buClr>
              <a:buSzPts val="5200"/>
              <a:buNone/>
              <a:defRPr sz="5200">
                <a:solidFill>
                  <a:schemeClr val="accent5"/>
                </a:solidFill>
              </a:defRPr>
            </a:lvl8pPr>
            <a:lvl9pPr lvl="8" algn="ctr">
              <a:lnSpc>
                <a:spcPct val="100000"/>
              </a:lnSpc>
              <a:spcBef>
                <a:spcPts val="0"/>
              </a:spcBef>
              <a:spcAft>
                <a:spcPts val="0"/>
              </a:spcAft>
              <a:buClr>
                <a:schemeClr val="accent5"/>
              </a:buClr>
              <a:buSzPts val="5200"/>
              <a:buNone/>
              <a:defRPr sz="5200">
                <a:solidFill>
                  <a:schemeClr val="accent5"/>
                </a:solidFill>
              </a:defRPr>
            </a:lvl9pPr>
          </a:lstStyle>
          <a:p/>
        </p:txBody>
      </p:sp>
      <p:sp>
        <p:nvSpPr>
          <p:cNvPr id="93" name="Google Shape;93;p97"/>
          <p:cNvSpPr txBox="1"/>
          <p:nvPr>
            <p:ph idx="1" type="subTitle"/>
          </p:nvPr>
        </p:nvSpPr>
        <p:spPr>
          <a:xfrm>
            <a:off x="2254050" y="2862700"/>
            <a:ext cx="46359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600"/>
              <a:buNone/>
              <a:defRPr sz="1600">
                <a:latin typeface="Century Gothic"/>
                <a:ea typeface="Century Gothic"/>
                <a:cs typeface="Century Gothic"/>
                <a:sym typeface="Century Gothic"/>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grpSp>
        <p:nvGrpSpPr>
          <p:cNvPr id="94" name="Google Shape;94;p97"/>
          <p:cNvGrpSpPr/>
          <p:nvPr/>
        </p:nvGrpSpPr>
        <p:grpSpPr>
          <a:xfrm rot="-230834">
            <a:off x="370149" y="301694"/>
            <a:ext cx="1474061" cy="2698235"/>
            <a:chOff x="365696" y="228600"/>
            <a:chExt cx="1473983" cy="2698089"/>
          </a:xfrm>
        </p:grpSpPr>
        <p:grpSp>
          <p:nvGrpSpPr>
            <p:cNvPr id="95" name="Google Shape;95;p97"/>
            <p:cNvGrpSpPr/>
            <p:nvPr/>
          </p:nvGrpSpPr>
          <p:grpSpPr>
            <a:xfrm flipH="1" rot="-617154">
              <a:off x="575967" y="402323"/>
              <a:ext cx="1053440" cy="2450002"/>
              <a:chOff x="3817855" y="1437512"/>
              <a:chExt cx="541146" cy="1128254"/>
            </a:xfrm>
          </p:grpSpPr>
          <p:sp>
            <p:nvSpPr>
              <p:cNvPr id="96" name="Google Shape;96;p97"/>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97"/>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8" name="Google Shape;98;p97"/>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3">
    <p:spTree>
      <p:nvGrpSpPr>
        <p:cNvPr id="99" name="Shape 99"/>
        <p:cNvGrpSpPr/>
        <p:nvPr/>
      </p:nvGrpSpPr>
      <p:grpSpPr>
        <a:xfrm>
          <a:off x="0" y="0"/>
          <a:ext cx="0" cy="0"/>
          <a:chOff x="0" y="0"/>
          <a:chExt cx="0" cy="0"/>
        </a:xfrm>
      </p:grpSpPr>
      <p:grpSp>
        <p:nvGrpSpPr>
          <p:cNvPr id="100" name="Google Shape;100;p98"/>
          <p:cNvGrpSpPr/>
          <p:nvPr/>
        </p:nvGrpSpPr>
        <p:grpSpPr>
          <a:xfrm>
            <a:off x="-9513" y="-6"/>
            <a:ext cx="9177947" cy="5143519"/>
            <a:chOff x="-9513" y="-6"/>
            <a:chExt cx="9177947" cy="5143519"/>
          </a:xfrm>
        </p:grpSpPr>
        <p:sp>
          <p:nvSpPr>
            <p:cNvPr id="101" name="Google Shape;101;p98"/>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98"/>
            <p:cNvSpPr/>
            <p:nvPr/>
          </p:nvSpPr>
          <p:spPr>
            <a:xfrm flipH="1">
              <a:off x="109125"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98"/>
            <p:cNvSpPr/>
            <p:nvPr/>
          </p:nvSpPr>
          <p:spPr>
            <a:xfrm flipH="1">
              <a:off x="1100819"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98"/>
            <p:cNvSpPr/>
            <p:nvPr/>
          </p:nvSpPr>
          <p:spPr>
            <a:xfrm flipH="1">
              <a:off x="6750722"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98"/>
            <p:cNvSpPr/>
            <p:nvPr/>
          </p:nvSpPr>
          <p:spPr>
            <a:xfrm flipH="1" rot="10800000">
              <a:off x="8024650" y="24328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98"/>
            <p:cNvSpPr/>
            <p:nvPr/>
          </p:nvSpPr>
          <p:spPr>
            <a:xfrm flipH="1" rot="10800000">
              <a:off x="8024650" y="2598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98"/>
            <p:cNvSpPr/>
            <p:nvPr/>
          </p:nvSpPr>
          <p:spPr>
            <a:xfrm flipH="1">
              <a:off x="-9513" y="26003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8" name="Google Shape;108;p98"/>
          <p:cNvGrpSpPr/>
          <p:nvPr/>
        </p:nvGrpSpPr>
        <p:grpSpPr>
          <a:xfrm>
            <a:off x="4281415" y="75177"/>
            <a:ext cx="581170" cy="125403"/>
            <a:chOff x="4685288" y="186288"/>
            <a:chExt cx="419375" cy="90485"/>
          </a:xfrm>
        </p:grpSpPr>
        <p:sp>
          <p:nvSpPr>
            <p:cNvPr id="109" name="Google Shape;109;p98"/>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0" name="Google Shape;110;p98"/>
            <p:cNvGrpSpPr/>
            <p:nvPr/>
          </p:nvGrpSpPr>
          <p:grpSpPr>
            <a:xfrm>
              <a:off x="4685288" y="186300"/>
              <a:ext cx="419375" cy="90473"/>
              <a:chOff x="4390000" y="182175"/>
              <a:chExt cx="419375" cy="90473"/>
            </a:xfrm>
          </p:grpSpPr>
          <p:sp>
            <p:nvSpPr>
              <p:cNvPr id="111" name="Google Shape;111;p98"/>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98"/>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13" name="Google Shape;113;p98"/>
          <p:cNvSpPr txBox="1"/>
          <p:nvPr>
            <p:ph idx="1" type="subTitle"/>
          </p:nvPr>
        </p:nvSpPr>
        <p:spPr>
          <a:xfrm>
            <a:off x="1454213" y="2117745"/>
            <a:ext cx="2367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solidFill>
                  <a:schemeClr val="accent5"/>
                </a:solidFill>
              </a:defRPr>
            </a:lvl1pPr>
            <a:lvl2pPr lvl="1" algn="ctr">
              <a:lnSpc>
                <a:spcPct val="100000"/>
              </a:lnSpc>
              <a:spcBef>
                <a:spcPts val="0"/>
              </a:spcBef>
              <a:spcAft>
                <a:spcPts val="0"/>
              </a:spcAft>
              <a:buSzPts val="1400"/>
              <a:buNone/>
              <a:defRPr sz="1600">
                <a:solidFill>
                  <a:schemeClr val="accent5"/>
                </a:solidFill>
              </a:defRPr>
            </a:lvl2pPr>
            <a:lvl3pPr lvl="2" algn="ctr">
              <a:lnSpc>
                <a:spcPct val="100000"/>
              </a:lnSpc>
              <a:spcBef>
                <a:spcPts val="0"/>
              </a:spcBef>
              <a:spcAft>
                <a:spcPts val="0"/>
              </a:spcAft>
              <a:buSzPts val="1400"/>
              <a:buNone/>
              <a:defRPr sz="1600">
                <a:solidFill>
                  <a:schemeClr val="accent5"/>
                </a:solidFill>
              </a:defRPr>
            </a:lvl3pPr>
            <a:lvl4pPr lvl="3" algn="ctr">
              <a:lnSpc>
                <a:spcPct val="100000"/>
              </a:lnSpc>
              <a:spcBef>
                <a:spcPts val="0"/>
              </a:spcBef>
              <a:spcAft>
                <a:spcPts val="0"/>
              </a:spcAft>
              <a:buSzPts val="1400"/>
              <a:buNone/>
              <a:defRPr sz="1600">
                <a:solidFill>
                  <a:schemeClr val="accent5"/>
                </a:solidFill>
              </a:defRPr>
            </a:lvl4pPr>
            <a:lvl5pPr lvl="4" algn="ctr">
              <a:lnSpc>
                <a:spcPct val="100000"/>
              </a:lnSpc>
              <a:spcBef>
                <a:spcPts val="0"/>
              </a:spcBef>
              <a:spcAft>
                <a:spcPts val="0"/>
              </a:spcAft>
              <a:buSzPts val="1400"/>
              <a:buNone/>
              <a:defRPr sz="1600">
                <a:solidFill>
                  <a:schemeClr val="accent5"/>
                </a:solidFill>
              </a:defRPr>
            </a:lvl5pPr>
            <a:lvl6pPr lvl="5" algn="ctr">
              <a:lnSpc>
                <a:spcPct val="100000"/>
              </a:lnSpc>
              <a:spcBef>
                <a:spcPts val="0"/>
              </a:spcBef>
              <a:spcAft>
                <a:spcPts val="0"/>
              </a:spcAft>
              <a:buSzPts val="1400"/>
              <a:buNone/>
              <a:defRPr sz="1600">
                <a:solidFill>
                  <a:schemeClr val="accent5"/>
                </a:solidFill>
              </a:defRPr>
            </a:lvl6pPr>
            <a:lvl7pPr lvl="6" algn="ctr">
              <a:lnSpc>
                <a:spcPct val="100000"/>
              </a:lnSpc>
              <a:spcBef>
                <a:spcPts val="0"/>
              </a:spcBef>
              <a:spcAft>
                <a:spcPts val="0"/>
              </a:spcAft>
              <a:buSzPts val="1400"/>
              <a:buNone/>
              <a:defRPr sz="1600">
                <a:solidFill>
                  <a:schemeClr val="accent5"/>
                </a:solidFill>
              </a:defRPr>
            </a:lvl7pPr>
            <a:lvl8pPr lvl="7" algn="ctr">
              <a:lnSpc>
                <a:spcPct val="100000"/>
              </a:lnSpc>
              <a:spcBef>
                <a:spcPts val="0"/>
              </a:spcBef>
              <a:spcAft>
                <a:spcPts val="0"/>
              </a:spcAft>
              <a:buSzPts val="1400"/>
              <a:buNone/>
              <a:defRPr sz="1600">
                <a:solidFill>
                  <a:schemeClr val="accent5"/>
                </a:solidFill>
              </a:defRPr>
            </a:lvl8pPr>
            <a:lvl9pPr lvl="8" algn="ctr">
              <a:lnSpc>
                <a:spcPct val="100000"/>
              </a:lnSpc>
              <a:spcBef>
                <a:spcPts val="0"/>
              </a:spcBef>
              <a:spcAft>
                <a:spcPts val="0"/>
              </a:spcAft>
              <a:buSzPts val="1400"/>
              <a:buNone/>
              <a:defRPr sz="1600">
                <a:solidFill>
                  <a:schemeClr val="accent5"/>
                </a:solidFill>
              </a:defRPr>
            </a:lvl9pPr>
          </a:lstStyle>
          <a:p/>
        </p:txBody>
      </p:sp>
      <p:sp>
        <p:nvSpPr>
          <p:cNvPr id="114" name="Google Shape;114;p98"/>
          <p:cNvSpPr txBox="1"/>
          <p:nvPr>
            <p:ph idx="2" type="subTitle"/>
          </p:nvPr>
        </p:nvSpPr>
        <p:spPr>
          <a:xfrm>
            <a:off x="5322225" y="2127834"/>
            <a:ext cx="2367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solidFill>
                  <a:schemeClr val="accent5"/>
                </a:solidFill>
              </a:defRPr>
            </a:lvl1pPr>
            <a:lvl2pPr lvl="1" algn="ctr">
              <a:lnSpc>
                <a:spcPct val="100000"/>
              </a:lnSpc>
              <a:spcBef>
                <a:spcPts val="0"/>
              </a:spcBef>
              <a:spcAft>
                <a:spcPts val="0"/>
              </a:spcAft>
              <a:buSzPts val="1400"/>
              <a:buNone/>
              <a:defRPr sz="1600">
                <a:solidFill>
                  <a:schemeClr val="accent5"/>
                </a:solidFill>
              </a:defRPr>
            </a:lvl2pPr>
            <a:lvl3pPr lvl="2" algn="ctr">
              <a:lnSpc>
                <a:spcPct val="100000"/>
              </a:lnSpc>
              <a:spcBef>
                <a:spcPts val="0"/>
              </a:spcBef>
              <a:spcAft>
                <a:spcPts val="0"/>
              </a:spcAft>
              <a:buSzPts val="1400"/>
              <a:buNone/>
              <a:defRPr sz="1600">
                <a:solidFill>
                  <a:schemeClr val="accent5"/>
                </a:solidFill>
              </a:defRPr>
            </a:lvl3pPr>
            <a:lvl4pPr lvl="3" algn="ctr">
              <a:lnSpc>
                <a:spcPct val="100000"/>
              </a:lnSpc>
              <a:spcBef>
                <a:spcPts val="0"/>
              </a:spcBef>
              <a:spcAft>
                <a:spcPts val="0"/>
              </a:spcAft>
              <a:buSzPts val="1400"/>
              <a:buNone/>
              <a:defRPr sz="1600">
                <a:solidFill>
                  <a:schemeClr val="accent5"/>
                </a:solidFill>
              </a:defRPr>
            </a:lvl4pPr>
            <a:lvl5pPr lvl="4" algn="ctr">
              <a:lnSpc>
                <a:spcPct val="100000"/>
              </a:lnSpc>
              <a:spcBef>
                <a:spcPts val="0"/>
              </a:spcBef>
              <a:spcAft>
                <a:spcPts val="0"/>
              </a:spcAft>
              <a:buSzPts val="1400"/>
              <a:buNone/>
              <a:defRPr sz="1600">
                <a:solidFill>
                  <a:schemeClr val="accent5"/>
                </a:solidFill>
              </a:defRPr>
            </a:lvl5pPr>
            <a:lvl6pPr lvl="5" algn="ctr">
              <a:lnSpc>
                <a:spcPct val="100000"/>
              </a:lnSpc>
              <a:spcBef>
                <a:spcPts val="0"/>
              </a:spcBef>
              <a:spcAft>
                <a:spcPts val="0"/>
              </a:spcAft>
              <a:buSzPts val="1400"/>
              <a:buNone/>
              <a:defRPr sz="1600">
                <a:solidFill>
                  <a:schemeClr val="accent5"/>
                </a:solidFill>
              </a:defRPr>
            </a:lvl6pPr>
            <a:lvl7pPr lvl="6" algn="ctr">
              <a:lnSpc>
                <a:spcPct val="100000"/>
              </a:lnSpc>
              <a:spcBef>
                <a:spcPts val="0"/>
              </a:spcBef>
              <a:spcAft>
                <a:spcPts val="0"/>
              </a:spcAft>
              <a:buSzPts val="1400"/>
              <a:buNone/>
              <a:defRPr sz="1600">
                <a:solidFill>
                  <a:schemeClr val="accent5"/>
                </a:solidFill>
              </a:defRPr>
            </a:lvl7pPr>
            <a:lvl8pPr lvl="7" algn="ctr">
              <a:lnSpc>
                <a:spcPct val="100000"/>
              </a:lnSpc>
              <a:spcBef>
                <a:spcPts val="0"/>
              </a:spcBef>
              <a:spcAft>
                <a:spcPts val="0"/>
              </a:spcAft>
              <a:buSzPts val="1400"/>
              <a:buNone/>
              <a:defRPr sz="1600">
                <a:solidFill>
                  <a:schemeClr val="accent5"/>
                </a:solidFill>
              </a:defRPr>
            </a:lvl8pPr>
            <a:lvl9pPr lvl="8" algn="ctr">
              <a:lnSpc>
                <a:spcPct val="100000"/>
              </a:lnSpc>
              <a:spcBef>
                <a:spcPts val="0"/>
              </a:spcBef>
              <a:spcAft>
                <a:spcPts val="0"/>
              </a:spcAft>
              <a:buSzPts val="1400"/>
              <a:buNone/>
              <a:defRPr sz="1600">
                <a:solidFill>
                  <a:schemeClr val="accent5"/>
                </a:solidFill>
              </a:defRPr>
            </a:lvl9pPr>
          </a:lstStyle>
          <a:p/>
        </p:txBody>
      </p:sp>
      <p:sp>
        <p:nvSpPr>
          <p:cNvPr id="115" name="Google Shape;115;p98"/>
          <p:cNvSpPr txBox="1"/>
          <p:nvPr>
            <p:ph type="title"/>
          </p:nvPr>
        </p:nvSpPr>
        <p:spPr>
          <a:xfrm>
            <a:off x="2270363" y="1392503"/>
            <a:ext cx="735300" cy="387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800"/>
              <a:buNone/>
              <a:defRPr sz="3000">
                <a:solidFill>
                  <a:schemeClr val="accent3"/>
                </a:solidFill>
              </a:defRPr>
            </a:lvl1pPr>
            <a:lvl2pPr lvl="1" algn="ctr">
              <a:lnSpc>
                <a:spcPct val="100000"/>
              </a:lnSpc>
              <a:spcBef>
                <a:spcPts val="0"/>
              </a:spcBef>
              <a:spcAft>
                <a:spcPts val="0"/>
              </a:spcAft>
              <a:buClr>
                <a:schemeClr val="lt1"/>
              </a:buClr>
              <a:buSzPts val="2800"/>
              <a:buNone/>
              <a:defRPr>
                <a:solidFill>
                  <a:schemeClr val="lt1"/>
                </a:solidFill>
              </a:defRPr>
            </a:lvl2pPr>
            <a:lvl3pPr lvl="2" algn="ctr">
              <a:lnSpc>
                <a:spcPct val="100000"/>
              </a:lnSpc>
              <a:spcBef>
                <a:spcPts val="0"/>
              </a:spcBef>
              <a:spcAft>
                <a:spcPts val="0"/>
              </a:spcAft>
              <a:buClr>
                <a:schemeClr val="lt1"/>
              </a:buClr>
              <a:buSzPts val="2800"/>
              <a:buNone/>
              <a:defRPr>
                <a:solidFill>
                  <a:schemeClr val="lt1"/>
                </a:solidFill>
              </a:defRPr>
            </a:lvl3pPr>
            <a:lvl4pPr lvl="3" algn="ctr">
              <a:lnSpc>
                <a:spcPct val="100000"/>
              </a:lnSpc>
              <a:spcBef>
                <a:spcPts val="0"/>
              </a:spcBef>
              <a:spcAft>
                <a:spcPts val="0"/>
              </a:spcAft>
              <a:buClr>
                <a:schemeClr val="lt1"/>
              </a:buClr>
              <a:buSzPts val="2800"/>
              <a:buNone/>
              <a:defRPr>
                <a:solidFill>
                  <a:schemeClr val="lt1"/>
                </a:solidFill>
              </a:defRPr>
            </a:lvl4pPr>
            <a:lvl5pPr lvl="4" algn="ctr">
              <a:lnSpc>
                <a:spcPct val="100000"/>
              </a:lnSpc>
              <a:spcBef>
                <a:spcPts val="0"/>
              </a:spcBef>
              <a:spcAft>
                <a:spcPts val="0"/>
              </a:spcAft>
              <a:buClr>
                <a:schemeClr val="lt1"/>
              </a:buClr>
              <a:buSzPts val="2800"/>
              <a:buNone/>
              <a:defRPr>
                <a:solidFill>
                  <a:schemeClr val="lt1"/>
                </a:solidFill>
              </a:defRPr>
            </a:lvl5pPr>
            <a:lvl6pPr lvl="5" algn="ctr">
              <a:lnSpc>
                <a:spcPct val="100000"/>
              </a:lnSpc>
              <a:spcBef>
                <a:spcPts val="0"/>
              </a:spcBef>
              <a:spcAft>
                <a:spcPts val="0"/>
              </a:spcAft>
              <a:buClr>
                <a:schemeClr val="lt1"/>
              </a:buClr>
              <a:buSzPts val="2800"/>
              <a:buNone/>
              <a:defRPr>
                <a:solidFill>
                  <a:schemeClr val="lt1"/>
                </a:solidFill>
              </a:defRPr>
            </a:lvl6pPr>
            <a:lvl7pPr lvl="6" algn="ctr">
              <a:lnSpc>
                <a:spcPct val="100000"/>
              </a:lnSpc>
              <a:spcBef>
                <a:spcPts val="0"/>
              </a:spcBef>
              <a:spcAft>
                <a:spcPts val="0"/>
              </a:spcAft>
              <a:buClr>
                <a:schemeClr val="lt1"/>
              </a:buClr>
              <a:buSzPts val="2800"/>
              <a:buNone/>
              <a:defRPr>
                <a:solidFill>
                  <a:schemeClr val="lt1"/>
                </a:solidFill>
              </a:defRPr>
            </a:lvl7pPr>
            <a:lvl8pPr lvl="7" algn="ctr">
              <a:lnSpc>
                <a:spcPct val="100000"/>
              </a:lnSpc>
              <a:spcBef>
                <a:spcPts val="0"/>
              </a:spcBef>
              <a:spcAft>
                <a:spcPts val="0"/>
              </a:spcAft>
              <a:buClr>
                <a:schemeClr val="lt1"/>
              </a:buClr>
              <a:buSzPts val="2800"/>
              <a:buNone/>
              <a:defRPr>
                <a:solidFill>
                  <a:schemeClr val="lt1"/>
                </a:solidFill>
              </a:defRPr>
            </a:lvl8pPr>
            <a:lvl9pPr lvl="8" algn="ctr">
              <a:lnSpc>
                <a:spcPct val="100000"/>
              </a:lnSpc>
              <a:spcBef>
                <a:spcPts val="0"/>
              </a:spcBef>
              <a:spcAft>
                <a:spcPts val="0"/>
              </a:spcAft>
              <a:buClr>
                <a:schemeClr val="lt1"/>
              </a:buClr>
              <a:buSzPts val="2800"/>
              <a:buNone/>
              <a:defRPr>
                <a:solidFill>
                  <a:schemeClr val="lt1"/>
                </a:solidFill>
              </a:defRPr>
            </a:lvl9pPr>
          </a:lstStyle>
          <a:p/>
        </p:txBody>
      </p:sp>
      <p:sp>
        <p:nvSpPr>
          <p:cNvPr id="116" name="Google Shape;116;p98"/>
          <p:cNvSpPr txBox="1"/>
          <p:nvPr>
            <p:ph idx="3" type="title"/>
          </p:nvPr>
        </p:nvSpPr>
        <p:spPr>
          <a:xfrm>
            <a:off x="6130262" y="1393328"/>
            <a:ext cx="735300" cy="387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800"/>
              <a:buNone/>
              <a:defRPr sz="3000">
                <a:solidFill>
                  <a:schemeClr val="accent3"/>
                </a:solidFill>
              </a:defRPr>
            </a:lvl1pPr>
            <a:lvl2pPr lvl="1" algn="ctr">
              <a:lnSpc>
                <a:spcPct val="100000"/>
              </a:lnSpc>
              <a:spcBef>
                <a:spcPts val="0"/>
              </a:spcBef>
              <a:spcAft>
                <a:spcPts val="0"/>
              </a:spcAft>
              <a:buClr>
                <a:schemeClr val="lt1"/>
              </a:buClr>
              <a:buSzPts val="2800"/>
              <a:buNone/>
              <a:defRPr>
                <a:solidFill>
                  <a:schemeClr val="lt1"/>
                </a:solidFill>
              </a:defRPr>
            </a:lvl2pPr>
            <a:lvl3pPr lvl="2" algn="ctr">
              <a:lnSpc>
                <a:spcPct val="100000"/>
              </a:lnSpc>
              <a:spcBef>
                <a:spcPts val="0"/>
              </a:spcBef>
              <a:spcAft>
                <a:spcPts val="0"/>
              </a:spcAft>
              <a:buClr>
                <a:schemeClr val="lt1"/>
              </a:buClr>
              <a:buSzPts val="2800"/>
              <a:buNone/>
              <a:defRPr>
                <a:solidFill>
                  <a:schemeClr val="lt1"/>
                </a:solidFill>
              </a:defRPr>
            </a:lvl3pPr>
            <a:lvl4pPr lvl="3" algn="ctr">
              <a:lnSpc>
                <a:spcPct val="100000"/>
              </a:lnSpc>
              <a:spcBef>
                <a:spcPts val="0"/>
              </a:spcBef>
              <a:spcAft>
                <a:spcPts val="0"/>
              </a:spcAft>
              <a:buClr>
                <a:schemeClr val="lt1"/>
              </a:buClr>
              <a:buSzPts val="2800"/>
              <a:buNone/>
              <a:defRPr>
                <a:solidFill>
                  <a:schemeClr val="lt1"/>
                </a:solidFill>
              </a:defRPr>
            </a:lvl4pPr>
            <a:lvl5pPr lvl="4" algn="ctr">
              <a:lnSpc>
                <a:spcPct val="100000"/>
              </a:lnSpc>
              <a:spcBef>
                <a:spcPts val="0"/>
              </a:spcBef>
              <a:spcAft>
                <a:spcPts val="0"/>
              </a:spcAft>
              <a:buClr>
                <a:schemeClr val="lt1"/>
              </a:buClr>
              <a:buSzPts val="2800"/>
              <a:buNone/>
              <a:defRPr>
                <a:solidFill>
                  <a:schemeClr val="lt1"/>
                </a:solidFill>
              </a:defRPr>
            </a:lvl5pPr>
            <a:lvl6pPr lvl="5" algn="ctr">
              <a:lnSpc>
                <a:spcPct val="100000"/>
              </a:lnSpc>
              <a:spcBef>
                <a:spcPts val="0"/>
              </a:spcBef>
              <a:spcAft>
                <a:spcPts val="0"/>
              </a:spcAft>
              <a:buClr>
                <a:schemeClr val="lt1"/>
              </a:buClr>
              <a:buSzPts val="2800"/>
              <a:buNone/>
              <a:defRPr>
                <a:solidFill>
                  <a:schemeClr val="lt1"/>
                </a:solidFill>
              </a:defRPr>
            </a:lvl6pPr>
            <a:lvl7pPr lvl="6" algn="ctr">
              <a:lnSpc>
                <a:spcPct val="100000"/>
              </a:lnSpc>
              <a:spcBef>
                <a:spcPts val="0"/>
              </a:spcBef>
              <a:spcAft>
                <a:spcPts val="0"/>
              </a:spcAft>
              <a:buClr>
                <a:schemeClr val="lt1"/>
              </a:buClr>
              <a:buSzPts val="2800"/>
              <a:buNone/>
              <a:defRPr>
                <a:solidFill>
                  <a:schemeClr val="lt1"/>
                </a:solidFill>
              </a:defRPr>
            </a:lvl7pPr>
            <a:lvl8pPr lvl="7" algn="ctr">
              <a:lnSpc>
                <a:spcPct val="100000"/>
              </a:lnSpc>
              <a:spcBef>
                <a:spcPts val="0"/>
              </a:spcBef>
              <a:spcAft>
                <a:spcPts val="0"/>
              </a:spcAft>
              <a:buClr>
                <a:schemeClr val="lt1"/>
              </a:buClr>
              <a:buSzPts val="2800"/>
              <a:buNone/>
              <a:defRPr>
                <a:solidFill>
                  <a:schemeClr val="lt1"/>
                </a:solidFill>
              </a:defRPr>
            </a:lvl8pPr>
            <a:lvl9pPr lvl="8" algn="ctr">
              <a:lnSpc>
                <a:spcPct val="100000"/>
              </a:lnSpc>
              <a:spcBef>
                <a:spcPts val="0"/>
              </a:spcBef>
              <a:spcAft>
                <a:spcPts val="0"/>
              </a:spcAft>
              <a:buClr>
                <a:schemeClr val="lt1"/>
              </a:buClr>
              <a:buSzPts val="2800"/>
              <a:buNone/>
              <a:defRPr>
                <a:solidFill>
                  <a:schemeClr val="lt1"/>
                </a:solidFill>
              </a:defRPr>
            </a:lvl9pPr>
          </a:lstStyle>
          <a:p/>
        </p:txBody>
      </p:sp>
      <p:sp>
        <p:nvSpPr>
          <p:cNvPr id="117" name="Google Shape;117;p98"/>
          <p:cNvSpPr txBox="1"/>
          <p:nvPr>
            <p:ph idx="4" type="subTitle"/>
          </p:nvPr>
        </p:nvSpPr>
        <p:spPr>
          <a:xfrm>
            <a:off x="1009425" y="1809973"/>
            <a:ext cx="3257100" cy="388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5"/>
                </a:solidFill>
                <a:latin typeface="Aldrich"/>
                <a:ea typeface="Aldrich"/>
                <a:cs typeface="Aldrich"/>
                <a:sym typeface="Aldrich"/>
              </a:defRPr>
            </a:lvl1pPr>
            <a:lvl2pPr lvl="1"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2pPr>
            <a:lvl3pPr lvl="2"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3pPr>
            <a:lvl4pPr lvl="3"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4pPr>
            <a:lvl5pPr lvl="4"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5pPr>
            <a:lvl6pPr lvl="5"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6pPr>
            <a:lvl7pPr lvl="6"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7pPr>
            <a:lvl8pPr lvl="7"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8pPr>
            <a:lvl9pPr lvl="8"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9pPr>
          </a:lstStyle>
          <a:p/>
        </p:txBody>
      </p:sp>
      <p:sp>
        <p:nvSpPr>
          <p:cNvPr id="118" name="Google Shape;118;p98"/>
          <p:cNvSpPr txBox="1"/>
          <p:nvPr>
            <p:ph idx="5" type="subTitle"/>
          </p:nvPr>
        </p:nvSpPr>
        <p:spPr>
          <a:xfrm>
            <a:off x="4877475" y="1820073"/>
            <a:ext cx="3257100" cy="388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5"/>
                </a:solidFill>
                <a:latin typeface="Aldrich"/>
                <a:ea typeface="Aldrich"/>
                <a:cs typeface="Aldrich"/>
                <a:sym typeface="Aldrich"/>
              </a:defRPr>
            </a:lvl1pPr>
            <a:lvl2pPr lvl="1"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2pPr>
            <a:lvl3pPr lvl="2"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3pPr>
            <a:lvl4pPr lvl="3"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4pPr>
            <a:lvl5pPr lvl="4"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5pPr>
            <a:lvl6pPr lvl="5"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6pPr>
            <a:lvl7pPr lvl="6"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7pPr>
            <a:lvl8pPr lvl="7"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8pPr>
            <a:lvl9pPr lvl="8"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9pPr>
          </a:lstStyle>
          <a:p/>
        </p:txBody>
      </p:sp>
      <p:sp>
        <p:nvSpPr>
          <p:cNvPr id="119" name="Google Shape;119;p98"/>
          <p:cNvSpPr txBox="1"/>
          <p:nvPr>
            <p:ph idx="6"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 name="Google Shape;120;p98"/>
          <p:cNvSpPr txBox="1"/>
          <p:nvPr>
            <p:ph idx="7" type="subTitle"/>
          </p:nvPr>
        </p:nvSpPr>
        <p:spPr>
          <a:xfrm>
            <a:off x="1454213" y="3738095"/>
            <a:ext cx="2367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solidFill>
                  <a:schemeClr val="accent5"/>
                </a:solidFill>
              </a:defRPr>
            </a:lvl1pPr>
            <a:lvl2pPr lvl="1" algn="ctr">
              <a:lnSpc>
                <a:spcPct val="100000"/>
              </a:lnSpc>
              <a:spcBef>
                <a:spcPts val="0"/>
              </a:spcBef>
              <a:spcAft>
                <a:spcPts val="0"/>
              </a:spcAft>
              <a:buSzPts val="1400"/>
              <a:buNone/>
              <a:defRPr sz="1600">
                <a:solidFill>
                  <a:schemeClr val="accent5"/>
                </a:solidFill>
              </a:defRPr>
            </a:lvl2pPr>
            <a:lvl3pPr lvl="2" algn="ctr">
              <a:lnSpc>
                <a:spcPct val="100000"/>
              </a:lnSpc>
              <a:spcBef>
                <a:spcPts val="0"/>
              </a:spcBef>
              <a:spcAft>
                <a:spcPts val="0"/>
              </a:spcAft>
              <a:buSzPts val="1400"/>
              <a:buNone/>
              <a:defRPr sz="1600">
                <a:solidFill>
                  <a:schemeClr val="accent5"/>
                </a:solidFill>
              </a:defRPr>
            </a:lvl3pPr>
            <a:lvl4pPr lvl="3" algn="ctr">
              <a:lnSpc>
                <a:spcPct val="100000"/>
              </a:lnSpc>
              <a:spcBef>
                <a:spcPts val="0"/>
              </a:spcBef>
              <a:spcAft>
                <a:spcPts val="0"/>
              </a:spcAft>
              <a:buSzPts val="1400"/>
              <a:buNone/>
              <a:defRPr sz="1600">
                <a:solidFill>
                  <a:schemeClr val="accent5"/>
                </a:solidFill>
              </a:defRPr>
            </a:lvl4pPr>
            <a:lvl5pPr lvl="4" algn="ctr">
              <a:lnSpc>
                <a:spcPct val="100000"/>
              </a:lnSpc>
              <a:spcBef>
                <a:spcPts val="0"/>
              </a:spcBef>
              <a:spcAft>
                <a:spcPts val="0"/>
              </a:spcAft>
              <a:buSzPts val="1400"/>
              <a:buNone/>
              <a:defRPr sz="1600">
                <a:solidFill>
                  <a:schemeClr val="accent5"/>
                </a:solidFill>
              </a:defRPr>
            </a:lvl5pPr>
            <a:lvl6pPr lvl="5" algn="ctr">
              <a:lnSpc>
                <a:spcPct val="100000"/>
              </a:lnSpc>
              <a:spcBef>
                <a:spcPts val="0"/>
              </a:spcBef>
              <a:spcAft>
                <a:spcPts val="0"/>
              </a:spcAft>
              <a:buSzPts val="1400"/>
              <a:buNone/>
              <a:defRPr sz="1600">
                <a:solidFill>
                  <a:schemeClr val="accent5"/>
                </a:solidFill>
              </a:defRPr>
            </a:lvl6pPr>
            <a:lvl7pPr lvl="6" algn="ctr">
              <a:lnSpc>
                <a:spcPct val="100000"/>
              </a:lnSpc>
              <a:spcBef>
                <a:spcPts val="0"/>
              </a:spcBef>
              <a:spcAft>
                <a:spcPts val="0"/>
              </a:spcAft>
              <a:buSzPts val="1400"/>
              <a:buNone/>
              <a:defRPr sz="1600">
                <a:solidFill>
                  <a:schemeClr val="accent5"/>
                </a:solidFill>
              </a:defRPr>
            </a:lvl7pPr>
            <a:lvl8pPr lvl="7" algn="ctr">
              <a:lnSpc>
                <a:spcPct val="100000"/>
              </a:lnSpc>
              <a:spcBef>
                <a:spcPts val="0"/>
              </a:spcBef>
              <a:spcAft>
                <a:spcPts val="0"/>
              </a:spcAft>
              <a:buSzPts val="1400"/>
              <a:buNone/>
              <a:defRPr sz="1600">
                <a:solidFill>
                  <a:schemeClr val="accent5"/>
                </a:solidFill>
              </a:defRPr>
            </a:lvl8pPr>
            <a:lvl9pPr lvl="8" algn="ctr">
              <a:lnSpc>
                <a:spcPct val="100000"/>
              </a:lnSpc>
              <a:spcBef>
                <a:spcPts val="0"/>
              </a:spcBef>
              <a:spcAft>
                <a:spcPts val="0"/>
              </a:spcAft>
              <a:buSzPts val="1400"/>
              <a:buNone/>
              <a:defRPr sz="1600">
                <a:solidFill>
                  <a:schemeClr val="accent5"/>
                </a:solidFill>
              </a:defRPr>
            </a:lvl9pPr>
          </a:lstStyle>
          <a:p/>
        </p:txBody>
      </p:sp>
      <p:sp>
        <p:nvSpPr>
          <p:cNvPr id="121" name="Google Shape;121;p98"/>
          <p:cNvSpPr txBox="1"/>
          <p:nvPr>
            <p:ph idx="8" type="subTitle"/>
          </p:nvPr>
        </p:nvSpPr>
        <p:spPr>
          <a:xfrm>
            <a:off x="5322225" y="3748184"/>
            <a:ext cx="23676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solidFill>
                  <a:schemeClr val="accent5"/>
                </a:solidFill>
              </a:defRPr>
            </a:lvl1pPr>
            <a:lvl2pPr lvl="1" algn="ctr">
              <a:lnSpc>
                <a:spcPct val="100000"/>
              </a:lnSpc>
              <a:spcBef>
                <a:spcPts val="0"/>
              </a:spcBef>
              <a:spcAft>
                <a:spcPts val="0"/>
              </a:spcAft>
              <a:buSzPts val="1400"/>
              <a:buNone/>
              <a:defRPr sz="1600">
                <a:solidFill>
                  <a:schemeClr val="accent5"/>
                </a:solidFill>
              </a:defRPr>
            </a:lvl2pPr>
            <a:lvl3pPr lvl="2" algn="ctr">
              <a:lnSpc>
                <a:spcPct val="100000"/>
              </a:lnSpc>
              <a:spcBef>
                <a:spcPts val="0"/>
              </a:spcBef>
              <a:spcAft>
                <a:spcPts val="0"/>
              </a:spcAft>
              <a:buSzPts val="1400"/>
              <a:buNone/>
              <a:defRPr sz="1600">
                <a:solidFill>
                  <a:schemeClr val="accent5"/>
                </a:solidFill>
              </a:defRPr>
            </a:lvl3pPr>
            <a:lvl4pPr lvl="3" algn="ctr">
              <a:lnSpc>
                <a:spcPct val="100000"/>
              </a:lnSpc>
              <a:spcBef>
                <a:spcPts val="0"/>
              </a:spcBef>
              <a:spcAft>
                <a:spcPts val="0"/>
              </a:spcAft>
              <a:buSzPts val="1400"/>
              <a:buNone/>
              <a:defRPr sz="1600">
                <a:solidFill>
                  <a:schemeClr val="accent5"/>
                </a:solidFill>
              </a:defRPr>
            </a:lvl4pPr>
            <a:lvl5pPr lvl="4" algn="ctr">
              <a:lnSpc>
                <a:spcPct val="100000"/>
              </a:lnSpc>
              <a:spcBef>
                <a:spcPts val="0"/>
              </a:spcBef>
              <a:spcAft>
                <a:spcPts val="0"/>
              </a:spcAft>
              <a:buSzPts val="1400"/>
              <a:buNone/>
              <a:defRPr sz="1600">
                <a:solidFill>
                  <a:schemeClr val="accent5"/>
                </a:solidFill>
              </a:defRPr>
            </a:lvl5pPr>
            <a:lvl6pPr lvl="5" algn="ctr">
              <a:lnSpc>
                <a:spcPct val="100000"/>
              </a:lnSpc>
              <a:spcBef>
                <a:spcPts val="0"/>
              </a:spcBef>
              <a:spcAft>
                <a:spcPts val="0"/>
              </a:spcAft>
              <a:buSzPts val="1400"/>
              <a:buNone/>
              <a:defRPr sz="1600">
                <a:solidFill>
                  <a:schemeClr val="accent5"/>
                </a:solidFill>
              </a:defRPr>
            </a:lvl6pPr>
            <a:lvl7pPr lvl="6" algn="ctr">
              <a:lnSpc>
                <a:spcPct val="100000"/>
              </a:lnSpc>
              <a:spcBef>
                <a:spcPts val="0"/>
              </a:spcBef>
              <a:spcAft>
                <a:spcPts val="0"/>
              </a:spcAft>
              <a:buSzPts val="1400"/>
              <a:buNone/>
              <a:defRPr sz="1600">
                <a:solidFill>
                  <a:schemeClr val="accent5"/>
                </a:solidFill>
              </a:defRPr>
            </a:lvl7pPr>
            <a:lvl8pPr lvl="7" algn="ctr">
              <a:lnSpc>
                <a:spcPct val="100000"/>
              </a:lnSpc>
              <a:spcBef>
                <a:spcPts val="0"/>
              </a:spcBef>
              <a:spcAft>
                <a:spcPts val="0"/>
              </a:spcAft>
              <a:buSzPts val="1400"/>
              <a:buNone/>
              <a:defRPr sz="1600">
                <a:solidFill>
                  <a:schemeClr val="accent5"/>
                </a:solidFill>
              </a:defRPr>
            </a:lvl8pPr>
            <a:lvl9pPr lvl="8" algn="ctr">
              <a:lnSpc>
                <a:spcPct val="100000"/>
              </a:lnSpc>
              <a:spcBef>
                <a:spcPts val="0"/>
              </a:spcBef>
              <a:spcAft>
                <a:spcPts val="0"/>
              </a:spcAft>
              <a:buSzPts val="1400"/>
              <a:buNone/>
              <a:defRPr sz="1600">
                <a:solidFill>
                  <a:schemeClr val="accent5"/>
                </a:solidFill>
              </a:defRPr>
            </a:lvl9pPr>
          </a:lstStyle>
          <a:p/>
        </p:txBody>
      </p:sp>
      <p:sp>
        <p:nvSpPr>
          <p:cNvPr id="122" name="Google Shape;122;p98"/>
          <p:cNvSpPr txBox="1"/>
          <p:nvPr>
            <p:ph idx="9" type="title"/>
          </p:nvPr>
        </p:nvSpPr>
        <p:spPr>
          <a:xfrm>
            <a:off x="2270363" y="3012853"/>
            <a:ext cx="735300" cy="387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800"/>
              <a:buNone/>
              <a:defRPr sz="3000">
                <a:solidFill>
                  <a:schemeClr val="accent3"/>
                </a:solidFill>
              </a:defRPr>
            </a:lvl1pPr>
            <a:lvl2pPr lvl="1" algn="ctr">
              <a:lnSpc>
                <a:spcPct val="100000"/>
              </a:lnSpc>
              <a:spcBef>
                <a:spcPts val="0"/>
              </a:spcBef>
              <a:spcAft>
                <a:spcPts val="0"/>
              </a:spcAft>
              <a:buClr>
                <a:schemeClr val="lt1"/>
              </a:buClr>
              <a:buSzPts val="2800"/>
              <a:buNone/>
              <a:defRPr>
                <a:solidFill>
                  <a:schemeClr val="lt1"/>
                </a:solidFill>
              </a:defRPr>
            </a:lvl2pPr>
            <a:lvl3pPr lvl="2" algn="ctr">
              <a:lnSpc>
                <a:spcPct val="100000"/>
              </a:lnSpc>
              <a:spcBef>
                <a:spcPts val="0"/>
              </a:spcBef>
              <a:spcAft>
                <a:spcPts val="0"/>
              </a:spcAft>
              <a:buClr>
                <a:schemeClr val="lt1"/>
              </a:buClr>
              <a:buSzPts val="2800"/>
              <a:buNone/>
              <a:defRPr>
                <a:solidFill>
                  <a:schemeClr val="lt1"/>
                </a:solidFill>
              </a:defRPr>
            </a:lvl3pPr>
            <a:lvl4pPr lvl="3" algn="ctr">
              <a:lnSpc>
                <a:spcPct val="100000"/>
              </a:lnSpc>
              <a:spcBef>
                <a:spcPts val="0"/>
              </a:spcBef>
              <a:spcAft>
                <a:spcPts val="0"/>
              </a:spcAft>
              <a:buClr>
                <a:schemeClr val="lt1"/>
              </a:buClr>
              <a:buSzPts val="2800"/>
              <a:buNone/>
              <a:defRPr>
                <a:solidFill>
                  <a:schemeClr val="lt1"/>
                </a:solidFill>
              </a:defRPr>
            </a:lvl4pPr>
            <a:lvl5pPr lvl="4" algn="ctr">
              <a:lnSpc>
                <a:spcPct val="100000"/>
              </a:lnSpc>
              <a:spcBef>
                <a:spcPts val="0"/>
              </a:spcBef>
              <a:spcAft>
                <a:spcPts val="0"/>
              </a:spcAft>
              <a:buClr>
                <a:schemeClr val="lt1"/>
              </a:buClr>
              <a:buSzPts val="2800"/>
              <a:buNone/>
              <a:defRPr>
                <a:solidFill>
                  <a:schemeClr val="lt1"/>
                </a:solidFill>
              </a:defRPr>
            </a:lvl5pPr>
            <a:lvl6pPr lvl="5" algn="ctr">
              <a:lnSpc>
                <a:spcPct val="100000"/>
              </a:lnSpc>
              <a:spcBef>
                <a:spcPts val="0"/>
              </a:spcBef>
              <a:spcAft>
                <a:spcPts val="0"/>
              </a:spcAft>
              <a:buClr>
                <a:schemeClr val="lt1"/>
              </a:buClr>
              <a:buSzPts val="2800"/>
              <a:buNone/>
              <a:defRPr>
                <a:solidFill>
                  <a:schemeClr val="lt1"/>
                </a:solidFill>
              </a:defRPr>
            </a:lvl6pPr>
            <a:lvl7pPr lvl="6" algn="ctr">
              <a:lnSpc>
                <a:spcPct val="100000"/>
              </a:lnSpc>
              <a:spcBef>
                <a:spcPts val="0"/>
              </a:spcBef>
              <a:spcAft>
                <a:spcPts val="0"/>
              </a:spcAft>
              <a:buClr>
                <a:schemeClr val="lt1"/>
              </a:buClr>
              <a:buSzPts val="2800"/>
              <a:buNone/>
              <a:defRPr>
                <a:solidFill>
                  <a:schemeClr val="lt1"/>
                </a:solidFill>
              </a:defRPr>
            </a:lvl7pPr>
            <a:lvl8pPr lvl="7" algn="ctr">
              <a:lnSpc>
                <a:spcPct val="100000"/>
              </a:lnSpc>
              <a:spcBef>
                <a:spcPts val="0"/>
              </a:spcBef>
              <a:spcAft>
                <a:spcPts val="0"/>
              </a:spcAft>
              <a:buClr>
                <a:schemeClr val="lt1"/>
              </a:buClr>
              <a:buSzPts val="2800"/>
              <a:buNone/>
              <a:defRPr>
                <a:solidFill>
                  <a:schemeClr val="lt1"/>
                </a:solidFill>
              </a:defRPr>
            </a:lvl8pPr>
            <a:lvl9pPr lvl="8" algn="ctr">
              <a:lnSpc>
                <a:spcPct val="100000"/>
              </a:lnSpc>
              <a:spcBef>
                <a:spcPts val="0"/>
              </a:spcBef>
              <a:spcAft>
                <a:spcPts val="0"/>
              </a:spcAft>
              <a:buClr>
                <a:schemeClr val="lt1"/>
              </a:buClr>
              <a:buSzPts val="2800"/>
              <a:buNone/>
              <a:defRPr>
                <a:solidFill>
                  <a:schemeClr val="lt1"/>
                </a:solidFill>
              </a:defRPr>
            </a:lvl9pPr>
          </a:lstStyle>
          <a:p/>
        </p:txBody>
      </p:sp>
      <p:sp>
        <p:nvSpPr>
          <p:cNvPr id="123" name="Google Shape;123;p98"/>
          <p:cNvSpPr txBox="1"/>
          <p:nvPr>
            <p:ph idx="13" type="title"/>
          </p:nvPr>
        </p:nvSpPr>
        <p:spPr>
          <a:xfrm>
            <a:off x="6130262" y="3013678"/>
            <a:ext cx="735300" cy="387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800"/>
              <a:buNone/>
              <a:defRPr sz="3000">
                <a:solidFill>
                  <a:schemeClr val="accent3"/>
                </a:solidFill>
              </a:defRPr>
            </a:lvl1pPr>
            <a:lvl2pPr lvl="1" algn="ctr">
              <a:lnSpc>
                <a:spcPct val="100000"/>
              </a:lnSpc>
              <a:spcBef>
                <a:spcPts val="0"/>
              </a:spcBef>
              <a:spcAft>
                <a:spcPts val="0"/>
              </a:spcAft>
              <a:buClr>
                <a:schemeClr val="lt1"/>
              </a:buClr>
              <a:buSzPts val="2800"/>
              <a:buNone/>
              <a:defRPr>
                <a:solidFill>
                  <a:schemeClr val="lt1"/>
                </a:solidFill>
              </a:defRPr>
            </a:lvl2pPr>
            <a:lvl3pPr lvl="2" algn="ctr">
              <a:lnSpc>
                <a:spcPct val="100000"/>
              </a:lnSpc>
              <a:spcBef>
                <a:spcPts val="0"/>
              </a:spcBef>
              <a:spcAft>
                <a:spcPts val="0"/>
              </a:spcAft>
              <a:buClr>
                <a:schemeClr val="lt1"/>
              </a:buClr>
              <a:buSzPts val="2800"/>
              <a:buNone/>
              <a:defRPr>
                <a:solidFill>
                  <a:schemeClr val="lt1"/>
                </a:solidFill>
              </a:defRPr>
            </a:lvl3pPr>
            <a:lvl4pPr lvl="3" algn="ctr">
              <a:lnSpc>
                <a:spcPct val="100000"/>
              </a:lnSpc>
              <a:spcBef>
                <a:spcPts val="0"/>
              </a:spcBef>
              <a:spcAft>
                <a:spcPts val="0"/>
              </a:spcAft>
              <a:buClr>
                <a:schemeClr val="lt1"/>
              </a:buClr>
              <a:buSzPts val="2800"/>
              <a:buNone/>
              <a:defRPr>
                <a:solidFill>
                  <a:schemeClr val="lt1"/>
                </a:solidFill>
              </a:defRPr>
            </a:lvl4pPr>
            <a:lvl5pPr lvl="4" algn="ctr">
              <a:lnSpc>
                <a:spcPct val="100000"/>
              </a:lnSpc>
              <a:spcBef>
                <a:spcPts val="0"/>
              </a:spcBef>
              <a:spcAft>
                <a:spcPts val="0"/>
              </a:spcAft>
              <a:buClr>
                <a:schemeClr val="lt1"/>
              </a:buClr>
              <a:buSzPts val="2800"/>
              <a:buNone/>
              <a:defRPr>
                <a:solidFill>
                  <a:schemeClr val="lt1"/>
                </a:solidFill>
              </a:defRPr>
            </a:lvl5pPr>
            <a:lvl6pPr lvl="5" algn="ctr">
              <a:lnSpc>
                <a:spcPct val="100000"/>
              </a:lnSpc>
              <a:spcBef>
                <a:spcPts val="0"/>
              </a:spcBef>
              <a:spcAft>
                <a:spcPts val="0"/>
              </a:spcAft>
              <a:buClr>
                <a:schemeClr val="lt1"/>
              </a:buClr>
              <a:buSzPts val="2800"/>
              <a:buNone/>
              <a:defRPr>
                <a:solidFill>
                  <a:schemeClr val="lt1"/>
                </a:solidFill>
              </a:defRPr>
            </a:lvl6pPr>
            <a:lvl7pPr lvl="6" algn="ctr">
              <a:lnSpc>
                <a:spcPct val="100000"/>
              </a:lnSpc>
              <a:spcBef>
                <a:spcPts val="0"/>
              </a:spcBef>
              <a:spcAft>
                <a:spcPts val="0"/>
              </a:spcAft>
              <a:buClr>
                <a:schemeClr val="lt1"/>
              </a:buClr>
              <a:buSzPts val="2800"/>
              <a:buNone/>
              <a:defRPr>
                <a:solidFill>
                  <a:schemeClr val="lt1"/>
                </a:solidFill>
              </a:defRPr>
            </a:lvl7pPr>
            <a:lvl8pPr lvl="7" algn="ctr">
              <a:lnSpc>
                <a:spcPct val="100000"/>
              </a:lnSpc>
              <a:spcBef>
                <a:spcPts val="0"/>
              </a:spcBef>
              <a:spcAft>
                <a:spcPts val="0"/>
              </a:spcAft>
              <a:buClr>
                <a:schemeClr val="lt1"/>
              </a:buClr>
              <a:buSzPts val="2800"/>
              <a:buNone/>
              <a:defRPr>
                <a:solidFill>
                  <a:schemeClr val="lt1"/>
                </a:solidFill>
              </a:defRPr>
            </a:lvl8pPr>
            <a:lvl9pPr lvl="8" algn="ctr">
              <a:lnSpc>
                <a:spcPct val="100000"/>
              </a:lnSpc>
              <a:spcBef>
                <a:spcPts val="0"/>
              </a:spcBef>
              <a:spcAft>
                <a:spcPts val="0"/>
              </a:spcAft>
              <a:buClr>
                <a:schemeClr val="lt1"/>
              </a:buClr>
              <a:buSzPts val="2800"/>
              <a:buNone/>
              <a:defRPr>
                <a:solidFill>
                  <a:schemeClr val="lt1"/>
                </a:solidFill>
              </a:defRPr>
            </a:lvl9pPr>
          </a:lstStyle>
          <a:p/>
        </p:txBody>
      </p:sp>
      <p:sp>
        <p:nvSpPr>
          <p:cNvPr id="124" name="Google Shape;124;p98"/>
          <p:cNvSpPr txBox="1"/>
          <p:nvPr>
            <p:ph idx="14" type="subTitle"/>
          </p:nvPr>
        </p:nvSpPr>
        <p:spPr>
          <a:xfrm>
            <a:off x="1009425" y="3430323"/>
            <a:ext cx="3257100" cy="388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5"/>
                </a:solidFill>
                <a:latin typeface="Aldrich"/>
                <a:ea typeface="Aldrich"/>
                <a:cs typeface="Aldrich"/>
                <a:sym typeface="Aldrich"/>
              </a:defRPr>
            </a:lvl1pPr>
            <a:lvl2pPr lvl="1"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2pPr>
            <a:lvl3pPr lvl="2"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3pPr>
            <a:lvl4pPr lvl="3"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4pPr>
            <a:lvl5pPr lvl="4"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5pPr>
            <a:lvl6pPr lvl="5"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6pPr>
            <a:lvl7pPr lvl="6"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7pPr>
            <a:lvl8pPr lvl="7"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8pPr>
            <a:lvl9pPr lvl="8"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9pPr>
          </a:lstStyle>
          <a:p/>
        </p:txBody>
      </p:sp>
      <p:sp>
        <p:nvSpPr>
          <p:cNvPr id="125" name="Google Shape;125;p98"/>
          <p:cNvSpPr txBox="1"/>
          <p:nvPr>
            <p:ph idx="15" type="subTitle"/>
          </p:nvPr>
        </p:nvSpPr>
        <p:spPr>
          <a:xfrm>
            <a:off x="4877475" y="3440423"/>
            <a:ext cx="3257100" cy="388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1800">
                <a:solidFill>
                  <a:schemeClr val="accent5"/>
                </a:solidFill>
                <a:latin typeface="Aldrich"/>
                <a:ea typeface="Aldrich"/>
                <a:cs typeface="Aldrich"/>
                <a:sym typeface="Aldrich"/>
              </a:defRPr>
            </a:lvl1pPr>
            <a:lvl2pPr lvl="1"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2pPr>
            <a:lvl3pPr lvl="2"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3pPr>
            <a:lvl4pPr lvl="3"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4pPr>
            <a:lvl5pPr lvl="4"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5pPr>
            <a:lvl6pPr lvl="5"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6pPr>
            <a:lvl7pPr lvl="6"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7pPr>
            <a:lvl8pPr lvl="7"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8pPr>
            <a:lvl9pPr lvl="8" algn="ctr">
              <a:lnSpc>
                <a:spcPct val="100000"/>
              </a:lnSpc>
              <a:spcBef>
                <a:spcPts val="0"/>
              </a:spcBef>
              <a:spcAft>
                <a:spcPts val="0"/>
              </a:spcAft>
              <a:buSzPts val="1400"/>
              <a:buNone/>
              <a:defRPr b="1" sz="1800">
                <a:solidFill>
                  <a:schemeClr val="accent5"/>
                </a:solidFill>
                <a:latin typeface="Aldrich"/>
                <a:ea typeface="Aldrich"/>
                <a:cs typeface="Aldrich"/>
                <a:sym typeface="Aldrich"/>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2"/>
        </a:solidFill>
      </p:bgPr>
    </p:bg>
    <p:spTree>
      <p:nvGrpSpPr>
        <p:cNvPr id="126" name="Shape 126"/>
        <p:cNvGrpSpPr/>
        <p:nvPr/>
      </p:nvGrpSpPr>
      <p:grpSpPr>
        <a:xfrm>
          <a:off x="0" y="0"/>
          <a:ext cx="0" cy="0"/>
          <a:chOff x="0" y="0"/>
          <a:chExt cx="0" cy="0"/>
        </a:xfrm>
      </p:grpSpPr>
      <p:grpSp>
        <p:nvGrpSpPr>
          <p:cNvPr id="127" name="Google Shape;127;p99"/>
          <p:cNvGrpSpPr/>
          <p:nvPr/>
        </p:nvGrpSpPr>
        <p:grpSpPr>
          <a:xfrm>
            <a:off x="319043" y="283350"/>
            <a:ext cx="8505900" cy="4576800"/>
            <a:chOff x="319043" y="283350"/>
            <a:chExt cx="8505900" cy="4576800"/>
          </a:xfrm>
        </p:grpSpPr>
        <p:sp>
          <p:nvSpPr>
            <p:cNvPr id="128" name="Google Shape;128;p99"/>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99"/>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99"/>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99"/>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2" name="Google Shape;132;p99"/>
          <p:cNvGrpSpPr/>
          <p:nvPr/>
        </p:nvGrpSpPr>
        <p:grpSpPr>
          <a:xfrm>
            <a:off x="4281415" y="375214"/>
            <a:ext cx="581170" cy="125403"/>
            <a:chOff x="4685288" y="186288"/>
            <a:chExt cx="419375" cy="90485"/>
          </a:xfrm>
        </p:grpSpPr>
        <p:sp>
          <p:nvSpPr>
            <p:cNvPr id="133" name="Google Shape;133;p99"/>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4" name="Google Shape;134;p99"/>
            <p:cNvGrpSpPr/>
            <p:nvPr/>
          </p:nvGrpSpPr>
          <p:grpSpPr>
            <a:xfrm>
              <a:off x="4685288" y="186300"/>
              <a:ext cx="419375" cy="90473"/>
              <a:chOff x="4390000" y="182175"/>
              <a:chExt cx="419375" cy="90473"/>
            </a:xfrm>
          </p:grpSpPr>
          <p:sp>
            <p:nvSpPr>
              <p:cNvPr id="135" name="Google Shape;135;p99"/>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99"/>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37" name="Google Shape;137;p99"/>
          <p:cNvSpPr txBox="1"/>
          <p:nvPr>
            <p:ph type="ctrTitle"/>
          </p:nvPr>
        </p:nvSpPr>
        <p:spPr>
          <a:xfrm>
            <a:off x="2492100" y="2123475"/>
            <a:ext cx="4159800" cy="11244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SzPts val="8000"/>
              <a:buNone/>
              <a:defRPr sz="50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138" name="Google Shape;138;p99"/>
          <p:cNvSpPr txBox="1"/>
          <p:nvPr>
            <p:ph idx="1" type="subTitle"/>
          </p:nvPr>
        </p:nvSpPr>
        <p:spPr>
          <a:xfrm>
            <a:off x="2492100" y="3323814"/>
            <a:ext cx="4159800" cy="3363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9" name="Google Shape;139;p99"/>
          <p:cNvSpPr txBox="1"/>
          <p:nvPr>
            <p:ph idx="2" type="title"/>
          </p:nvPr>
        </p:nvSpPr>
        <p:spPr>
          <a:xfrm>
            <a:off x="2492100" y="1483386"/>
            <a:ext cx="4159800" cy="704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Clr>
                <a:schemeClr val="accent2"/>
              </a:buClr>
              <a:buSzPts val="5000"/>
              <a:buNone/>
              <a:defRPr sz="7000">
                <a:solidFill>
                  <a:schemeClr val="accent3"/>
                </a:solidFill>
              </a:defRPr>
            </a:lvl1pPr>
            <a:lvl2pPr lvl="1" algn="ctr">
              <a:lnSpc>
                <a:spcPct val="100000"/>
              </a:lnSpc>
              <a:spcBef>
                <a:spcPts val="0"/>
              </a:spcBef>
              <a:spcAft>
                <a:spcPts val="0"/>
              </a:spcAft>
              <a:buSzPts val="10000"/>
              <a:buNone/>
              <a:defRPr sz="10000"/>
            </a:lvl2pPr>
            <a:lvl3pPr lvl="2" algn="ctr">
              <a:lnSpc>
                <a:spcPct val="100000"/>
              </a:lnSpc>
              <a:spcBef>
                <a:spcPts val="0"/>
              </a:spcBef>
              <a:spcAft>
                <a:spcPts val="0"/>
              </a:spcAft>
              <a:buSzPts val="10000"/>
              <a:buNone/>
              <a:defRPr sz="10000"/>
            </a:lvl3pPr>
            <a:lvl4pPr lvl="3" algn="ctr">
              <a:lnSpc>
                <a:spcPct val="100000"/>
              </a:lnSpc>
              <a:spcBef>
                <a:spcPts val="0"/>
              </a:spcBef>
              <a:spcAft>
                <a:spcPts val="0"/>
              </a:spcAft>
              <a:buSzPts val="10000"/>
              <a:buNone/>
              <a:defRPr sz="10000"/>
            </a:lvl4pPr>
            <a:lvl5pPr lvl="4" algn="ctr">
              <a:lnSpc>
                <a:spcPct val="100000"/>
              </a:lnSpc>
              <a:spcBef>
                <a:spcPts val="0"/>
              </a:spcBef>
              <a:spcAft>
                <a:spcPts val="0"/>
              </a:spcAft>
              <a:buSzPts val="10000"/>
              <a:buNone/>
              <a:defRPr sz="10000"/>
            </a:lvl5pPr>
            <a:lvl6pPr lvl="5" algn="ctr">
              <a:lnSpc>
                <a:spcPct val="100000"/>
              </a:lnSpc>
              <a:spcBef>
                <a:spcPts val="0"/>
              </a:spcBef>
              <a:spcAft>
                <a:spcPts val="0"/>
              </a:spcAft>
              <a:buSzPts val="10000"/>
              <a:buNone/>
              <a:defRPr sz="10000"/>
            </a:lvl6pPr>
            <a:lvl7pPr lvl="6" algn="ctr">
              <a:lnSpc>
                <a:spcPct val="100000"/>
              </a:lnSpc>
              <a:spcBef>
                <a:spcPts val="0"/>
              </a:spcBef>
              <a:spcAft>
                <a:spcPts val="0"/>
              </a:spcAft>
              <a:buSzPts val="10000"/>
              <a:buNone/>
              <a:defRPr sz="10000"/>
            </a:lvl7pPr>
            <a:lvl8pPr lvl="7" algn="ctr">
              <a:lnSpc>
                <a:spcPct val="100000"/>
              </a:lnSpc>
              <a:spcBef>
                <a:spcPts val="0"/>
              </a:spcBef>
              <a:spcAft>
                <a:spcPts val="0"/>
              </a:spcAft>
              <a:buSzPts val="10000"/>
              <a:buNone/>
              <a:defRPr sz="10000"/>
            </a:lvl8pPr>
            <a:lvl9pPr lvl="8" algn="ctr">
              <a:lnSpc>
                <a:spcPct val="100000"/>
              </a:lnSpc>
              <a:spcBef>
                <a:spcPts val="0"/>
              </a:spcBef>
              <a:spcAft>
                <a:spcPts val="0"/>
              </a:spcAft>
              <a:buSzPts val="10000"/>
              <a:buNone/>
              <a:defRPr sz="10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2"/>
        </a:solidFill>
      </p:bgPr>
    </p:bg>
    <p:spTree>
      <p:nvGrpSpPr>
        <p:cNvPr id="140" name="Shape 140"/>
        <p:cNvGrpSpPr/>
        <p:nvPr/>
      </p:nvGrpSpPr>
      <p:grpSpPr>
        <a:xfrm>
          <a:off x="0" y="0"/>
          <a:ext cx="0" cy="0"/>
          <a:chOff x="0" y="0"/>
          <a:chExt cx="0" cy="0"/>
        </a:xfrm>
      </p:grpSpPr>
      <p:sp>
        <p:nvSpPr>
          <p:cNvPr id="141" name="Google Shape;141;p100"/>
          <p:cNvSpPr txBox="1"/>
          <p:nvPr>
            <p:ph type="title"/>
          </p:nvPr>
        </p:nvSpPr>
        <p:spPr>
          <a:xfrm>
            <a:off x="992071" y="1521350"/>
            <a:ext cx="2649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2" name="Google Shape;142;p100"/>
          <p:cNvSpPr txBox="1"/>
          <p:nvPr>
            <p:ph idx="1" type="subTitle"/>
          </p:nvPr>
        </p:nvSpPr>
        <p:spPr>
          <a:xfrm>
            <a:off x="949500" y="2215050"/>
            <a:ext cx="2907600" cy="1133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3" name="Shape 143"/>
        <p:cNvGrpSpPr/>
        <p:nvPr/>
      </p:nvGrpSpPr>
      <p:grpSpPr>
        <a:xfrm>
          <a:off x="0" y="0"/>
          <a:ext cx="0" cy="0"/>
          <a:chOff x="0" y="0"/>
          <a:chExt cx="0" cy="0"/>
        </a:xfrm>
      </p:grpSpPr>
      <p:grpSp>
        <p:nvGrpSpPr>
          <p:cNvPr id="144" name="Google Shape;144;p101"/>
          <p:cNvGrpSpPr/>
          <p:nvPr/>
        </p:nvGrpSpPr>
        <p:grpSpPr>
          <a:xfrm>
            <a:off x="-9513" y="-6"/>
            <a:ext cx="9177947" cy="5143519"/>
            <a:chOff x="-9513" y="-6"/>
            <a:chExt cx="9177947" cy="5143519"/>
          </a:xfrm>
        </p:grpSpPr>
        <p:sp>
          <p:nvSpPr>
            <p:cNvPr id="145" name="Google Shape;145;p101"/>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01"/>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01"/>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01"/>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01"/>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01"/>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01"/>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2" name="Google Shape;152;p101"/>
          <p:cNvSpPr txBox="1"/>
          <p:nvPr>
            <p:ph type="ctrTitle"/>
          </p:nvPr>
        </p:nvSpPr>
        <p:spPr>
          <a:xfrm>
            <a:off x="4969070" y="1686150"/>
            <a:ext cx="3441000" cy="4269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grpSp>
        <p:nvGrpSpPr>
          <p:cNvPr id="153" name="Google Shape;153;p101"/>
          <p:cNvGrpSpPr/>
          <p:nvPr/>
        </p:nvGrpSpPr>
        <p:grpSpPr>
          <a:xfrm>
            <a:off x="4281415" y="75177"/>
            <a:ext cx="581170" cy="125403"/>
            <a:chOff x="4685288" y="186288"/>
            <a:chExt cx="419375" cy="90485"/>
          </a:xfrm>
        </p:grpSpPr>
        <p:sp>
          <p:nvSpPr>
            <p:cNvPr id="154" name="Google Shape;154;p101"/>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5" name="Google Shape;155;p101"/>
            <p:cNvGrpSpPr/>
            <p:nvPr/>
          </p:nvGrpSpPr>
          <p:grpSpPr>
            <a:xfrm>
              <a:off x="4685288" y="186300"/>
              <a:ext cx="419375" cy="90473"/>
              <a:chOff x="4390000" y="182175"/>
              <a:chExt cx="419375" cy="90473"/>
            </a:xfrm>
          </p:grpSpPr>
          <p:sp>
            <p:nvSpPr>
              <p:cNvPr id="156" name="Google Shape;156;p101"/>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101"/>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58" name="Google Shape;158;p101"/>
          <p:cNvSpPr txBox="1"/>
          <p:nvPr>
            <p:ph idx="1" type="subTitle"/>
          </p:nvPr>
        </p:nvSpPr>
        <p:spPr>
          <a:xfrm>
            <a:off x="4876800" y="2313025"/>
            <a:ext cx="3029100" cy="1220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solidFill>
                  <a:schemeClr val="accent5"/>
                </a:solidFill>
              </a:defRPr>
            </a:lvl1pPr>
            <a:lvl2pPr lvl="1" algn="ctr">
              <a:lnSpc>
                <a:spcPct val="100000"/>
              </a:lnSpc>
              <a:spcBef>
                <a:spcPts val="160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accent2"/>
        </a:solidFill>
      </p:bgPr>
    </p:bg>
    <p:spTree>
      <p:nvGrpSpPr>
        <p:cNvPr id="159" name="Shape 159"/>
        <p:cNvGrpSpPr/>
        <p:nvPr/>
      </p:nvGrpSpPr>
      <p:grpSpPr>
        <a:xfrm>
          <a:off x="0" y="0"/>
          <a:ext cx="0" cy="0"/>
          <a:chOff x="0" y="0"/>
          <a:chExt cx="0" cy="0"/>
        </a:xfrm>
      </p:grpSpPr>
      <p:sp>
        <p:nvSpPr>
          <p:cNvPr id="160" name="Google Shape;160;p102"/>
          <p:cNvSpPr txBox="1"/>
          <p:nvPr>
            <p:ph idx="1" type="body"/>
          </p:nvPr>
        </p:nvSpPr>
        <p:spPr>
          <a:xfrm>
            <a:off x="722375" y="1104850"/>
            <a:ext cx="7699200" cy="3498900"/>
          </a:xfrm>
          <a:prstGeom prst="rect">
            <a:avLst/>
          </a:prstGeom>
          <a:noFill/>
          <a:ln>
            <a:noFill/>
          </a:ln>
        </p:spPr>
        <p:txBody>
          <a:bodyPr anchorCtr="0" anchor="t" bIns="91425" lIns="91425" spcFirstLastPara="1" rIns="91425" wrap="square" tIns="91425">
            <a:noAutofit/>
          </a:bodyPr>
          <a:lstStyle>
            <a:lvl1pPr indent="-368300" lvl="0" marL="457200" algn="l">
              <a:lnSpc>
                <a:spcPct val="100000"/>
              </a:lnSpc>
              <a:spcBef>
                <a:spcPts val="0"/>
              </a:spcBef>
              <a:spcAft>
                <a:spcPts val="0"/>
              </a:spcAft>
              <a:buSzPts val="22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1" name="Google Shape;161;p102"/>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162" name="Google Shape;162;p102"/>
          <p:cNvGrpSpPr/>
          <p:nvPr/>
        </p:nvGrpSpPr>
        <p:grpSpPr>
          <a:xfrm>
            <a:off x="8264864" y="2136847"/>
            <a:ext cx="1179753" cy="2854242"/>
            <a:chOff x="7907551" y="-114309"/>
            <a:chExt cx="1908059" cy="4616273"/>
          </a:xfrm>
        </p:grpSpPr>
        <p:sp>
          <p:nvSpPr>
            <p:cNvPr id="163" name="Google Shape;163;p102"/>
            <p:cNvSpPr/>
            <p:nvPr/>
          </p:nvSpPr>
          <p:spPr>
            <a:xfrm>
              <a:off x="8606186" y="3608365"/>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02"/>
            <p:cNvSpPr/>
            <p:nvPr/>
          </p:nvSpPr>
          <p:spPr>
            <a:xfrm>
              <a:off x="8566430" y="3568608"/>
              <a:ext cx="79551" cy="562883"/>
            </a:xfrm>
            <a:custGeom>
              <a:rect b="b" l="l" r="r" t="t"/>
              <a:pathLst>
                <a:path extrusionOk="0" h="14470" w="2045">
                  <a:moveTo>
                    <a:pt x="1023" y="0"/>
                  </a:moveTo>
                  <a:cubicBezTo>
                    <a:pt x="369" y="0"/>
                    <a:pt x="1" y="327"/>
                    <a:pt x="1" y="1022"/>
                  </a:cubicBezTo>
                  <a:lnTo>
                    <a:pt x="1" y="13448"/>
                  </a:lnTo>
                  <a:cubicBezTo>
                    <a:pt x="1" y="13979"/>
                    <a:pt x="369" y="14470"/>
                    <a:pt x="1023" y="14470"/>
                  </a:cubicBezTo>
                  <a:cubicBezTo>
                    <a:pt x="1554" y="14470"/>
                    <a:pt x="2044" y="13979"/>
                    <a:pt x="2044" y="13448"/>
                  </a:cubicBezTo>
                  <a:lnTo>
                    <a:pt x="2044" y="1022"/>
                  </a:lnTo>
                  <a:cubicBezTo>
                    <a:pt x="2044" y="327"/>
                    <a:pt x="1554" y="0"/>
                    <a:pt x="1023" y="0"/>
                  </a:cubicBezTo>
                  <a:close/>
                </a:path>
              </a:pathLst>
            </a:custGeom>
            <a:solidFill>
              <a:schemeClr val="accent1">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02"/>
            <p:cNvSpPr/>
            <p:nvPr/>
          </p:nvSpPr>
          <p:spPr>
            <a:xfrm>
              <a:off x="8798589" y="3873900"/>
              <a:ext cx="39" cy="483371"/>
            </a:xfrm>
            <a:custGeom>
              <a:rect b="b" l="l" r="r" t="t"/>
              <a:pathLst>
                <a:path extrusionOk="0" h="12426" w="1">
                  <a:moveTo>
                    <a:pt x="0" y="0"/>
                  </a:moveTo>
                  <a:lnTo>
                    <a:pt x="0" y="124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02"/>
            <p:cNvSpPr/>
            <p:nvPr/>
          </p:nvSpPr>
          <p:spPr>
            <a:xfrm>
              <a:off x="8758832" y="3834144"/>
              <a:ext cx="79551" cy="562883"/>
            </a:xfrm>
            <a:custGeom>
              <a:rect b="b" l="l" r="r" t="t"/>
              <a:pathLst>
                <a:path extrusionOk="0" h="14470" w="2045">
                  <a:moveTo>
                    <a:pt x="1022" y="0"/>
                  </a:moveTo>
                  <a:cubicBezTo>
                    <a:pt x="532" y="0"/>
                    <a:pt x="0" y="491"/>
                    <a:pt x="0" y="1022"/>
                  </a:cubicBezTo>
                  <a:lnTo>
                    <a:pt x="0" y="13448"/>
                  </a:lnTo>
                  <a:cubicBezTo>
                    <a:pt x="0" y="14102"/>
                    <a:pt x="532" y="14470"/>
                    <a:pt x="1022" y="14470"/>
                  </a:cubicBezTo>
                  <a:cubicBezTo>
                    <a:pt x="1554" y="14470"/>
                    <a:pt x="2044" y="14102"/>
                    <a:pt x="2044" y="13448"/>
                  </a:cubicBezTo>
                  <a:lnTo>
                    <a:pt x="2044" y="1022"/>
                  </a:lnTo>
                  <a:cubicBezTo>
                    <a:pt x="2044" y="491"/>
                    <a:pt x="1554" y="0"/>
                    <a:pt x="1022" y="0"/>
                  </a:cubicBezTo>
                  <a:close/>
                </a:path>
              </a:pathLst>
            </a:custGeom>
            <a:solidFill>
              <a:schemeClr val="accent1">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02"/>
            <p:cNvSpPr/>
            <p:nvPr/>
          </p:nvSpPr>
          <p:spPr>
            <a:xfrm>
              <a:off x="7907551" y="-114309"/>
              <a:ext cx="1238654" cy="3139619"/>
            </a:xfrm>
            <a:custGeom>
              <a:rect b="b" l="l" r="r" t="t"/>
              <a:pathLst>
                <a:path extrusionOk="0" h="80710" w="31842">
                  <a:moveTo>
                    <a:pt x="3210" y="0"/>
                  </a:moveTo>
                  <a:cubicBezTo>
                    <a:pt x="2252" y="0"/>
                    <a:pt x="1348" y="293"/>
                    <a:pt x="818" y="992"/>
                  </a:cubicBezTo>
                  <a:cubicBezTo>
                    <a:pt x="164" y="1851"/>
                    <a:pt x="1" y="2873"/>
                    <a:pt x="1" y="3894"/>
                  </a:cubicBezTo>
                  <a:cubicBezTo>
                    <a:pt x="1" y="8677"/>
                    <a:pt x="4088" y="12928"/>
                    <a:pt x="3557" y="17710"/>
                  </a:cubicBezTo>
                  <a:cubicBezTo>
                    <a:pt x="3393" y="20408"/>
                    <a:pt x="1513" y="22983"/>
                    <a:pt x="1513" y="25680"/>
                  </a:cubicBezTo>
                  <a:cubicBezTo>
                    <a:pt x="1513" y="29768"/>
                    <a:pt x="5437" y="33038"/>
                    <a:pt x="6295" y="36921"/>
                  </a:cubicBezTo>
                  <a:cubicBezTo>
                    <a:pt x="7481" y="43420"/>
                    <a:pt x="655" y="50736"/>
                    <a:pt x="4579" y="56009"/>
                  </a:cubicBezTo>
                  <a:cubicBezTo>
                    <a:pt x="6295" y="58584"/>
                    <a:pt x="10219" y="59933"/>
                    <a:pt x="10383" y="62998"/>
                  </a:cubicBezTo>
                  <a:cubicBezTo>
                    <a:pt x="10546" y="65369"/>
                    <a:pt x="7971" y="67086"/>
                    <a:pt x="6786" y="69293"/>
                  </a:cubicBezTo>
                  <a:cubicBezTo>
                    <a:pt x="5273" y="71663"/>
                    <a:pt x="5437" y="74729"/>
                    <a:pt x="6786" y="77141"/>
                  </a:cubicBezTo>
                  <a:cubicBezTo>
                    <a:pt x="8254" y="79382"/>
                    <a:pt x="10929" y="80710"/>
                    <a:pt x="13496" y="80710"/>
                  </a:cubicBezTo>
                  <a:cubicBezTo>
                    <a:pt x="13644" y="80710"/>
                    <a:pt x="13792" y="80706"/>
                    <a:pt x="13939" y="80697"/>
                  </a:cubicBezTo>
                  <a:lnTo>
                    <a:pt x="22645" y="79838"/>
                  </a:lnTo>
                  <a:cubicBezTo>
                    <a:pt x="28245" y="79511"/>
                    <a:pt x="31842" y="71663"/>
                    <a:pt x="28245" y="67249"/>
                  </a:cubicBezTo>
                  <a:cubicBezTo>
                    <a:pt x="26569" y="65042"/>
                    <a:pt x="23503" y="63489"/>
                    <a:pt x="22645" y="60791"/>
                  </a:cubicBezTo>
                  <a:cubicBezTo>
                    <a:pt x="21623" y="56540"/>
                    <a:pt x="26732" y="52248"/>
                    <a:pt x="25016" y="48161"/>
                  </a:cubicBezTo>
                  <a:cubicBezTo>
                    <a:pt x="24321" y="46322"/>
                    <a:pt x="22277" y="45300"/>
                    <a:pt x="21092" y="43583"/>
                  </a:cubicBezTo>
                  <a:cubicBezTo>
                    <a:pt x="17863" y="39169"/>
                    <a:pt x="21787" y="32670"/>
                    <a:pt x="20601" y="27397"/>
                  </a:cubicBezTo>
                  <a:cubicBezTo>
                    <a:pt x="19743" y="22615"/>
                    <a:pt x="15124" y="19549"/>
                    <a:pt x="12917" y="15298"/>
                  </a:cubicBezTo>
                  <a:cubicBezTo>
                    <a:pt x="10383" y="10353"/>
                    <a:pt x="10546" y="3404"/>
                    <a:pt x="5764" y="665"/>
                  </a:cubicBezTo>
                  <a:cubicBezTo>
                    <a:pt x="5036" y="252"/>
                    <a:pt x="4100" y="0"/>
                    <a:pt x="321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02"/>
            <p:cNvSpPr/>
            <p:nvPr/>
          </p:nvSpPr>
          <p:spPr>
            <a:xfrm>
              <a:off x="8119015" y="89647"/>
              <a:ext cx="596298" cy="2776176"/>
            </a:xfrm>
            <a:custGeom>
              <a:rect b="b" l="l" r="r" t="t"/>
              <a:pathLst>
                <a:path extrusionOk="0" h="71367" w="15329">
                  <a:moveTo>
                    <a:pt x="328" y="0"/>
                  </a:moveTo>
                  <a:cubicBezTo>
                    <a:pt x="164" y="0"/>
                    <a:pt x="1" y="205"/>
                    <a:pt x="1" y="368"/>
                  </a:cubicBezTo>
                  <a:cubicBezTo>
                    <a:pt x="164" y="695"/>
                    <a:pt x="5805" y="23339"/>
                    <a:pt x="10219" y="43776"/>
                  </a:cubicBezTo>
                  <a:lnTo>
                    <a:pt x="10219" y="43776"/>
                  </a:lnTo>
                  <a:lnTo>
                    <a:pt x="4252" y="39525"/>
                  </a:lnTo>
                  <a:cubicBezTo>
                    <a:pt x="4252" y="39362"/>
                    <a:pt x="4088" y="39362"/>
                    <a:pt x="4088" y="39362"/>
                  </a:cubicBezTo>
                  <a:cubicBezTo>
                    <a:pt x="3925" y="39362"/>
                    <a:pt x="3925" y="39362"/>
                    <a:pt x="3925" y="39525"/>
                  </a:cubicBezTo>
                  <a:cubicBezTo>
                    <a:pt x="3761" y="39689"/>
                    <a:pt x="3761" y="39852"/>
                    <a:pt x="3925" y="40057"/>
                  </a:cubicBezTo>
                  <a:lnTo>
                    <a:pt x="10056" y="44471"/>
                  </a:lnTo>
                  <a:lnTo>
                    <a:pt x="10219" y="44635"/>
                  </a:lnTo>
                  <a:lnTo>
                    <a:pt x="10383" y="44635"/>
                  </a:lnTo>
                  <a:cubicBezTo>
                    <a:pt x="11568" y="50929"/>
                    <a:pt x="12754" y="57060"/>
                    <a:pt x="13612" y="62170"/>
                  </a:cubicBezTo>
                  <a:lnTo>
                    <a:pt x="8666" y="57060"/>
                  </a:lnTo>
                  <a:cubicBezTo>
                    <a:pt x="8666" y="56897"/>
                    <a:pt x="8503" y="56897"/>
                    <a:pt x="8503" y="56897"/>
                  </a:cubicBezTo>
                  <a:cubicBezTo>
                    <a:pt x="8339" y="56897"/>
                    <a:pt x="8339" y="56897"/>
                    <a:pt x="8176" y="57060"/>
                  </a:cubicBezTo>
                  <a:lnTo>
                    <a:pt x="8176" y="57428"/>
                  </a:lnTo>
                  <a:lnTo>
                    <a:pt x="13775" y="63355"/>
                  </a:lnTo>
                  <a:cubicBezTo>
                    <a:pt x="14307" y="66420"/>
                    <a:pt x="14634" y="69159"/>
                    <a:pt x="14797" y="71366"/>
                  </a:cubicBezTo>
                  <a:lnTo>
                    <a:pt x="15329" y="71366"/>
                  </a:lnTo>
                  <a:cubicBezTo>
                    <a:pt x="15329" y="69322"/>
                    <a:pt x="15002" y="66788"/>
                    <a:pt x="14470" y="64050"/>
                  </a:cubicBezTo>
                  <a:lnTo>
                    <a:pt x="14634" y="64050"/>
                  </a:lnTo>
                  <a:cubicBezTo>
                    <a:pt x="14634" y="64050"/>
                    <a:pt x="14797" y="64050"/>
                    <a:pt x="14797" y="63886"/>
                  </a:cubicBezTo>
                  <a:cubicBezTo>
                    <a:pt x="15002" y="63886"/>
                    <a:pt x="15002" y="63559"/>
                    <a:pt x="14797" y="63559"/>
                  </a:cubicBezTo>
                  <a:lnTo>
                    <a:pt x="14470" y="63028"/>
                  </a:lnTo>
                  <a:cubicBezTo>
                    <a:pt x="11078" y="41406"/>
                    <a:pt x="859" y="695"/>
                    <a:pt x="696" y="205"/>
                  </a:cubicBezTo>
                  <a:cubicBezTo>
                    <a:pt x="696" y="0"/>
                    <a:pt x="491" y="0"/>
                    <a:pt x="328"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02"/>
            <p:cNvSpPr/>
            <p:nvPr/>
          </p:nvSpPr>
          <p:spPr>
            <a:xfrm>
              <a:off x="8424307" y="938692"/>
              <a:ext cx="111332" cy="318046"/>
            </a:xfrm>
            <a:custGeom>
              <a:rect b="b" l="l" r="r" t="t"/>
              <a:pathLst>
                <a:path extrusionOk="0" h="8176" w="2862">
                  <a:moveTo>
                    <a:pt x="2535" y="1"/>
                  </a:moveTo>
                  <a:cubicBezTo>
                    <a:pt x="2371" y="1"/>
                    <a:pt x="2208" y="164"/>
                    <a:pt x="2208" y="328"/>
                  </a:cubicBezTo>
                  <a:lnTo>
                    <a:pt x="1" y="7808"/>
                  </a:lnTo>
                  <a:cubicBezTo>
                    <a:pt x="1" y="8012"/>
                    <a:pt x="1" y="8176"/>
                    <a:pt x="164" y="8176"/>
                  </a:cubicBezTo>
                  <a:lnTo>
                    <a:pt x="328" y="8176"/>
                  </a:lnTo>
                  <a:cubicBezTo>
                    <a:pt x="491" y="8176"/>
                    <a:pt x="491" y="8176"/>
                    <a:pt x="655" y="8012"/>
                  </a:cubicBezTo>
                  <a:lnTo>
                    <a:pt x="2862" y="491"/>
                  </a:lnTo>
                  <a:cubicBezTo>
                    <a:pt x="2862" y="328"/>
                    <a:pt x="2698" y="164"/>
                    <a:pt x="2535"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02"/>
            <p:cNvSpPr/>
            <p:nvPr/>
          </p:nvSpPr>
          <p:spPr>
            <a:xfrm>
              <a:off x="8788417" y="298310"/>
              <a:ext cx="1027193" cy="2682583"/>
            </a:xfrm>
            <a:custGeom>
              <a:rect b="b" l="l" r="r" t="t"/>
              <a:pathLst>
                <a:path extrusionOk="0" h="68961" w="26406">
                  <a:moveTo>
                    <a:pt x="18871" y="0"/>
                  </a:moveTo>
                  <a:cubicBezTo>
                    <a:pt x="18467" y="0"/>
                    <a:pt x="18069" y="86"/>
                    <a:pt x="17699" y="277"/>
                  </a:cubicBezTo>
                  <a:cubicBezTo>
                    <a:pt x="17004" y="604"/>
                    <a:pt x="16514" y="1462"/>
                    <a:pt x="16187" y="2321"/>
                  </a:cubicBezTo>
                  <a:cubicBezTo>
                    <a:pt x="14961" y="6081"/>
                    <a:pt x="16841" y="10495"/>
                    <a:pt x="15165" y="14256"/>
                  </a:cubicBezTo>
                  <a:cubicBezTo>
                    <a:pt x="14143" y="16299"/>
                    <a:pt x="12100" y="17648"/>
                    <a:pt x="11241" y="19856"/>
                  </a:cubicBezTo>
                  <a:cubicBezTo>
                    <a:pt x="10056" y="23085"/>
                    <a:pt x="12263" y="26845"/>
                    <a:pt x="11568" y="30237"/>
                  </a:cubicBezTo>
                  <a:cubicBezTo>
                    <a:pt x="10710" y="35715"/>
                    <a:pt x="3230" y="39434"/>
                    <a:pt x="4742" y="44707"/>
                  </a:cubicBezTo>
                  <a:cubicBezTo>
                    <a:pt x="5437" y="47282"/>
                    <a:pt x="8176" y="49326"/>
                    <a:pt x="7317" y="51696"/>
                  </a:cubicBezTo>
                  <a:cubicBezTo>
                    <a:pt x="6786" y="53740"/>
                    <a:pt x="4415" y="54435"/>
                    <a:pt x="2699" y="55784"/>
                  </a:cubicBezTo>
                  <a:cubicBezTo>
                    <a:pt x="859" y="57173"/>
                    <a:pt x="1" y="59708"/>
                    <a:pt x="491" y="62078"/>
                  </a:cubicBezTo>
                  <a:cubicBezTo>
                    <a:pt x="1023" y="64326"/>
                    <a:pt x="2903" y="66166"/>
                    <a:pt x="5110" y="66861"/>
                  </a:cubicBezTo>
                  <a:lnTo>
                    <a:pt x="12263" y="68741"/>
                  </a:lnTo>
                  <a:cubicBezTo>
                    <a:pt x="12754" y="68891"/>
                    <a:pt x="13251" y="68961"/>
                    <a:pt x="13745" y="68961"/>
                  </a:cubicBezTo>
                  <a:cubicBezTo>
                    <a:pt x="17699" y="68961"/>
                    <a:pt x="21473" y="64472"/>
                    <a:pt x="20274" y="60402"/>
                  </a:cubicBezTo>
                  <a:cubicBezTo>
                    <a:pt x="19580" y="58195"/>
                    <a:pt x="17536" y="56152"/>
                    <a:pt x="17699" y="53577"/>
                  </a:cubicBezTo>
                  <a:cubicBezTo>
                    <a:pt x="18026" y="50020"/>
                    <a:pt x="23340" y="48140"/>
                    <a:pt x="23136" y="44380"/>
                  </a:cubicBezTo>
                  <a:cubicBezTo>
                    <a:pt x="23136" y="42663"/>
                    <a:pt x="21787" y="41314"/>
                    <a:pt x="21460" y="39598"/>
                  </a:cubicBezTo>
                  <a:cubicBezTo>
                    <a:pt x="20070" y="35183"/>
                    <a:pt x="25016" y="31259"/>
                    <a:pt x="25711" y="26681"/>
                  </a:cubicBezTo>
                  <a:cubicBezTo>
                    <a:pt x="26406" y="22758"/>
                    <a:pt x="23667" y="18997"/>
                    <a:pt x="23340" y="14910"/>
                  </a:cubicBezTo>
                  <a:cubicBezTo>
                    <a:pt x="22645" y="10332"/>
                    <a:pt x="24852" y="4855"/>
                    <a:pt x="21787" y="1462"/>
                  </a:cubicBezTo>
                  <a:cubicBezTo>
                    <a:pt x="21045" y="602"/>
                    <a:pt x="19938" y="0"/>
                    <a:pt x="18871"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02"/>
            <p:cNvSpPr/>
            <p:nvPr/>
          </p:nvSpPr>
          <p:spPr>
            <a:xfrm>
              <a:off x="9179562" y="495109"/>
              <a:ext cx="410278" cy="2370722"/>
            </a:xfrm>
            <a:custGeom>
              <a:rect b="b" l="l" r="r" t="t"/>
              <a:pathLst>
                <a:path extrusionOk="0" h="60944" w="10547">
                  <a:moveTo>
                    <a:pt x="10383" y="0"/>
                  </a:moveTo>
                  <a:cubicBezTo>
                    <a:pt x="10219" y="0"/>
                    <a:pt x="10015" y="0"/>
                    <a:pt x="10015" y="164"/>
                  </a:cubicBezTo>
                  <a:cubicBezTo>
                    <a:pt x="10015" y="491"/>
                    <a:pt x="7971" y="19906"/>
                    <a:pt x="5437" y="37277"/>
                  </a:cubicBezTo>
                  <a:lnTo>
                    <a:pt x="2045" y="32168"/>
                  </a:lnTo>
                  <a:cubicBezTo>
                    <a:pt x="2045" y="32168"/>
                    <a:pt x="2045" y="32004"/>
                    <a:pt x="1840" y="32004"/>
                  </a:cubicBezTo>
                  <a:lnTo>
                    <a:pt x="1677" y="32168"/>
                  </a:lnTo>
                  <a:cubicBezTo>
                    <a:pt x="1677" y="32168"/>
                    <a:pt x="1513" y="32331"/>
                    <a:pt x="1677" y="32495"/>
                  </a:cubicBezTo>
                  <a:lnTo>
                    <a:pt x="5274" y="37972"/>
                  </a:lnTo>
                  <a:lnTo>
                    <a:pt x="5437" y="37972"/>
                  </a:lnTo>
                  <a:cubicBezTo>
                    <a:pt x="4579" y="43408"/>
                    <a:pt x="3720" y="48518"/>
                    <a:pt x="2862" y="52768"/>
                  </a:cubicBezTo>
                  <a:lnTo>
                    <a:pt x="491" y="47332"/>
                  </a:lnTo>
                  <a:cubicBezTo>
                    <a:pt x="491" y="47169"/>
                    <a:pt x="328" y="47169"/>
                    <a:pt x="328" y="47169"/>
                  </a:cubicBezTo>
                  <a:lnTo>
                    <a:pt x="164" y="47169"/>
                  </a:lnTo>
                  <a:cubicBezTo>
                    <a:pt x="1" y="47169"/>
                    <a:pt x="1" y="47332"/>
                    <a:pt x="1" y="47496"/>
                  </a:cubicBezTo>
                  <a:lnTo>
                    <a:pt x="2699" y="53790"/>
                  </a:lnTo>
                  <a:cubicBezTo>
                    <a:pt x="2208" y="56692"/>
                    <a:pt x="1513" y="59063"/>
                    <a:pt x="1023" y="60943"/>
                  </a:cubicBezTo>
                  <a:lnTo>
                    <a:pt x="1513" y="60943"/>
                  </a:lnTo>
                  <a:cubicBezTo>
                    <a:pt x="2045" y="59267"/>
                    <a:pt x="2535" y="57019"/>
                    <a:pt x="3066" y="54485"/>
                  </a:cubicBezTo>
                  <a:lnTo>
                    <a:pt x="3393" y="54485"/>
                  </a:lnTo>
                  <a:cubicBezTo>
                    <a:pt x="3393" y="54485"/>
                    <a:pt x="3557" y="54322"/>
                    <a:pt x="3393" y="54158"/>
                  </a:cubicBezTo>
                  <a:lnTo>
                    <a:pt x="3230" y="53627"/>
                  </a:lnTo>
                  <a:cubicBezTo>
                    <a:pt x="6786" y="35560"/>
                    <a:pt x="10546" y="654"/>
                    <a:pt x="10546" y="164"/>
                  </a:cubicBezTo>
                  <a:cubicBezTo>
                    <a:pt x="10546" y="164"/>
                    <a:pt x="10546" y="0"/>
                    <a:pt x="10383"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02"/>
            <p:cNvSpPr/>
            <p:nvPr/>
          </p:nvSpPr>
          <p:spPr>
            <a:xfrm>
              <a:off x="9476919" y="1275805"/>
              <a:ext cx="179718" cy="225815"/>
            </a:xfrm>
            <a:custGeom>
              <a:rect b="b" l="l" r="r" t="t"/>
              <a:pathLst>
                <a:path extrusionOk="0" h="5805" w="4620">
                  <a:moveTo>
                    <a:pt x="4251" y="0"/>
                  </a:moveTo>
                  <a:cubicBezTo>
                    <a:pt x="4088" y="0"/>
                    <a:pt x="4088" y="0"/>
                    <a:pt x="4088" y="164"/>
                  </a:cubicBezTo>
                  <a:lnTo>
                    <a:pt x="0" y="5477"/>
                  </a:lnTo>
                  <a:cubicBezTo>
                    <a:pt x="0" y="5477"/>
                    <a:pt x="0" y="5641"/>
                    <a:pt x="164" y="5804"/>
                  </a:cubicBezTo>
                  <a:lnTo>
                    <a:pt x="532" y="5804"/>
                  </a:lnTo>
                  <a:lnTo>
                    <a:pt x="4415" y="368"/>
                  </a:lnTo>
                  <a:cubicBezTo>
                    <a:pt x="4619" y="368"/>
                    <a:pt x="4415" y="164"/>
                    <a:pt x="4415"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02"/>
            <p:cNvSpPr/>
            <p:nvPr/>
          </p:nvSpPr>
          <p:spPr>
            <a:xfrm>
              <a:off x="8106294" y="2865830"/>
              <a:ext cx="1510565" cy="1636134"/>
            </a:xfrm>
            <a:custGeom>
              <a:rect b="b" l="l" r="r" t="t"/>
              <a:pathLst>
                <a:path extrusionOk="0" h="42060" w="38832">
                  <a:moveTo>
                    <a:pt x="1" y="0"/>
                  </a:moveTo>
                  <a:lnTo>
                    <a:pt x="5437" y="42059"/>
                  </a:lnTo>
                  <a:lnTo>
                    <a:pt x="34744" y="42059"/>
                  </a:lnTo>
                  <a:lnTo>
                    <a:pt x="38831" y="0"/>
                  </a:lnTo>
                  <a:close/>
                </a:path>
              </a:pathLst>
            </a:cu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02"/>
            <p:cNvSpPr/>
            <p:nvPr/>
          </p:nvSpPr>
          <p:spPr>
            <a:xfrm>
              <a:off x="8522881" y="3144086"/>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02"/>
            <p:cNvSpPr/>
            <p:nvPr/>
          </p:nvSpPr>
          <p:spPr>
            <a:xfrm>
              <a:off x="8483163" y="3104329"/>
              <a:ext cx="79512" cy="562883"/>
            </a:xfrm>
            <a:custGeom>
              <a:rect b="b" l="l" r="r" t="t"/>
              <a:pathLst>
                <a:path extrusionOk="0" h="14470" w="2044">
                  <a:moveTo>
                    <a:pt x="1022" y="0"/>
                  </a:moveTo>
                  <a:cubicBezTo>
                    <a:pt x="327" y="0"/>
                    <a:pt x="0" y="368"/>
                    <a:pt x="0" y="1022"/>
                  </a:cubicBezTo>
                  <a:lnTo>
                    <a:pt x="0" y="13448"/>
                  </a:lnTo>
                  <a:cubicBezTo>
                    <a:pt x="0" y="13979"/>
                    <a:pt x="327" y="14470"/>
                    <a:pt x="1022" y="14470"/>
                  </a:cubicBezTo>
                  <a:cubicBezTo>
                    <a:pt x="1553" y="14470"/>
                    <a:pt x="2044" y="13979"/>
                    <a:pt x="2044" y="13448"/>
                  </a:cubicBezTo>
                  <a:lnTo>
                    <a:pt x="2044" y="1022"/>
                  </a:lnTo>
                  <a:cubicBezTo>
                    <a:pt x="2044" y="368"/>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02"/>
            <p:cNvSpPr/>
            <p:nvPr/>
          </p:nvSpPr>
          <p:spPr>
            <a:xfrm>
              <a:off x="9139845" y="3031196"/>
              <a:ext cx="79512" cy="564478"/>
            </a:xfrm>
            <a:custGeom>
              <a:rect b="b" l="l" r="r" t="t"/>
              <a:pathLst>
                <a:path extrusionOk="0" h="14511" w="2044">
                  <a:moveTo>
                    <a:pt x="1022" y="0"/>
                  </a:moveTo>
                  <a:cubicBezTo>
                    <a:pt x="491" y="0"/>
                    <a:pt x="0" y="368"/>
                    <a:pt x="0" y="1022"/>
                  </a:cubicBezTo>
                  <a:lnTo>
                    <a:pt x="0" y="13488"/>
                  </a:lnTo>
                  <a:cubicBezTo>
                    <a:pt x="0" y="13979"/>
                    <a:pt x="491" y="14510"/>
                    <a:pt x="1022" y="14510"/>
                  </a:cubicBezTo>
                  <a:cubicBezTo>
                    <a:pt x="1512" y="14510"/>
                    <a:pt x="2044" y="13979"/>
                    <a:pt x="2044" y="13488"/>
                  </a:cubicBezTo>
                  <a:lnTo>
                    <a:pt x="2044" y="1022"/>
                  </a:lnTo>
                  <a:cubicBezTo>
                    <a:pt x="2044" y="368"/>
                    <a:pt x="1512"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02"/>
            <p:cNvSpPr/>
            <p:nvPr/>
          </p:nvSpPr>
          <p:spPr>
            <a:xfrm>
              <a:off x="8993540" y="3323729"/>
              <a:ext cx="79551" cy="562922"/>
            </a:xfrm>
            <a:custGeom>
              <a:rect b="b" l="l" r="r" t="t"/>
              <a:pathLst>
                <a:path extrusionOk="0" h="14471" w="2045">
                  <a:moveTo>
                    <a:pt x="1022" y="1"/>
                  </a:moveTo>
                  <a:cubicBezTo>
                    <a:pt x="491" y="1"/>
                    <a:pt x="1" y="328"/>
                    <a:pt x="1" y="1023"/>
                  </a:cubicBezTo>
                  <a:lnTo>
                    <a:pt x="1" y="13448"/>
                  </a:lnTo>
                  <a:cubicBezTo>
                    <a:pt x="1" y="14143"/>
                    <a:pt x="491" y="14470"/>
                    <a:pt x="1022" y="14470"/>
                  </a:cubicBezTo>
                  <a:cubicBezTo>
                    <a:pt x="1513" y="14470"/>
                    <a:pt x="2044" y="14143"/>
                    <a:pt x="2044" y="13448"/>
                  </a:cubicBezTo>
                  <a:lnTo>
                    <a:pt x="2044" y="1023"/>
                  </a:lnTo>
                  <a:cubicBezTo>
                    <a:pt x="2044" y="328"/>
                    <a:pt x="1513" y="1"/>
                    <a:pt x="102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02"/>
            <p:cNvSpPr/>
            <p:nvPr/>
          </p:nvSpPr>
          <p:spPr>
            <a:xfrm>
              <a:off x="9165286" y="3733975"/>
              <a:ext cx="79512" cy="569263"/>
            </a:xfrm>
            <a:custGeom>
              <a:rect b="b" l="l" r="r" t="t"/>
              <a:pathLst>
                <a:path extrusionOk="0" h="14634" w="2044">
                  <a:moveTo>
                    <a:pt x="1022" y="0"/>
                  </a:moveTo>
                  <a:cubicBezTo>
                    <a:pt x="368" y="0"/>
                    <a:pt x="0" y="532"/>
                    <a:pt x="0" y="1022"/>
                  </a:cubicBezTo>
                  <a:lnTo>
                    <a:pt x="0" y="13611"/>
                  </a:lnTo>
                  <a:cubicBezTo>
                    <a:pt x="0" y="14143"/>
                    <a:pt x="368" y="14633"/>
                    <a:pt x="1022" y="14633"/>
                  </a:cubicBezTo>
                  <a:cubicBezTo>
                    <a:pt x="1553" y="14633"/>
                    <a:pt x="2044" y="14143"/>
                    <a:pt x="2044" y="13611"/>
                  </a:cubicBezTo>
                  <a:lnTo>
                    <a:pt x="2044" y="1022"/>
                  </a:lnTo>
                  <a:cubicBezTo>
                    <a:pt x="2044" y="532"/>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9" name="Google Shape;179;p102"/>
          <p:cNvSpPr/>
          <p:nvPr/>
        </p:nvSpPr>
        <p:spPr>
          <a:xfrm>
            <a:off x="806725" y="467505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80" name="Google Shape;180;p102"/>
          <p:cNvCxnSpPr/>
          <p:nvPr/>
        </p:nvCxnSpPr>
        <p:spPr>
          <a:xfrm rot="10800000">
            <a:off x="7381950" y="4895850"/>
            <a:ext cx="1133400" cy="0"/>
          </a:xfrm>
          <a:prstGeom prst="straightConnector1">
            <a:avLst/>
          </a:prstGeom>
          <a:noFill/>
          <a:ln cap="flat" cmpd="sng" w="28575">
            <a:solidFill>
              <a:schemeClr val="accent5"/>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1_1">
    <p:spTree>
      <p:nvGrpSpPr>
        <p:cNvPr id="181" name="Shape 181"/>
        <p:cNvGrpSpPr/>
        <p:nvPr/>
      </p:nvGrpSpPr>
      <p:grpSpPr>
        <a:xfrm>
          <a:off x="0" y="0"/>
          <a:ext cx="0" cy="0"/>
          <a:chOff x="0" y="0"/>
          <a:chExt cx="0" cy="0"/>
        </a:xfrm>
      </p:grpSpPr>
      <p:grpSp>
        <p:nvGrpSpPr>
          <p:cNvPr id="182" name="Google Shape;182;p103"/>
          <p:cNvGrpSpPr/>
          <p:nvPr/>
        </p:nvGrpSpPr>
        <p:grpSpPr>
          <a:xfrm flipH="1">
            <a:off x="-9513" y="-6"/>
            <a:ext cx="9177947" cy="5143519"/>
            <a:chOff x="-9513" y="-6"/>
            <a:chExt cx="9177947" cy="5143519"/>
          </a:xfrm>
        </p:grpSpPr>
        <p:sp>
          <p:nvSpPr>
            <p:cNvPr id="183" name="Google Shape;183;p103"/>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03"/>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03"/>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03"/>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03"/>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03"/>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03"/>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0" name="Google Shape;190;p103"/>
          <p:cNvGrpSpPr/>
          <p:nvPr/>
        </p:nvGrpSpPr>
        <p:grpSpPr>
          <a:xfrm flipH="1">
            <a:off x="4296335" y="75177"/>
            <a:ext cx="581170" cy="125403"/>
            <a:chOff x="4685288" y="186288"/>
            <a:chExt cx="419375" cy="90485"/>
          </a:xfrm>
        </p:grpSpPr>
        <p:sp>
          <p:nvSpPr>
            <p:cNvPr id="191" name="Google Shape;191;p103"/>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2" name="Google Shape;192;p103"/>
            <p:cNvGrpSpPr/>
            <p:nvPr/>
          </p:nvGrpSpPr>
          <p:grpSpPr>
            <a:xfrm>
              <a:off x="4685288" y="186300"/>
              <a:ext cx="419375" cy="90473"/>
              <a:chOff x="4390000" y="182175"/>
              <a:chExt cx="419375" cy="90473"/>
            </a:xfrm>
          </p:grpSpPr>
          <p:sp>
            <p:nvSpPr>
              <p:cNvPr id="193" name="Google Shape;193;p103"/>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03"/>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95" name="Google Shape;195;p103"/>
          <p:cNvSpPr txBox="1"/>
          <p:nvPr>
            <p:ph type="title"/>
          </p:nvPr>
        </p:nvSpPr>
        <p:spPr>
          <a:xfrm>
            <a:off x="2724150" y="1291488"/>
            <a:ext cx="3695700" cy="693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6" name="Google Shape;196;p103"/>
          <p:cNvSpPr txBox="1"/>
          <p:nvPr>
            <p:ph idx="1" type="subTitle"/>
          </p:nvPr>
        </p:nvSpPr>
        <p:spPr>
          <a:xfrm>
            <a:off x="2724150" y="2042113"/>
            <a:ext cx="3695700" cy="1809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CUSTOM_12_1_1_1">
    <p:bg>
      <p:bgPr>
        <a:solidFill>
          <a:schemeClr val="accent2"/>
        </a:solidFill>
      </p:bgPr>
    </p:bg>
    <p:spTree>
      <p:nvGrpSpPr>
        <p:cNvPr id="197" name="Shape 197"/>
        <p:cNvGrpSpPr/>
        <p:nvPr/>
      </p:nvGrpSpPr>
      <p:grpSpPr>
        <a:xfrm>
          <a:off x="0" y="0"/>
          <a:ext cx="0" cy="0"/>
          <a:chOff x="0" y="0"/>
          <a:chExt cx="0" cy="0"/>
        </a:xfrm>
      </p:grpSpPr>
      <p:sp>
        <p:nvSpPr>
          <p:cNvPr id="198" name="Google Shape;198;p104"/>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104"/>
          <p:cNvSpPr/>
          <p:nvPr/>
        </p:nvSpPr>
        <p:spPr>
          <a:xfrm rot="10800000">
            <a:off x="661175" y="579300"/>
            <a:ext cx="4992900" cy="39834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04"/>
          <p:cNvSpPr/>
          <p:nvPr/>
        </p:nvSpPr>
        <p:spPr>
          <a:xfrm rot="10800000">
            <a:off x="5797050" y="576000"/>
            <a:ext cx="2682000" cy="3986700"/>
          </a:xfrm>
          <a:prstGeom prst="roundRect">
            <a:avLst>
              <a:gd fmla="val 6245"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104"/>
          <p:cNvSpPr/>
          <p:nvPr/>
        </p:nvSpPr>
        <p:spPr>
          <a:xfrm flipH="1">
            <a:off x="947000" y="582184"/>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104"/>
          <p:cNvSpPr/>
          <p:nvPr/>
        </p:nvSpPr>
        <p:spPr>
          <a:xfrm flipH="1">
            <a:off x="1535518" y="581128"/>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3" name="Google Shape;203;p104"/>
          <p:cNvGrpSpPr/>
          <p:nvPr/>
        </p:nvGrpSpPr>
        <p:grpSpPr>
          <a:xfrm>
            <a:off x="4281415" y="375214"/>
            <a:ext cx="581170" cy="125403"/>
            <a:chOff x="4685288" y="186288"/>
            <a:chExt cx="419375" cy="90485"/>
          </a:xfrm>
        </p:grpSpPr>
        <p:sp>
          <p:nvSpPr>
            <p:cNvPr id="204" name="Google Shape;204;p104"/>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5" name="Google Shape;205;p104"/>
            <p:cNvGrpSpPr/>
            <p:nvPr/>
          </p:nvGrpSpPr>
          <p:grpSpPr>
            <a:xfrm>
              <a:off x="4685288" y="186300"/>
              <a:ext cx="419375" cy="90473"/>
              <a:chOff x="4390000" y="182175"/>
              <a:chExt cx="419375" cy="90473"/>
            </a:xfrm>
          </p:grpSpPr>
          <p:sp>
            <p:nvSpPr>
              <p:cNvPr id="206" name="Google Shape;206;p104"/>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04"/>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08" name="Google Shape;208;p104"/>
          <p:cNvSpPr/>
          <p:nvPr/>
        </p:nvSpPr>
        <p:spPr>
          <a:xfrm flipH="1" rot="10800000">
            <a:off x="7229737" y="3750528"/>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04"/>
          <p:cNvSpPr/>
          <p:nvPr/>
        </p:nvSpPr>
        <p:spPr>
          <a:xfrm flipH="1" rot="10800000">
            <a:off x="6865888" y="3930834"/>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04"/>
          <p:cNvSpPr txBox="1"/>
          <p:nvPr>
            <p:ph type="ctrTitle"/>
          </p:nvPr>
        </p:nvSpPr>
        <p:spPr>
          <a:xfrm flipH="1">
            <a:off x="1468375" y="1714500"/>
            <a:ext cx="3372600" cy="1289400"/>
          </a:xfrm>
          <a:prstGeom prst="rect">
            <a:avLst/>
          </a:prstGeom>
          <a:noFill/>
          <a:ln>
            <a:noFill/>
          </a:ln>
        </p:spPr>
        <p:txBody>
          <a:bodyPr anchorCtr="0" anchor="ctr" bIns="0" lIns="0" spcFirstLastPara="1" rIns="0" wrap="square" tIns="0">
            <a:noAutofit/>
          </a:bodyPr>
          <a:lstStyle>
            <a:lvl1pPr lvl="0" algn="r">
              <a:lnSpc>
                <a:spcPct val="100000"/>
              </a:lnSpc>
              <a:spcBef>
                <a:spcPts val="0"/>
              </a:spcBef>
              <a:spcAft>
                <a:spcPts val="0"/>
              </a:spcAft>
              <a:buSzPts val="8000"/>
              <a:buNone/>
              <a:defRPr sz="34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211" name="Google Shape;211;p104"/>
          <p:cNvSpPr txBox="1"/>
          <p:nvPr>
            <p:ph idx="1" type="subTitle"/>
          </p:nvPr>
        </p:nvSpPr>
        <p:spPr>
          <a:xfrm flipH="1">
            <a:off x="1975675" y="3095225"/>
            <a:ext cx="2865300" cy="5829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1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12" name="Google Shape;212;p104"/>
          <p:cNvSpPr txBox="1"/>
          <p:nvPr>
            <p:ph idx="2" type="title"/>
          </p:nvPr>
        </p:nvSpPr>
        <p:spPr>
          <a:xfrm flipH="1">
            <a:off x="6180750" y="1714500"/>
            <a:ext cx="1914600" cy="12858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Clr>
                <a:schemeClr val="accent2"/>
              </a:buClr>
              <a:buSzPts val="5000"/>
              <a:buNone/>
              <a:defRPr sz="9600">
                <a:solidFill>
                  <a:schemeClr val="accent3"/>
                </a:solidFill>
              </a:defRPr>
            </a:lvl1pPr>
            <a:lvl2pPr lvl="1" algn="ctr">
              <a:lnSpc>
                <a:spcPct val="100000"/>
              </a:lnSpc>
              <a:spcBef>
                <a:spcPts val="0"/>
              </a:spcBef>
              <a:spcAft>
                <a:spcPts val="0"/>
              </a:spcAft>
              <a:buSzPts val="10000"/>
              <a:buNone/>
              <a:defRPr sz="10000"/>
            </a:lvl2pPr>
            <a:lvl3pPr lvl="2" algn="ctr">
              <a:lnSpc>
                <a:spcPct val="100000"/>
              </a:lnSpc>
              <a:spcBef>
                <a:spcPts val="0"/>
              </a:spcBef>
              <a:spcAft>
                <a:spcPts val="0"/>
              </a:spcAft>
              <a:buSzPts val="10000"/>
              <a:buNone/>
              <a:defRPr sz="10000"/>
            </a:lvl3pPr>
            <a:lvl4pPr lvl="3" algn="ctr">
              <a:lnSpc>
                <a:spcPct val="100000"/>
              </a:lnSpc>
              <a:spcBef>
                <a:spcPts val="0"/>
              </a:spcBef>
              <a:spcAft>
                <a:spcPts val="0"/>
              </a:spcAft>
              <a:buSzPts val="10000"/>
              <a:buNone/>
              <a:defRPr sz="10000"/>
            </a:lvl4pPr>
            <a:lvl5pPr lvl="4" algn="ctr">
              <a:lnSpc>
                <a:spcPct val="100000"/>
              </a:lnSpc>
              <a:spcBef>
                <a:spcPts val="0"/>
              </a:spcBef>
              <a:spcAft>
                <a:spcPts val="0"/>
              </a:spcAft>
              <a:buSzPts val="10000"/>
              <a:buNone/>
              <a:defRPr sz="10000"/>
            </a:lvl5pPr>
            <a:lvl6pPr lvl="5" algn="ctr">
              <a:lnSpc>
                <a:spcPct val="100000"/>
              </a:lnSpc>
              <a:spcBef>
                <a:spcPts val="0"/>
              </a:spcBef>
              <a:spcAft>
                <a:spcPts val="0"/>
              </a:spcAft>
              <a:buSzPts val="10000"/>
              <a:buNone/>
              <a:defRPr sz="10000"/>
            </a:lvl6pPr>
            <a:lvl7pPr lvl="6" algn="ctr">
              <a:lnSpc>
                <a:spcPct val="100000"/>
              </a:lnSpc>
              <a:spcBef>
                <a:spcPts val="0"/>
              </a:spcBef>
              <a:spcAft>
                <a:spcPts val="0"/>
              </a:spcAft>
              <a:buSzPts val="10000"/>
              <a:buNone/>
              <a:defRPr sz="10000"/>
            </a:lvl7pPr>
            <a:lvl8pPr lvl="7" algn="ctr">
              <a:lnSpc>
                <a:spcPct val="100000"/>
              </a:lnSpc>
              <a:spcBef>
                <a:spcPts val="0"/>
              </a:spcBef>
              <a:spcAft>
                <a:spcPts val="0"/>
              </a:spcAft>
              <a:buSzPts val="10000"/>
              <a:buNone/>
              <a:defRPr sz="10000"/>
            </a:lvl8pPr>
            <a:lvl9pPr lvl="8" algn="ctr">
              <a:lnSpc>
                <a:spcPct val="100000"/>
              </a:lnSpc>
              <a:spcBef>
                <a:spcPts val="0"/>
              </a:spcBef>
              <a:spcAft>
                <a:spcPts val="0"/>
              </a:spcAft>
              <a:buSzPts val="10000"/>
              <a:buNone/>
              <a:defRPr sz="10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3" name="Shape 213"/>
        <p:cNvGrpSpPr/>
        <p:nvPr/>
      </p:nvGrpSpPr>
      <p:grpSpPr>
        <a:xfrm>
          <a:off x="0" y="0"/>
          <a:ext cx="0" cy="0"/>
          <a:chOff x="0" y="0"/>
          <a:chExt cx="0" cy="0"/>
        </a:xfrm>
      </p:grpSpPr>
      <p:sp>
        <p:nvSpPr>
          <p:cNvPr id="214" name="Google Shape;214;p105"/>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5" name="Google Shape;215;p105"/>
          <p:cNvGrpSpPr/>
          <p:nvPr/>
        </p:nvGrpSpPr>
        <p:grpSpPr>
          <a:xfrm>
            <a:off x="4281415" y="75177"/>
            <a:ext cx="581170" cy="125403"/>
            <a:chOff x="4685288" y="186288"/>
            <a:chExt cx="419375" cy="90485"/>
          </a:xfrm>
        </p:grpSpPr>
        <p:sp>
          <p:nvSpPr>
            <p:cNvPr id="216" name="Google Shape;216;p105"/>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17" name="Google Shape;217;p105"/>
            <p:cNvGrpSpPr/>
            <p:nvPr/>
          </p:nvGrpSpPr>
          <p:grpSpPr>
            <a:xfrm>
              <a:off x="4685288" y="186300"/>
              <a:ext cx="419375" cy="90473"/>
              <a:chOff x="4390000" y="182175"/>
              <a:chExt cx="419375" cy="90473"/>
            </a:xfrm>
          </p:grpSpPr>
          <p:sp>
            <p:nvSpPr>
              <p:cNvPr id="218" name="Google Shape;218;p105"/>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05"/>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20" name="Google Shape;220;p105"/>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221" name="Google Shape;221;p105"/>
          <p:cNvGrpSpPr/>
          <p:nvPr/>
        </p:nvGrpSpPr>
        <p:grpSpPr>
          <a:xfrm flipH="1" rot="-9602805">
            <a:off x="-15912" y="136017"/>
            <a:ext cx="1474184" cy="2698459"/>
            <a:chOff x="365696" y="228600"/>
            <a:chExt cx="1473983" cy="2698089"/>
          </a:xfrm>
        </p:grpSpPr>
        <p:grpSp>
          <p:nvGrpSpPr>
            <p:cNvPr id="222" name="Google Shape;222;p105"/>
            <p:cNvGrpSpPr/>
            <p:nvPr/>
          </p:nvGrpSpPr>
          <p:grpSpPr>
            <a:xfrm flipH="1" rot="-617154">
              <a:off x="575967" y="402323"/>
              <a:ext cx="1053440" cy="2450002"/>
              <a:chOff x="3817855" y="1437512"/>
              <a:chExt cx="541146" cy="1128254"/>
            </a:xfrm>
          </p:grpSpPr>
          <p:sp>
            <p:nvSpPr>
              <p:cNvPr id="223" name="Google Shape;223;p105"/>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05"/>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5" name="Google Shape;225;p105"/>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6" name="Google Shape;226;p105"/>
          <p:cNvGrpSpPr/>
          <p:nvPr/>
        </p:nvGrpSpPr>
        <p:grpSpPr>
          <a:xfrm>
            <a:off x="-9513" y="2"/>
            <a:ext cx="9177947" cy="4737094"/>
            <a:chOff x="-9513" y="2"/>
            <a:chExt cx="9177947" cy="4737094"/>
          </a:xfrm>
        </p:grpSpPr>
        <p:sp>
          <p:nvSpPr>
            <p:cNvPr id="227" name="Google Shape;227;p105"/>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05"/>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105"/>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
    <p:spTree>
      <p:nvGrpSpPr>
        <p:cNvPr id="230" name="Shape 230"/>
        <p:cNvGrpSpPr/>
        <p:nvPr/>
      </p:nvGrpSpPr>
      <p:grpSpPr>
        <a:xfrm>
          <a:off x="0" y="0"/>
          <a:ext cx="0" cy="0"/>
          <a:chOff x="0" y="0"/>
          <a:chExt cx="0" cy="0"/>
        </a:xfrm>
      </p:grpSpPr>
      <p:grpSp>
        <p:nvGrpSpPr>
          <p:cNvPr id="231" name="Google Shape;231;p106"/>
          <p:cNvGrpSpPr/>
          <p:nvPr/>
        </p:nvGrpSpPr>
        <p:grpSpPr>
          <a:xfrm>
            <a:off x="-97597" y="-6"/>
            <a:ext cx="9411262" cy="5153378"/>
            <a:chOff x="-97597" y="-6"/>
            <a:chExt cx="9411262" cy="5153378"/>
          </a:xfrm>
        </p:grpSpPr>
        <p:sp>
          <p:nvSpPr>
            <p:cNvPr id="232" name="Google Shape;232;p106"/>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06"/>
            <p:cNvSpPr/>
            <p:nvPr/>
          </p:nvSpPr>
          <p:spPr>
            <a:xfrm flipH="1">
              <a:off x="399046" y="0"/>
              <a:ext cx="1600279"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06"/>
            <p:cNvSpPr/>
            <p:nvPr/>
          </p:nvSpPr>
          <p:spPr>
            <a:xfrm flipH="1">
              <a:off x="1314444" y="-6"/>
              <a:ext cx="1250846"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06"/>
            <p:cNvSpPr/>
            <p:nvPr/>
          </p:nvSpPr>
          <p:spPr>
            <a:xfrm flipH="1">
              <a:off x="6735804"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06"/>
            <p:cNvSpPr/>
            <p:nvPr/>
          </p:nvSpPr>
          <p:spPr>
            <a:xfrm flipH="1" rot="10800000">
              <a:off x="8009700" y="3670093"/>
              <a:ext cx="1135497" cy="106700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06"/>
            <p:cNvSpPr/>
            <p:nvPr/>
          </p:nvSpPr>
          <p:spPr>
            <a:xfrm flipH="1">
              <a:off x="-24431" y="12287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8" name="Google Shape;238;p106"/>
            <p:cNvGrpSpPr/>
            <p:nvPr/>
          </p:nvGrpSpPr>
          <p:grpSpPr>
            <a:xfrm>
              <a:off x="4281415" y="75177"/>
              <a:ext cx="581170" cy="125403"/>
              <a:chOff x="4685288" y="186288"/>
              <a:chExt cx="419375" cy="90485"/>
            </a:xfrm>
          </p:grpSpPr>
          <p:sp>
            <p:nvSpPr>
              <p:cNvPr id="239" name="Google Shape;239;p106"/>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0" name="Google Shape;240;p106"/>
              <p:cNvGrpSpPr/>
              <p:nvPr/>
            </p:nvGrpSpPr>
            <p:grpSpPr>
              <a:xfrm>
                <a:off x="4685288" y="186300"/>
                <a:ext cx="419375" cy="90473"/>
                <a:chOff x="4390000" y="182175"/>
                <a:chExt cx="419375" cy="90473"/>
              </a:xfrm>
            </p:grpSpPr>
            <p:sp>
              <p:nvSpPr>
                <p:cNvPr id="241" name="Google Shape;241;p106"/>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06"/>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43" name="Google Shape;243;p106"/>
            <p:cNvGrpSpPr/>
            <p:nvPr/>
          </p:nvGrpSpPr>
          <p:grpSpPr>
            <a:xfrm rot="-1102275">
              <a:off x="239301" y="2899434"/>
              <a:ext cx="541146" cy="2225370"/>
              <a:chOff x="871338" y="1945155"/>
              <a:chExt cx="247109" cy="1016148"/>
            </a:xfrm>
          </p:grpSpPr>
          <p:sp>
            <p:nvSpPr>
              <p:cNvPr id="244" name="Google Shape;244;p106"/>
              <p:cNvSpPr/>
              <p:nvPr/>
            </p:nvSpPr>
            <p:spPr>
              <a:xfrm>
                <a:off x="1017893" y="2858365"/>
                <a:ext cx="100554" cy="102938"/>
              </a:xfrm>
              <a:custGeom>
                <a:rect b="b" l="l" r="r" t="t"/>
                <a:pathLst>
                  <a:path extrusionOk="0" h="5440" w="5314">
                    <a:moveTo>
                      <a:pt x="2707" y="0"/>
                    </a:moveTo>
                    <a:cubicBezTo>
                      <a:pt x="1253" y="0"/>
                      <a:pt x="0" y="1254"/>
                      <a:pt x="0" y="2707"/>
                    </a:cubicBezTo>
                    <a:cubicBezTo>
                      <a:pt x="0" y="4186"/>
                      <a:pt x="1253" y="5439"/>
                      <a:pt x="2707" y="5439"/>
                    </a:cubicBezTo>
                    <a:cubicBezTo>
                      <a:pt x="4161" y="5439"/>
                      <a:pt x="5314" y="4186"/>
                      <a:pt x="5314" y="2707"/>
                    </a:cubicBezTo>
                    <a:cubicBezTo>
                      <a:pt x="5314" y="1254"/>
                      <a:pt x="4161" y="0"/>
                      <a:pt x="270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106"/>
              <p:cNvSpPr/>
              <p:nvPr/>
            </p:nvSpPr>
            <p:spPr>
              <a:xfrm>
                <a:off x="871338" y="2075844"/>
                <a:ext cx="215338" cy="853670"/>
              </a:xfrm>
              <a:custGeom>
                <a:rect b="b" l="l" r="r" t="t"/>
                <a:pathLst>
                  <a:path extrusionOk="0" h="45114" w="11380">
                    <a:moveTo>
                      <a:pt x="6066" y="1"/>
                    </a:moveTo>
                    <a:cubicBezTo>
                      <a:pt x="2206" y="5640"/>
                      <a:pt x="1" y="12332"/>
                      <a:pt x="1" y="19625"/>
                    </a:cubicBezTo>
                    <a:cubicBezTo>
                      <a:pt x="1" y="29650"/>
                      <a:pt x="4287" y="38748"/>
                      <a:pt x="11079" y="45114"/>
                    </a:cubicBezTo>
                    <a:lnTo>
                      <a:pt x="11379" y="44813"/>
                    </a:lnTo>
                    <a:cubicBezTo>
                      <a:pt x="4612" y="38547"/>
                      <a:pt x="427" y="29550"/>
                      <a:pt x="427" y="19625"/>
                    </a:cubicBezTo>
                    <a:cubicBezTo>
                      <a:pt x="427" y="12432"/>
                      <a:pt x="2607" y="5740"/>
                      <a:pt x="6367" y="201"/>
                    </a:cubicBezTo>
                    <a:lnTo>
                      <a:pt x="6066"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06"/>
              <p:cNvSpPr/>
              <p:nvPr/>
            </p:nvSpPr>
            <p:spPr>
              <a:xfrm>
                <a:off x="1051083" y="1945155"/>
                <a:ext cx="67364" cy="51242"/>
              </a:xfrm>
              <a:custGeom>
                <a:rect b="b" l="l" r="r" t="t"/>
                <a:pathLst>
                  <a:path extrusionOk="0" h="2708" w="3560">
                    <a:moveTo>
                      <a:pt x="1780" y="1"/>
                    </a:moveTo>
                    <a:cubicBezTo>
                      <a:pt x="1" y="1"/>
                      <a:pt x="1" y="2708"/>
                      <a:pt x="1780" y="2708"/>
                    </a:cubicBezTo>
                    <a:cubicBezTo>
                      <a:pt x="3459" y="2708"/>
                      <a:pt x="3560" y="1"/>
                      <a:pt x="178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7" name="Google Shape;247;p106"/>
            <p:cNvSpPr/>
            <p:nvPr/>
          </p:nvSpPr>
          <p:spPr>
            <a:xfrm>
              <a:off x="7683774" y="926546"/>
              <a:ext cx="1629891" cy="217696"/>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48" name="Google Shape;248;p106"/>
          <p:cNvSpPr txBox="1"/>
          <p:nvPr>
            <p:ph idx="1" type="subTitle"/>
          </p:nvPr>
        </p:nvSpPr>
        <p:spPr>
          <a:xfrm>
            <a:off x="6450420" y="2989131"/>
            <a:ext cx="1517100" cy="31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1800">
                <a:latin typeface="Aldrich"/>
                <a:ea typeface="Aldrich"/>
                <a:cs typeface="Aldrich"/>
                <a:sym typeface="Aldrich"/>
              </a:defRPr>
            </a:lvl1pPr>
            <a:lvl2pPr lvl="1" algn="ctr">
              <a:lnSpc>
                <a:spcPct val="100000"/>
              </a:lnSpc>
              <a:spcBef>
                <a:spcPts val="0"/>
              </a:spcBef>
              <a:spcAft>
                <a:spcPts val="0"/>
              </a:spcAft>
              <a:buSzPts val="1400"/>
              <a:buNone/>
              <a:defRPr b="1">
                <a:latin typeface="Aldrich"/>
                <a:ea typeface="Aldrich"/>
                <a:cs typeface="Aldrich"/>
                <a:sym typeface="Aldrich"/>
              </a:defRPr>
            </a:lvl2pPr>
            <a:lvl3pPr lvl="2" algn="ctr">
              <a:lnSpc>
                <a:spcPct val="100000"/>
              </a:lnSpc>
              <a:spcBef>
                <a:spcPts val="0"/>
              </a:spcBef>
              <a:spcAft>
                <a:spcPts val="0"/>
              </a:spcAft>
              <a:buSzPts val="1400"/>
              <a:buNone/>
              <a:defRPr b="1">
                <a:latin typeface="Aldrich"/>
                <a:ea typeface="Aldrich"/>
                <a:cs typeface="Aldrich"/>
                <a:sym typeface="Aldrich"/>
              </a:defRPr>
            </a:lvl3pPr>
            <a:lvl4pPr lvl="3" algn="ctr">
              <a:lnSpc>
                <a:spcPct val="100000"/>
              </a:lnSpc>
              <a:spcBef>
                <a:spcPts val="0"/>
              </a:spcBef>
              <a:spcAft>
                <a:spcPts val="0"/>
              </a:spcAft>
              <a:buSzPts val="1400"/>
              <a:buNone/>
              <a:defRPr b="1">
                <a:latin typeface="Aldrich"/>
                <a:ea typeface="Aldrich"/>
                <a:cs typeface="Aldrich"/>
                <a:sym typeface="Aldrich"/>
              </a:defRPr>
            </a:lvl4pPr>
            <a:lvl5pPr lvl="4" algn="ctr">
              <a:lnSpc>
                <a:spcPct val="100000"/>
              </a:lnSpc>
              <a:spcBef>
                <a:spcPts val="0"/>
              </a:spcBef>
              <a:spcAft>
                <a:spcPts val="0"/>
              </a:spcAft>
              <a:buSzPts val="1400"/>
              <a:buNone/>
              <a:defRPr b="1">
                <a:latin typeface="Aldrich"/>
                <a:ea typeface="Aldrich"/>
                <a:cs typeface="Aldrich"/>
                <a:sym typeface="Aldrich"/>
              </a:defRPr>
            </a:lvl5pPr>
            <a:lvl6pPr lvl="5" algn="ctr">
              <a:lnSpc>
                <a:spcPct val="100000"/>
              </a:lnSpc>
              <a:spcBef>
                <a:spcPts val="0"/>
              </a:spcBef>
              <a:spcAft>
                <a:spcPts val="0"/>
              </a:spcAft>
              <a:buSzPts val="1400"/>
              <a:buNone/>
              <a:defRPr b="1">
                <a:latin typeface="Aldrich"/>
                <a:ea typeface="Aldrich"/>
                <a:cs typeface="Aldrich"/>
                <a:sym typeface="Aldrich"/>
              </a:defRPr>
            </a:lvl6pPr>
            <a:lvl7pPr lvl="6" algn="ctr">
              <a:lnSpc>
                <a:spcPct val="100000"/>
              </a:lnSpc>
              <a:spcBef>
                <a:spcPts val="0"/>
              </a:spcBef>
              <a:spcAft>
                <a:spcPts val="0"/>
              </a:spcAft>
              <a:buSzPts val="1400"/>
              <a:buNone/>
              <a:defRPr b="1">
                <a:latin typeface="Aldrich"/>
                <a:ea typeface="Aldrich"/>
                <a:cs typeface="Aldrich"/>
                <a:sym typeface="Aldrich"/>
              </a:defRPr>
            </a:lvl7pPr>
            <a:lvl8pPr lvl="7" algn="ctr">
              <a:lnSpc>
                <a:spcPct val="100000"/>
              </a:lnSpc>
              <a:spcBef>
                <a:spcPts val="0"/>
              </a:spcBef>
              <a:spcAft>
                <a:spcPts val="0"/>
              </a:spcAft>
              <a:buSzPts val="1400"/>
              <a:buNone/>
              <a:defRPr b="1">
                <a:latin typeface="Aldrich"/>
                <a:ea typeface="Aldrich"/>
                <a:cs typeface="Aldrich"/>
                <a:sym typeface="Aldrich"/>
              </a:defRPr>
            </a:lvl8pPr>
            <a:lvl9pPr lvl="8" algn="ctr">
              <a:lnSpc>
                <a:spcPct val="100000"/>
              </a:lnSpc>
              <a:spcBef>
                <a:spcPts val="0"/>
              </a:spcBef>
              <a:spcAft>
                <a:spcPts val="0"/>
              </a:spcAft>
              <a:buSzPts val="1400"/>
              <a:buNone/>
              <a:defRPr b="1">
                <a:latin typeface="Aldrich"/>
                <a:ea typeface="Aldrich"/>
                <a:cs typeface="Aldrich"/>
                <a:sym typeface="Aldrich"/>
              </a:defRPr>
            </a:lvl9pPr>
          </a:lstStyle>
          <a:p/>
        </p:txBody>
      </p:sp>
      <p:sp>
        <p:nvSpPr>
          <p:cNvPr id="249" name="Google Shape;249;p106"/>
          <p:cNvSpPr txBox="1"/>
          <p:nvPr>
            <p:ph idx="2" type="subTitle"/>
          </p:nvPr>
        </p:nvSpPr>
        <p:spPr>
          <a:xfrm>
            <a:off x="5997120" y="3373105"/>
            <a:ext cx="2423700" cy="545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sz="1600"/>
            </a:lvl2pPr>
            <a:lvl3pPr lvl="2" algn="ctr">
              <a:lnSpc>
                <a:spcPct val="100000"/>
              </a:lnSpc>
              <a:spcBef>
                <a:spcPts val="0"/>
              </a:spcBef>
              <a:spcAft>
                <a:spcPts val="0"/>
              </a:spcAft>
              <a:buSzPts val="1400"/>
              <a:buNone/>
              <a:defRPr sz="1600"/>
            </a:lvl3pPr>
            <a:lvl4pPr lvl="3" algn="ctr">
              <a:lnSpc>
                <a:spcPct val="100000"/>
              </a:lnSpc>
              <a:spcBef>
                <a:spcPts val="0"/>
              </a:spcBef>
              <a:spcAft>
                <a:spcPts val="0"/>
              </a:spcAft>
              <a:buSzPts val="1400"/>
              <a:buNone/>
              <a:defRPr sz="1600"/>
            </a:lvl4pPr>
            <a:lvl5pPr lvl="4" algn="ctr">
              <a:lnSpc>
                <a:spcPct val="100000"/>
              </a:lnSpc>
              <a:spcBef>
                <a:spcPts val="0"/>
              </a:spcBef>
              <a:spcAft>
                <a:spcPts val="0"/>
              </a:spcAft>
              <a:buSzPts val="1400"/>
              <a:buNone/>
              <a:defRPr sz="1600"/>
            </a:lvl5pPr>
            <a:lvl6pPr lvl="5" algn="ctr">
              <a:lnSpc>
                <a:spcPct val="100000"/>
              </a:lnSpc>
              <a:spcBef>
                <a:spcPts val="0"/>
              </a:spcBef>
              <a:spcAft>
                <a:spcPts val="0"/>
              </a:spcAft>
              <a:buSzPts val="1400"/>
              <a:buNone/>
              <a:defRPr sz="1600"/>
            </a:lvl6pPr>
            <a:lvl7pPr lvl="6" algn="ctr">
              <a:lnSpc>
                <a:spcPct val="100000"/>
              </a:lnSpc>
              <a:spcBef>
                <a:spcPts val="0"/>
              </a:spcBef>
              <a:spcAft>
                <a:spcPts val="0"/>
              </a:spcAft>
              <a:buSzPts val="1400"/>
              <a:buNone/>
              <a:defRPr sz="1600"/>
            </a:lvl7pPr>
            <a:lvl8pPr lvl="7" algn="ctr">
              <a:lnSpc>
                <a:spcPct val="100000"/>
              </a:lnSpc>
              <a:spcBef>
                <a:spcPts val="0"/>
              </a:spcBef>
              <a:spcAft>
                <a:spcPts val="0"/>
              </a:spcAft>
              <a:buSzPts val="1400"/>
              <a:buNone/>
              <a:defRPr sz="1600"/>
            </a:lvl8pPr>
            <a:lvl9pPr lvl="8" algn="ctr">
              <a:lnSpc>
                <a:spcPct val="100000"/>
              </a:lnSpc>
              <a:spcBef>
                <a:spcPts val="0"/>
              </a:spcBef>
              <a:spcAft>
                <a:spcPts val="0"/>
              </a:spcAft>
              <a:buSzPts val="1400"/>
              <a:buNone/>
              <a:defRPr sz="1600"/>
            </a:lvl9pPr>
          </a:lstStyle>
          <a:p/>
        </p:txBody>
      </p:sp>
      <p:sp>
        <p:nvSpPr>
          <p:cNvPr id="250" name="Google Shape;250;p106"/>
          <p:cNvSpPr txBox="1"/>
          <p:nvPr>
            <p:ph idx="3" type="subTitle"/>
          </p:nvPr>
        </p:nvSpPr>
        <p:spPr>
          <a:xfrm>
            <a:off x="3813450" y="2989131"/>
            <a:ext cx="1517100" cy="31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1800">
                <a:latin typeface="Aldrich"/>
                <a:ea typeface="Aldrich"/>
                <a:cs typeface="Aldrich"/>
                <a:sym typeface="Aldrich"/>
              </a:defRPr>
            </a:lvl1pPr>
            <a:lvl2pPr lvl="1" algn="ctr">
              <a:lnSpc>
                <a:spcPct val="100000"/>
              </a:lnSpc>
              <a:spcBef>
                <a:spcPts val="0"/>
              </a:spcBef>
              <a:spcAft>
                <a:spcPts val="0"/>
              </a:spcAft>
              <a:buSzPts val="1400"/>
              <a:buNone/>
              <a:defRPr b="1">
                <a:latin typeface="Aldrich"/>
                <a:ea typeface="Aldrich"/>
                <a:cs typeface="Aldrich"/>
                <a:sym typeface="Aldrich"/>
              </a:defRPr>
            </a:lvl2pPr>
            <a:lvl3pPr lvl="2" algn="ctr">
              <a:lnSpc>
                <a:spcPct val="100000"/>
              </a:lnSpc>
              <a:spcBef>
                <a:spcPts val="0"/>
              </a:spcBef>
              <a:spcAft>
                <a:spcPts val="0"/>
              </a:spcAft>
              <a:buSzPts val="1400"/>
              <a:buNone/>
              <a:defRPr b="1">
                <a:latin typeface="Aldrich"/>
                <a:ea typeface="Aldrich"/>
                <a:cs typeface="Aldrich"/>
                <a:sym typeface="Aldrich"/>
              </a:defRPr>
            </a:lvl3pPr>
            <a:lvl4pPr lvl="3" algn="ctr">
              <a:lnSpc>
                <a:spcPct val="100000"/>
              </a:lnSpc>
              <a:spcBef>
                <a:spcPts val="0"/>
              </a:spcBef>
              <a:spcAft>
                <a:spcPts val="0"/>
              </a:spcAft>
              <a:buSzPts val="1400"/>
              <a:buNone/>
              <a:defRPr b="1">
                <a:latin typeface="Aldrich"/>
                <a:ea typeface="Aldrich"/>
                <a:cs typeface="Aldrich"/>
                <a:sym typeface="Aldrich"/>
              </a:defRPr>
            </a:lvl4pPr>
            <a:lvl5pPr lvl="4" algn="ctr">
              <a:lnSpc>
                <a:spcPct val="100000"/>
              </a:lnSpc>
              <a:spcBef>
                <a:spcPts val="0"/>
              </a:spcBef>
              <a:spcAft>
                <a:spcPts val="0"/>
              </a:spcAft>
              <a:buSzPts val="1400"/>
              <a:buNone/>
              <a:defRPr b="1">
                <a:latin typeface="Aldrich"/>
                <a:ea typeface="Aldrich"/>
                <a:cs typeface="Aldrich"/>
                <a:sym typeface="Aldrich"/>
              </a:defRPr>
            </a:lvl5pPr>
            <a:lvl6pPr lvl="5" algn="ctr">
              <a:lnSpc>
                <a:spcPct val="100000"/>
              </a:lnSpc>
              <a:spcBef>
                <a:spcPts val="0"/>
              </a:spcBef>
              <a:spcAft>
                <a:spcPts val="0"/>
              </a:spcAft>
              <a:buSzPts val="1400"/>
              <a:buNone/>
              <a:defRPr b="1">
                <a:latin typeface="Aldrich"/>
                <a:ea typeface="Aldrich"/>
                <a:cs typeface="Aldrich"/>
                <a:sym typeface="Aldrich"/>
              </a:defRPr>
            </a:lvl6pPr>
            <a:lvl7pPr lvl="6" algn="ctr">
              <a:lnSpc>
                <a:spcPct val="100000"/>
              </a:lnSpc>
              <a:spcBef>
                <a:spcPts val="0"/>
              </a:spcBef>
              <a:spcAft>
                <a:spcPts val="0"/>
              </a:spcAft>
              <a:buSzPts val="1400"/>
              <a:buNone/>
              <a:defRPr b="1">
                <a:latin typeface="Aldrich"/>
                <a:ea typeface="Aldrich"/>
                <a:cs typeface="Aldrich"/>
                <a:sym typeface="Aldrich"/>
              </a:defRPr>
            </a:lvl7pPr>
            <a:lvl8pPr lvl="7" algn="ctr">
              <a:lnSpc>
                <a:spcPct val="100000"/>
              </a:lnSpc>
              <a:spcBef>
                <a:spcPts val="0"/>
              </a:spcBef>
              <a:spcAft>
                <a:spcPts val="0"/>
              </a:spcAft>
              <a:buSzPts val="1400"/>
              <a:buNone/>
              <a:defRPr b="1">
                <a:latin typeface="Aldrich"/>
                <a:ea typeface="Aldrich"/>
                <a:cs typeface="Aldrich"/>
                <a:sym typeface="Aldrich"/>
              </a:defRPr>
            </a:lvl8pPr>
            <a:lvl9pPr lvl="8" algn="ctr">
              <a:lnSpc>
                <a:spcPct val="100000"/>
              </a:lnSpc>
              <a:spcBef>
                <a:spcPts val="0"/>
              </a:spcBef>
              <a:spcAft>
                <a:spcPts val="0"/>
              </a:spcAft>
              <a:buSzPts val="1400"/>
              <a:buNone/>
              <a:defRPr b="1">
                <a:latin typeface="Aldrich"/>
                <a:ea typeface="Aldrich"/>
                <a:cs typeface="Aldrich"/>
                <a:sym typeface="Aldrich"/>
              </a:defRPr>
            </a:lvl9pPr>
          </a:lstStyle>
          <a:p/>
        </p:txBody>
      </p:sp>
      <p:sp>
        <p:nvSpPr>
          <p:cNvPr id="251" name="Google Shape;251;p106"/>
          <p:cNvSpPr txBox="1"/>
          <p:nvPr>
            <p:ph idx="4" type="subTitle"/>
          </p:nvPr>
        </p:nvSpPr>
        <p:spPr>
          <a:xfrm>
            <a:off x="3360150" y="3373105"/>
            <a:ext cx="2423700" cy="545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sz="1600"/>
            </a:lvl2pPr>
            <a:lvl3pPr lvl="2" algn="ctr">
              <a:lnSpc>
                <a:spcPct val="100000"/>
              </a:lnSpc>
              <a:spcBef>
                <a:spcPts val="0"/>
              </a:spcBef>
              <a:spcAft>
                <a:spcPts val="0"/>
              </a:spcAft>
              <a:buSzPts val="1400"/>
              <a:buNone/>
              <a:defRPr sz="1600"/>
            </a:lvl3pPr>
            <a:lvl4pPr lvl="3" algn="ctr">
              <a:lnSpc>
                <a:spcPct val="100000"/>
              </a:lnSpc>
              <a:spcBef>
                <a:spcPts val="0"/>
              </a:spcBef>
              <a:spcAft>
                <a:spcPts val="0"/>
              </a:spcAft>
              <a:buSzPts val="1400"/>
              <a:buNone/>
              <a:defRPr sz="1600"/>
            </a:lvl4pPr>
            <a:lvl5pPr lvl="4" algn="ctr">
              <a:lnSpc>
                <a:spcPct val="100000"/>
              </a:lnSpc>
              <a:spcBef>
                <a:spcPts val="0"/>
              </a:spcBef>
              <a:spcAft>
                <a:spcPts val="0"/>
              </a:spcAft>
              <a:buSzPts val="1400"/>
              <a:buNone/>
              <a:defRPr sz="1600"/>
            </a:lvl5pPr>
            <a:lvl6pPr lvl="5" algn="ctr">
              <a:lnSpc>
                <a:spcPct val="100000"/>
              </a:lnSpc>
              <a:spcBef>
                <a:spcPts val="0"/>
              </a:spcBef>
              <a:spcAft>
                <a:spcPts val="0"/>
              </a:spcAft>
              <a:buSzPts val="1400"/>
              <a:buNone/>
              <a:defRPr sz="1600"/>
            </a:lvl6pPr>
            <a:lvl7pPr lvl="6" algn="ctr">
              <a:lnSpc>
                <a:spcPct val="100000"/>
              </a:lnSpc>
              <a:spcBef>
                <a:spcPts val="0"/>
              </a:spcBef>
              <a:spcAft>
                <a:spcPts val="0"/>
              </a:spcAft>
              <a:buSzPts val="1400"/>
              <a:buNone/>
              <a:defRPr sz="1600"/>
            </a:lvl7pPr>
            <a:lvl8pPr lvl="7" algn="ctr">
              <a:lnSpc>
                <a:spcPct val="100000"/>
              </a:lnSpc>
              <a:spcBef>
                <a:spcPts val="0"/>
              </a:spcBef>
              <a:spcAft>
                <a:spcPts val="0"/>
              </a:spcAft>
              <a:buSzPts val="1400"/>
              <a:buNone/>
              <a:defRPr sz="1600"/>
            </a:lvl8pPr>
            <a:lvl9pPr lvl="8" algn="ctr">
              <a:lnSpc>
                <a:spcPct val="100000"/>
              </a:lnSpc>
              <a:spcBef>
                <a:spcPts val="0"/>
              </a:spcBef>
              <a:spcAft>
                <a:spcPts val="0"/>
              </a:spcAft>
              <a:buSzPts val="1400"/>
              <a:buNone/>
              <a:defRPr sz="1600"/>
            </a:lvl9pPr>
          </a:lstStyle>
          <a:p/>
        </p:txBody>
      </p:sp>
      <p:sp>
        <p:nvSpPr>
          <p:cNvPr id="252" name="Google Shape;252;p106"/>
          <p:cNvSpPr txBox="1"/>
          <p:nvPr>
            <p:ph idx="5" type="subTitle"/>
          </p:nvPr>
        </p:nvSpPr>
        <p:spPr>
          <a:xfrm>
            <a:off x="1176480" y="2989131"/>
            <a:ext cx="1517100" cy="314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1800">
                <a:latin typeface="Aldrich"/>
                <a:ea typeface="Aldrich"/>
                <a:cs typeface="Aldrich"/>
                <a:sym typeface="Aldrich"/>
              </a:defRPr>
            </a:lvl1pPr>
            <a:lvl2pPr lvl="1" algn="ctr">
              <a:lnSpc>
                <a:spcPct val="100000"/>
              </a:lnSpc>
              <a:spcBef>
                <a:spcPts val="0"/>
              </a:spcBef>
              <a:spcAft>
                <a:spcPts val="0"/>
              </a:spcAft>
              <a:buSzPts val="1400"/>
              <a:buNone/>
              <a:defRPr b="1">
                <a:latin typeface="Aldrich"/>
                <a:ea typeface="Aldrich"/>
                <a:cs typeface="Aldrich"/>
                <a:sym typeface="Aldrich"/>
              </a:defRPr>
            </a:lvl2pPr>
            <a:lvl3pPr lvl="2" algn="ctr">
              <a:lnSpc>
                <a:spcPct val="100000"/>
              </a:lnSpc>
              <a:spcBef>
                <a:spcPts val="0"/>
              </a:spcBef>
              <a:spcAft>
                <a:spcPts val="0"/>
              </a:spcAft>
              <a:buSzPts val="1400"/>
              <a:buNone/>
              <a:defRPr b="1">
                <a:latin typeface="Aldrich"/>
                <a:ea typeface="Aldrich"/>
                <a:cs typeface="Aldrich"/>
                <a:sym typeface="Aldrich"/>
              </a:defRPr>
            </a:lvl3pPr>
            <a:lvl4pPr lvl="3" algn="ctr">
              <a:lnSpc>
                <a:spcPct val="100000"/>
              </a:lnSpc>
              <a:spcBef>
                <a:spcPts val="0"/>
              </a:spcBef>
              <a:spcAft>
                <a:spcPts val="0"/>
              </a:spcAft>
              <a:buSzPts val="1400"/>
              <a:buNone/>
              <a:defRPr b="1">
                <a:latin typeface="Aldrich"/>
                <a:ea typeface="Aldrich"/>
                <a:cs typeface="Aldrich"/>
                <a:sym typeface="Aldrich"/>
              </a:defRPr>
            </a:lvl4pPr>
            <a:lvl5pPr lvl="4" algn="ctr">
              <a:lnSpc>
                <a:spcPct val="100000"/>
              </a:lnSpc>
              <a:spcBef>
                <a:spcPts val="0"/>
              </a:spcBef>
              <a:spcAft>
                <a:spcPts val="0"/>
              </a:spcAft>
              <a:buSzPts val="1400"/>
              <a:buNone/>
              <a:defRPr b="1">
                <a:latin typeface="Aldrich"/>
                <a:ea typeface="Aldrich"/>
                <a:cs typeface="Aldrich"/>
                <a:sym typeface="Aldrich"/>
              </a:defRPr>
            </a:lvl5pPr>
            <a:lvl6pPr lvl="5" algn="ctr">
              <a:lnSpc>
                <a:spcPct val="100000"/>
              </a:lnSpc>
              <a:spcBef>
                <a:spcPts val="0"/>
              </a:spcBef>
              <a:spcAft>
                <a:spcPts val="0"/>
              </a:spcAft>
              <a:buSzPts val="1400"/>
              <a:buNone/>
              <a:defRPr b="1">
                <a:latin typeface="Aldrich"/>
                <a:ea typeface="Aldrich"/>
                <a:cs typeface="Aldrich"/>
                <a:sym typeface="Aldrich"/>
              </a:defRPr>
            </a:lvl6pPr>
            <a:lvl7pPr lvl="6" algn="ctr">
              <a:lnSpc>
                <a:spcPct val="100000"/>
              </a:lnSpc>
              <a:spcBef>
                <a:spcPts val="0"/>
              </a:spcBef>
              <a:spcAft>
                <a:spcPts val="0"/>
              </a:spcAft>
              <a:buSzPts val="1400"/>
              <a:buNone/>
              <a:defRPr b="1">
                <a:latin typeface="Aldrich"/>
                <a:ea typeface="Aldrich"/>
                <a:cs typeface="Aldrich"/>
                <a:sym typeface="Aldrich"/>
              </a:defRPr>
            </a:lvl7pPr>
            <a:lvl8pPr lvl="7" algn="ctr">
              <a:lnSpc>
                <a:spcPct val="100000"/>
              </a:lnSpc>
              <a:spcBef>
                <a:spcPts val="0"/>
              </a:spcBef>
              <a:spcAft>
                <a:spcPts val="0"/>
              </a:spcAft>
              <a:buSzPts val="1400"/>
              <a:buNone/>
              <a:defRPr b="1">
                <a:latin typeface="Aldrich"/>
                <a:ea typeface="Aldrich"/>
                <a:cs typeface="Aldrich"/>
                <a:sym typeface="Aldrich"/>
              </a:defRPr>
            </a:lvl8pPr>
            <a:lvl9pPr lvl="8" algn="ctr">
              <a:lnSpc>
                <a:spcPct val="100000"/>
              </a:lnSpc>
              <a:spcBef>
                <a:spcPts val="0"/>
              </a:spcBef>
              <a:spcAft>
                <a:spcPts val="0"/>
              </a:spcAft>
              <a:buSzPts val="1400"/>
              <a:buNone/>
              <a:defRPr b="1">
                <a:latin typeface="Aldrich"/>
                <a:ea typeface="Aldrich"/>
                <a:cs typeface="Aldrich"/>
                <a:sym typeface="Aldrich"/>
              </a:defRPr>
            </a:lvl9pPr>
          </a:lstStyle>
          <a:p/>
        </p:txBody>
      </p:sp>
      <p:sp>
        <p:nvSpPr>
          <p:cNvPr id="253" name="Google Shape;253;p106"/>
          <p:cNvSpPr txBox="1"/>
          <p:nvPr>
            <p:ph idx="6" type="subTitle"/>
          </p:nvPr>
        </p:nvSpPr>
        <p:spPr>
          <a:xfrm>
            <a:off x="723180" y="3373105"/>
            <a:ext cx="2423700" cy="545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sz="1600"/>
            </a:lvl2pPr>
            <a:lvl3pPr lvl="2" algn="ctr">
              <a:lnSpc>
                <a:spcPct val="100000"/>
              </a:lnSpc>
              <a:spcBef>
                <a:spcPts val="0"/>
              </a:spcBef>
              <a:spcAft>
                <a:spcPts val="0"/>
              </a:spcAft>
              <a:buSzPts val="1400"/>
              <a:buNone/>
              <a:defRPr sz="1600"/>
            </a:lvl3pPr>
            <a:lvl4pPr lvl="3" algn="ctr">
              <a:lnSpc>
                <a:spcPct val="100000"/>
              </a:lnSpc>
              <a:spcBef>
                <a:spcPts val="0"/>
              </a:spcBef>
              <a:spcAft>
                <a:spcPts val="0"/>
              </a:spcAft>
              <a:buSzPts val="1400"/>
              <a:buNone/>
              <a:defRPr sz="1600"/>
            </a:lvl4pPr>
            <a:lvl5pPr lvl="4" algn="ctr">
              <a:lnSpc>
                <a:spcPct val="100000"/>
              </a:lnSpc>
              <a:spcBef>
                <a:spcPts val="0"/>
              </a:spcBef>
              <a:spcAft>
                <a:spcPts val="0"/>
              </a:spcAft>
              <a:buSzPts val="1400"/>
              <a:buNone/>
              <a:defRPr sz="1600"/>
            </a:lvl5pPr>
            <a:lvl6pPr lvl="5" algn="ctr">
              <a:lnSpc>
                <a:spcPct val="100000"/>
              </a:lnSpc>
              <a:spcBef>
                <a:spcPts val="0"/>
              </a:spcBef>
              <a:spcAft>
                <a:spcPts val="0"/>
              </a:spcAft>
              <a:buSzPts val="1400"/>
              <a:buNone/>
              <a:defRPr sz="1600"/>
            </a:lvl6pPr>
            <a:lvl7pPr lvl="6" algn="ctr">
              <a:lnSpc>
                <a:spcPct val="100000"/>
              </a:lnSpc>
              <a:spcBef>
                <a:spcPts val="0"/>
              </a:spcBef>
              <a:spcAft>
                <a:spcPts val="0"/>
              </a:spcAft>
              <a:buSzPts val="1400"/>
              <a:buNone/>
              <a:defRPr sz="1600"/>
            </a:lvl7pPr>
            <a:lvl8pPr lvl="7" algn="ctr">
              <a:lnSpc>
                <a:spcPct val="100000"/>
              </a:lnSpc>
              <a:spcBef>
                <a:spcPts val="0"/>
              </a:spcBef>
              <a:spcAft>
                <a:spcPts val="0"/>
              </a:spcAft>
              <a:buSzPts val="1400"/>
              <a:buNone/>
              <a:defRPr sz="1600"/>
            </a:lvl8pPr>
            <a:lvl9pPr lvl="8" algn="ctr">
              <a:lnSpc>
                <a:spcPct val="100000"/>
              </a:lnSpc>
              <a:spcBef>
                <a:spcPts val="0"/>
              </a:spcBef>
              <a:spcAft>
                <a:spcPts val="0"/>
              </a:spcAft>
              <a:buSzPts val="1400"/>
              <a:buNone/>
              <a:defRPr sz="1600"/>
            </a:lvl9pPr>
          </a:lstStyle>
          <a:p/>
        </p:txBody>
      </p:sp>
      <p:sp>
        <p:nvSpPr>
          <p:cNvPr id="254" name="Google Shape;254;p106"/>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7">
    <p:bg>
      <p:bgPr>
        <a:solidFill>
          <a:schemeClr val="accent2"/>
        </a:solidFill>
      </p:bgPr>
    </p:bg>
    <p:spTree>
      <p:nvGrpSpPr>
        <p:cNvPr id="255" name="Shape 255"/>
        <p:cNvGrpSpPr/>
        <p:nvPr/>
      </p:nvGrpSpPr>
      <p:grpSpPr>
        <a:xfrm>
          <a:off x="0" y="0"/>
          <a:ext cx="0" cy="0"/>
          <a:chOff x="0" y="0"/>
          <a:chExt cx="0" cy="0"/>
        </a:xfrm>
      </p:grpSpPr>
      <p:sp>
        <p:nvSpPr>
          <p:cNvPr id="256" name="Google Shape;256;p107"/>
          <p:cNvSpPr txBox="1"/>
          <p:nvPr>
            <p:ph type="title"/>
          </p:nvPr>
        </p:nvSpPr>
        <p:spPr>
          <a:xfrm>
            <a:off x="708175" y="982950"/>
            <a:ext cx="3309000" cy="186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7" name="Google Shape;257;p107"/>
          <p:cNvSpPr txBox="1"/>
          <p:nvPr>
            <p:ph idx="1" type="subTitle"/>
          </p:nvPr>
        </p:nvSpPr>
        <p:spPr>
          <a:xfrm>
            <a:off x="708175" y="3155850"/>
            <a:ext cx="3309000" cy="1004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9_1">
    <p:spTree>
      <p:nvGrpSpPr>
        <p:cNvPr id="258" name="Shape 258"/>
        <p:cNvGrpSpPr/>
        <p:nvPr/>
      </p:nvGrpSpPr>
      <p:grpSpPr>
        <a:xfrm>
          <a:off x="0" y="0"/>
          <a:ext cx="0" cy="0"/>
          <a:chOff x="0" y="0"/>
          <a:chExt cx="0" cy="0"/>
        </a:xfrm>
      </p:grpSpPr>
      <p:grpSp>
        <p:nvGrpSpPr>
          <p:cNvPr id="259" name="Google Shape;259;p108"/>
          <p:cNvGrpSpPr/>
          <p:nvPr/>
        </p:nvGrpSpPr>
        <p:grpSpPr>
          <a:xfrm>
            <a:off x="4281415" y="75177"/>
            <a:ext cx="581170" cy="125403"/>
            <a:chOff x="4685288" y="186288"/>
            <a:chExt cx="419375" cy="90485"/>
          </a:xfrm>
        </p:grpSpPr>
        <p:sp>
          <p:nvSpPr>
            <p:cNvPr id="260" name="Google Shape;260;p108"/>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61" name="Google Shape;261;p108"/>
            <p:cNvGrpSpPr/>
            <p:nvPr/>
          </p:nvGrpSpPr>
          <p:grpSpPr>
            <a:xfrm>
              <a:off x="4685288" y="186300"/>
              <a:ext cx="419375" cy="90473"/>
              <a:chOff x="4390000" y="182175"/>
              <a:chExt cx="419375" cy="90473"/>
            </a:xfrm>
          </p:grpSpPr>
          <p:sp>
            <p:nvSpPr>
              <p:cNvPr id="262" name="Google Shape;262;p108"/>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108"/>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64" name="Google Shape;264;p108"/>
          <p:cNvSpPr/>
          <p:nvPr/>
        </p:nvSpPr>
        <p:spPr>
          <a:xfrm flipH="1" rot="10800000">
            <a:off x="319050" y="283356"/>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08"/>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266" name="Google Shape;266;p108"/>
          <p:cNvGrpSpPr/>
          <p:nvPr/>
        </p:nvGrpSpPr>
        <p:grpSpPr>
          <a:xfrm rot="-1197195">
            <a:off x="-15912" y="2305011"/>
            <a:ext cx="1474184" cy="2698459"/>
            <a:chOff x="365696" y="228600"/>
            <a:chExt cx="1473983" cy="2698089"/>
          </a:xfrm>
        </p:grpSpPr>
        <p:grpSp>
          <p:nvGrpSpPr>
            <p:cNvPr id="267" name="Google Shape;267;p108"/>
            <p:cNvGrpSpPr/>
            <p:nvPr/>
          </p:nvGrpSpPr>
          <p:grpSpPr>
            <a:xfrm flipH="1" rot="-617154">
              <a:off x="575967" y="402323"/>
              <a:ext cx="1053440" cy="2450002"/>
              <a:chOff x="3817855" y="1437512"/>
              <a:chExt cx="541146" cy="1128254"/>
            </a:xfrm>
          </p:grpSpPr>
          <p:sp>
            <p:nvSpPr>
              <p:cNvPr id="268" name="Google Shape;268;p108"/>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08"/>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0" name="Google Shape;270;p108"/>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1" name="Google Shape;271;p108"/>
          <p:cNvGrpSpPr/>
          <p:nvPr/>
        </p:nvGrpSpPr>
        <p:grpSpPr>
          <a:xfrm flipH="1" rot="10800000">
            <a:off x="-9513" y="402390"/>
            <a:ext cx="9177947" cy="4737094"/>
            <a:chOff x="-9513" y="2"/>
            <a:chExt cx="9177947" cy="4737094"/>
          </a:xfrm>
        </p:grpSpPr>
        <p:sp>
          <p:nvSpPr>
            <p:cNvPr id="272" name="Google Shape;272;p108"/>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108"/>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108"/>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275" name="Shape 275"/>
        <p:cNvGrpSpPr/>
        <p:nvPr/>
      </p:nvGrpSpPr>
      <p:grpSpPr>
        <a:xfrm>
          <a:off x="0" y="0"/>
          <a:ext cx="0" cy="0"/>
          <a:chOff x="0" y="0"/>
          <a:chExt cx="0" cy="0"/>
        </a:xfrm>
      </p:grpSpPr>
      <p:grpSp>
        <p:nvGrpSpPr>
          <p:cNvPr id="276" name="Google Shape;276;p109"/>
          <p:cNvGrpSpPr/>
          <p:nvPr/>
        </p:nvGrpSpPr>
        <p:grpSpPr>
          <a:xfrm>
            <a:off x="-9513" y="-6"/>
            <a:ext cx="9177947" cy="5143519"/>
            <a:chOff x="-9513" y="-6"/>
            <a:chExt cx="9177947" cy="5143519"/>
          </a:xfrm>
        </p:grpSpPr>
        <p:sp>
          <p:nvSpPr>
            <p:cNvPr id="277" name="Google Shape;277;p109"/>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09"/>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109"/>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109"/>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109"/>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09"/>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09"/>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4" name="Google Shape;284;p109"/>
          <p:cNvGrpSpPr/>
          <p:nvPr/>
        </p:nvGrpSpPr>
        <p:grpSpPr>
          <a:xfrm>
            <a:off x="4281415" y="75177"/>
            <a:ext cx="581170" cy="125403"/>
            <a:chOff x="4685288" y="186288"/>
            <a:chExt cx="419375" cy="90485"/>
          </a:xfrm>
        </p:grpSpPr>
        <p:sp>
          <p:nvSpPr>
            <p:cNvPr id="285" name="Google Shape;285;p109"/>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86" name="Google Shape;286;p109"/>
            <p:cNvGrpSpPr/>
            <p:nvPr/>
          </p:nvGrpSpPr>
          <p:grpSpPr>
            <a:xfrm>
              <a:off x="4685288" y="186300"/>
              <a:ext cx="419375" cy="90473"/>
              <a:chOff x="4390000" y="182175"/>
              <a:chExt cx="419375" cy="90473"/>
            </a:xfrm>
          </p:grpSpPr>
          <p:sp>
            <p:nvSpPr>
              <p:cNvPr id="287" name="Google Shape;287;p109"/>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09"/>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289" name="Google Shape;289;p109"/>
          <p:cNvSpPr txBox="1"/>
          <p:nvPr>
            <p:ph idx="1" type="subTitle"/>
          </p:nvPr>
        </p:nvSpPr>
        <p:spPr>
          <a:xfrm>
            <a:off x="1909800" y="1549776"/>
            <a:ext cx="5324400" cy="1308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2400"/>
            </a:lvl1pPr>
            <a:lvl2pPr lvl="1" algn="ctr">
              <a:lnSpc>
                <a:spcPct val="100000"/>
              </a:lnSpc>
              <a:spcBef>
                <a:spcPts val="0"/>
              </a:spcBef>
              <a:spcAft>
                <a:spcPts val="0"/>
              </a:spcAft>
              <a:buSzPts val="1400"/>
              <a:buNone/>
              <a:defRPr sz="2400"/>
            </a:lvl2pPr>
            <a:lvl3pPr lvl="2" algn="ctr">
              <a:lnSpc>
                <a:spcPct val="100000"/>
              </a:lnSpc>
              <a:spcBef>
                <a:spcPts val="0"/>
              </a:spcBef>
              <a:spcAft>
                <a:spcPts val="0"/>
              </a:spcAft>
              <a:buSzPts val="1400"/>
              <a:buNone/>
              <a:defRPr sz="2400"/>
            </a:lvl3pPr>
            <a:lvl4pPr lvl="3" algn="ctr">
              <a:lnSpc>
                <a:spcPct val="100000"/>
              </a:lnSpc>
              <a:spcBef>
                <a:spcPts val="0"/>
              </a:spcBef>
              <a:spcAft>
                <a:spcPts val="0"/>
              </a:spcAft>
              <a:buSzPts val="1400"/>
              <a:buNone/>
              <a:defRPr sz="2400"/>
            </a:lvl4pPr>
            <a:lvl5pPr lvl="4" algn="ctr">
              <a:lnSpc>
                <a:spcPct val="100000"/>
              </a:lnSpc>
              <a:spcBef>
                <a:spcPts val="0"/>
              </a:spcBef>
              <a:spcAft>
                <a:spcPts val="0"/>
              </a:spcAft>
              <a:buSzPts val="1400"/>
              <a:buNone/>
              <a:defRPr sz="2400"/>
            </a:lvl5pPr>
            <a:lvl6pPr lvl="5" algn="ctr">
              <a:lnSpc>
                <a:spcPct val="100000"/>
              </a:lnSpc>
              <a:spcBef>
                <a:spcPts val="0"/>
              </a:spcBef>
              <a:spcAft>
                <a:spcPts val="0"/>
              </a:spcAft>
              <a:buSzPts val="1400"/>
              <a:buNone/>
              <a:defRPr sz="2400"/>
            </a:lvl6pPr>
            <a:lvl7pPr lvl="6" algn="ctr">
              <a:lnSpc>
                <a:spcPct val="100000"/>
              </a:lnSpc>
              <a:spcBef>
                <a:spcPts val="0"/>
              </a:spcBef>
              <a:spcAft>
                <a:spcPts val="0"/>
              </a:spcAft>
              <a:buSzPts val="1400"/>
              <a:buNone/>
              <a:defRPr sz="2400"/>
            </a:lvl7pPr>
            <a:lvl8pPr lvl="7" algn="ctr">
              <a:lnSpc>
                <a:spcPct val="100000"/>
              </a:lnSpc>
              <a:spcBef>
                <a:spcPts val="0"/>
              </a:spcBef>
              <a:spcAft>
                <a:spcPts val="0"/>
              </a:spcAft>
              <a:buSzPts val="1400"/>
              <a:buNone/>
              <a:defRPr sz="2400"/>
            </a:lvl8pPr>
            <a:lvl9pPr lvl="8" algn="ctr">
              <a:lnSpc>
                <a:spcPct val="100000"/>
              </a:lnSpc>
              <a:spcBef>
                <a:spcPts val="0"/>
              </a:spcBef>
              <a:spcAft>
                <a:spcPts val="0"/>
              </a:spcAft>
              <a:buSzPts val="1400"/>
              <a:buNone/>
              <a:defRPr sz="2400"/>
            </a:lvl9pPr>
          </a:lstStyle>
          <a:p/>
        </p:txBody>
      </p:sp>
      <p:sp>
        <p:nvSpPr>
          <p:cNvPr id="290" name="Google Shape;290;p109"/>
          <p:cNvSpPr txBox="1"/>
          <p:nvPr>
            <p:ph type="title"/>
          </p:nvPr>
        </p:nvSpPr>
        <p:spPr>
          <a:xfrm>
            <a:off x="3327000" y="3134828"/>
            <a:ext cx="2490000" cy="314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200"/>
              <a:buNone/>
              <a:defRPr b="1" sz="1600"/>
            </a:lvl1pPr>
            <a:lvl2pPr lvl="1" algn="l">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2pPr>
            <a:lvl3pPr lvl="2" algn="l">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3pPr>
            <a:lvl4pPr lvl="3" algn="l">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4pPr>
            <a:lvl5pPr lvl="4" algn="l">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5pPr>
            <a:lvl6pPr lvl="5" algn="l">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6pPr>
            <a:lvl7pPr lvl="6" algn="l">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7pPr>
            <a:lvl8pPr lvl="7" algn="l">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8pPr>
            <a:lvl9pPr lvl="8" algn="l">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2_1">
    <p:bg>
      <p:bgPr>
        <a:solidFill>
          <a:schemeClr val="accent2"/>
        </a:solidFill>
      </p:bgPr>
    </p:bg>
    <p:spTree>
      <p:nvGrpSpPr>
        <p:cNvPr id="291" name="Shape 291"/>
        <p:cNvGrpSpPr/>
        <p:nvPr/>
      </p:nvGrpSpPr>
      <p:grpSpPr>
        <a:xfrm>
          <a:off x="0" y="0"/>
          <a:ext cx="0" cy="0"/>
          <a:chOff x="0" y="0"/>
          <a:chExt cx="0" cy="0"/>
        </a:xfrm>
      </p:grpSpPr>
      <p:sp>
        <p:nvSpPr>
          <p:cNvPr id="292" name="Google Shape;292;p110"/>
          <p:cNvSpPr txBox="1"/>
          <p:nvPr>
            <p:ph idx="1" type="subTitle"/>
          </p:nvPr>
        </p:nvSpPr>
        <p:spPr>
          <a:xfrm>
            <a:off x="4857750" y="1213625"/>
            <a:ext cx="3586200" cy="21585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800"/>
              <a:buNone/>
              <a:defRPr sz="2600"/>
            </a:lvl1pPr>
            <a:lvl2pPr lvl="1" algn="r">
              <a:lnSpc>
                <a:spcPct val="100000"/>
              </a:lnSpc>
              <a:spcBef>
                <a:spcPts val="0"/>
              </a:spcBef>
              <a:spcAft>
                <a:spcPts val="0"/>
              </a:spcAft>
              <a:buSzPts val="1400"/>
              <a:buNone/>
              <a:defRPr sz="2600"/>
            </a:lvl2pPr>
            <a:lvl3pPr lvl="2" algn="r">
              <a:lnSpc>
                <a:spcPct val="100000"/>
              </a:lnSpc>
              <a:spcBef>
                <a:spcPts val="0"/>
              </a:spcBef>
              <a:spcAft>
                <a:spcPts val="0"/>
              </a:spcAft>
              <a:buSzPts val="1400"/>
              <a:buNone/>
              <a:defRPr sz="2600"/>
            </a:lvl3pPr>
            <a:lvl4pPr lvl="3" algn="r">
              <a:lnSpc>
                <a:spcPct val="100000"/>
              </a:lnSpc>
              <a:spcBef>
                <a:spcPts val="0"/>
              </a:spcBef>
              <a:spcAft>
                <a:spcPts val="0"/>
              </a:spcAft>
              <a:buSzPts val="1400"/>
              <a:buNone/>
              <a:defRPr sz="2600"/>
            </a:lvl4pPr>
            <a:lvl5pPr lvl="4" algn="r">
              <a:lnSpc>
                <a:spcPct val="100000"/>
              </a:lnSpc>
              <a:spcBef>
                <a:spcPts val="0"/>
              </a:spcBef>
              <a:spcAft>
                <a:spcPts val="0"/>
              </a:spcAft>
              <a:buSzPts val="1400"/>
              <a:buNone/>
              <a:defRPr sz="2600"/>
            </a:lvl5pPr>
            <a:lvl6pPr lvl="5" algn="r">
              <a:lnSpc>
                <a:spcPct val="100000"/>
              </a:lnSpc>
              <a:spcBef>
                <a:spcPts val="0"/>
              </a:spcBef>
              <a:spcAft>
                <a:spcPts val="0"/>
              </a:spcAft>
              <a:buSzPts val="1400"/>
              <a:buNone/>
              <a:defRPr sz="2600"/>
            </a:lvl6pPr>
            <a:lvl7pPr lvl="6" algn="r">
              <a:lnSpc>
                <a:spcPct val="100000"/>
              </a:lnSpc>
              <a:spcBef>
                <a:spcPts val="0"/>
              </a:spcBef>
              <a:spcAft>
                <a:spcPts val="0"/>
              </a:spcAft>
              <a:buSzPts val="1400"/>
              <a:buNone/>
              <a:defRPr sz="2600"/>
            </a:lvl7pPr>
            <a:lvl8pPr lvl="7" algn="r">
              <a:lnSpc>
                <a:spcPct val="100000"/>
              </a:lnSpc>
              <a:spcBef>
                <a:spcPts val="0"/>
              </a:spcBef>
              <a:spcAft>
                <a:spcPts val="0"/>
              </a:spcAft>
              <a:buSzPts val="1400"/>
              <a:buNone/>
              <a:defRPr sz="2600"/>
            </a:lvl8pPr>
            <a:lvl9pPr lvl="8" algn="r">
              <a:lnSpc>
                <a:spcPct val="100000"/>
              </a:lnSpc>
              <a:spcBef>
                <a:spcPts val="0"/>
              </a:spcBef>
              <a:spcAft>
                <a:spcPts val="0"/>
              </a:spcAft>
              <a:buSzPts val="1400"/>
              <a:buNone/>
              <a:defRPr sz="2600"/>
            </a:lvl9pPr>
          </a:lstStyle>
          <a:p/>
        </p:txBody>
      </p:sp>
      <p:sp>
        <p:nvSpPr>
          <p:cNvPr id="293" name="Google Shape;293;p110"/>
          <p:cNvSpPr txBox="1"/>
          <p:nvPr>
            <p:ph type="title"/>
          </p:nvPr>
        </p:nvSpPr>
        <p:spPr>
          <a:xfrm>
            <a:off x="5476875" y="3649175"/>
            <a:ext cx="2967000" cy="3141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200"/>
              <a:buNone/>
              <a:defRPr b="1" sz="1800"/>
            </a:lvl1pPr>
            <a:lvl2pPr lvl="1" algn="r">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2pPr>
            <a:lvl3pPr lvl="2" algn="r">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3pPr>
            <a:lvl4pPr lvl="3" algn="r">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4pPr>
            <a:lvl5pPr lvl="4" algn="r">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5pPr>
            <a:lvl6pPr lvl="5" algn="r">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6pPr>
            <a:lvl7pPr lvl="6" algn="r">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7pPr>
            <a:lvl8pPr lvl="7" algn="r">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8pPr>
            <a:lvl9pPr lvl="8" algn="r">
              <a:lnSpc>
                <a:spcPct val="100000"/>
              </a:lnSpc>
              <a:spcBef>
                <a:spcPts val="0"/>
              </a:spcBef>
              <a:spcAft>
                <a:spcPts val="0"/>
              </a:spcAft>
              <a:buClr>
                <a:schemeClr val="accent5"/>
              </a:buClr>
              <a:buSzPts val="2800"/>
              <a:buNone/>
              <a:defRPr>
                <a:solidFill>
                  <a:schemeClr val="accent5"/>
                </a:solidFill>
                <a:latin typeface="PT Sans"/>
                <a:ea typeface="PT Sans"/>
                <a:cs typeface="PT Sans"/>
                <a:sym typeface="PT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3">
  <p:cSld name="CUSTOM_6_1_1_1">
    <p:spTree>
      <p:nvGrpSpPr>
        <p:cNvPr id="294" name="Shape 294"/>
        <p:cNvGrpSpPr/>
        <p:nvPr/>
      </p:nvGrpSpPr>
      <p:grpSpPr>
        <a:xfrm>
          <a:off x="0" y="0"/>
          <a:ext cx="0" cy="0"/>
          <a:chOff x="0" y="0"/>
          <a:chExt cx="0" cy="0"/>
        </a:xfrm>
      </p:grpSpPr>
      <p:sp>
        <p:nvSpPr>
          <p:cNvPr id="295" name="Google Shape;295;p111"/>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6" name="Google Shape;296;p111"/>
          <p:cNvGrpSpPr/>
          <p:nvPr/>
        </p:nvGrpSpPr>
        <p:grpSpPr>
          <a:xfrm>
            <a:off x="4281415" y="75177"/>
            <a:ext cx="581170" cy="125403"/>
            <a:chOff x="4685288" y="186288"/>
            <a:chExt cx="419375" cy="90485"/>
          </a:xfrm>
        </p:grpSpPr>
        <p:sp>
          <p:nvSpPr>
            <p:cNvPr id="297" name="Google Shape;297;p111"/>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8" name="Google Shape;298;p111"/>
            <p:cNvGrpSpPr/>
            <p:nvPr/>
          </p:nvGrpSpPr>
          <p:grpSpPr>
            <a:xfrm>
              <a:off x="4685288" y="186300"/>
              <a:ext cx="419375" cy="90473"/>
              <a:chOff x="4390000" y="182175"/>
              <a:chExt cx="419375" cy="90473"/>
            </a:xfrm>
          </p:grpSpPr>
          <p:sp>
            <p:nvSpPr>
              <p:cNvPr id="299" name="Google Shape;299;p111"/>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11"/>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01" name="Google Shape;301;p111"/>
          <p:cNvGrpSpPr/>
          <p:nvPr/>
        </p:nvGrpSpPr>
        <p:grpSpPr>
          <a:xfrm flipH="1" rot="10800000">
            <a:off x="-9513" y="-7"/>
            <a:ext cx="9177947" cy="5143511"/>
            <a:chOff x="-9513" y="2"/>
            <a:chExt cx="9177947" cy="5143511"/>
          </a:xfrm>
        </p:grpSpPr>
        <p:sp>
          <p:nvSpPr>
            <p:cNvPr id="302" name="Google Shape;302;p111"/>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111"/>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11"/>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11"/>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11"/>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7" name="Google Shape;307;p111"/>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8" name="Google Shape;308;p111"/>
          <p:cNvSpPr txBox="1"/>
          <p:nvPr>
            <p:ph idx="2" type="title"/>
          </p:nvPr>
        </p:nvSpPr>
        <p:spPr>
          <a:xfrm>
            <a:off x="7326200" y="1624450"/>
            <a:ext cx="1096500" cy="49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b="1" sz="2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09" name="Google Shape;309;p111"/>
          <p:cNvSpPr txBox="1"/>
          <p:nvPr>
            <p:ph idx="3" type="title"/>
          </p:nvPr>
        </p:nvSpPr>
        <p:spPr>
          <a:xfrm>
            <a:off x="7326200" y="2728561"/>
            <a:ext cx="1096500" cy="49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b="1" sz="2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10" name="Google Shape;310;p111"/>
          <p:cNvSpPr txBox="1"/>
          <p:nvPr>
            <p:ph idx="4" type="title"/>
          </p:nvPr>
        </p:nvSpPr>
        <p:spPr>
          <a:xfrm>
            <a:off x="7326200" y="3834746"/>
            <a:ext cx="1096500" cy="49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000"/>
              <a:buNone/>
              <a:defRPr b="1" sz="25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
        <p:nvSpPr>
          <p:cNvPr id="311" name="Google Shape;311;p111"/>
          <p:cNvSpPr txBox="1"/>
          <p:nvPr>
            <p:ph idx="1" type="subTitle"/>
          </p:nvPr>
        </p:nvSpPr>
        <p:spPr>
          <a:xfrm>
            <a:off x="721244" y="1626412"/>
            <a:ext cx="3019500" cy="49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12" name="Google Shape;312;p111"/>
          <p:cNvSpPr txBox="1"/>
          <p:nvPr>
            <p:ph idx="5" type="subTitle"/>
          </p:nvPr>
        </p:nvSpPr>
        <p:spPr>
          <a:xfrm>
            <a:off x="721244" y="2729600"/>
            <a:ext cx="3019500" cy="49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13" name="Google Shape;313;p111"/>
          <p:cNvSpPr txBox="1"/>
          <p:nvPr>
            <p:ph idx="6" type="subTitle"/>
          </p:nvPr>
        </p:nvSpPr>
        <p:spPr>
          <a:xfrm>
            <a:off x="721244" y="3836688"/>
            <a:ext cx="3019500" cy="493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14" name="Google Shape;314;p111"/>
          <p:cNvSpPr txBox="1"/>
          <p:nvPr>
            <p:ph idx="7" type="title"/>
          </p:nvPr>
        </p:nvSpPr>
        <p:spPr>
          <a:xfrm>
            <a:off x="3886200" y="1242375"/>
            <a:ext cx="3019500" cy="386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b="1" sz="18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15" name="Google Shape;315;p111"/>
          <p:cNvSpPr txBox="1"/>
          <p:nvPr>
            <p:ph idx="8" type="title"/>
          </p:nvPr>
        </p:nvSpPr>
        <p:spPr>
          <a:xfrm>
            <a:off x="3886200" y="2351275"/>
            <a:ext cx="3014100" cy="386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b="1" sz="18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16" name="Google Shape;316;p111"/>
          <p:cNvSpPr txBox="1"/>
          <p:nvPr>
            <p:ph idx="9" type="title"/>
          </p:nvPr>
        </p:nvSpPr>
        <p:spPr>
          <a:xfrm>
            <a:off x="3886200" y="3460175"/>
            <a:ext cx="3014100" cy="386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500"/>
              <a:buNone/>
              <a:defRPr b="1" sz="18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8">
    <p:spTree>
      <p:nvGrpSpPr>
        <p:cNvPr id="317" name="Shape 317"/>
        <p:cNvGrpSpPr/>
        <p:nvPr/>
      </p:nvGrpSpPr>
      <p:grpSpPr>
        <a:xfrm>
          <a:off x="0" y="0"/>
          <a:ext cx="0" cy="0"/>
          <a:chOff x="0" y="0"/>
          <a:chExt cx="0" cy="0"/>
        </a:xfrm>
      </p:grpSpPr>
      <p:grpSp>
        <p:nvGrpSpPr>
          <p:cNvPr id="318" name="Google Shape;318;p112"/>
          <p:cNvGrpSpPr/>
          <p:nvPr/>
        </p:nvGrpSpPr>
        <p:grpSpPr>
          <a:xfrm>
            <a:off x="4281415" y="75177"/>
            <a:ext cx="581170" cy="125403"/>
            <a:chOff x="4685288" y="186288"/>
            <a:chExt cx="419375" cy="90485"/>
          </a:xfrm>
        </p:grpSpPr>
        <p:sp>
          <p:nvSpPr>
            <p:cNvPr id="319" name="Google Shape;319;p112"/>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20" name="Google Shape;320;p112"/>
            <p:cNvGrpSpPr/>
            <p:nvPr/>
          </p:nvGrpSpPr>
          <p:grpSpPr>
            <a:xfrm>
              <a:off x="4685288" y="186300"/>
              <a:ext cx="419375" cy="90473"/>
              <a:chOff x="4390000" y="182175"/>
              <a:chExt cx="419375" cy="90473"/>
            </a:xfrm>
          </p:grpSpPr>
          <p:sp>
            <p:nvSpPr>
              <p:cNvPr id="321" name="Google Shape;321;p112"/>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12"/>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23" name="Google Shape;323;p112"/>
          <p:cNvSpPr/>
          <p:nvPr/>
        </p:nvSpPr>
        <p:spPr>
          <a:xfrm flipH="1" rot="10800000">
            <a:off x="319050" y="283356"/>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12"/>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5" name="Google Shape;325;p112"/>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12"/>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112"/>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12"/>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12"/>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12"/>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1" name="Google Shape;331;p112"/>
          <p:cNvGrpSpPr/>
          <p:nvPr/>
        </p:nvGrpSpPr>
        <p:grpSpPr>
          <a:xfrm rot="-10461571">
            <a:off x="7684113" y="1982374"/>
            <a:ext cx="1474192" cy="2698474"/>
            <a:chOff x="365696" y="228600"/>
            <a:chExt cx="1473983" cy="2698089"/>
          </a:xfrm>
        </p:grpSpPr>
        <p:grpSp>
          <p:nvGrpSpPr>
            <p:cNvPr id="332" name="Google Shape;332;p112"/>
            <p:cNvGrpSpPr/>
            <p:nvPr/>
          </p:nvGrpSpPr>
          <p:grpSpPr>
            <a:xfrm flipH="1" rot="-617154">
              <a:off x="575967" y="402323"/>
              <a:ext cx="1053440" cy="2450002"/>
              <a:chOff x="3817855" y="1437512"/>
              <a:chExt cx="541146" cy="1128254"/>
            </a:xfrm>
          </p:grpSpPr>
          <p:sp>
            <p:nvSpPr>
              <p:cNvPr id="333" name="Google Shape;333;p112"/>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12"/>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5" name="Google Shape;335;p112"/>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2">
    <p:bg>
      <p:bgPr>
        <a:solidFill>
          <a:schemeClr val="accent2"/>
        </a:solidFill>
      </p:bgPr>
    </p:bg>
    <p:spTree>
      <p:nvGrpSpPr>
        <p:cNvPr id="336" name="Shape 336"/>
        <p:cNvGrpSpPr/>
        <p:nvPr/>
      </p:nvGrpSpPr>
      <p:grpSpPr>
        <a:xfrm>
          <a:off x="0" y="0"/>
          <a:ext cx="0" cy="0"/>
          <a:chOff x="0" y="0"/>
          <a:chExt cx="0" cy="0"/>
        </a:xfrm>
      </p:grpSpPr>
      <p:grpSp>
        <p:nvGrpSpPr>
          <p:cNvPr id="337" name="Google Shape;337;p113"/>
          <p:cNvGrpSpPr/>
          <p:nvPr/>
        </p:nvGrpSpPr>
        <p:grpSpPr>
          <a:xfrm>
            <a:off x="319043" y="283350"/>
            <a:ext cx="8505900" cy="4576800"/>
            <a:chOff x="319043" y="283350"/>
            <a:chExt cx="8505900" cy="4576800"/>
          </a:xfrm>
        </p:grpSpPr>
        <p:sp>
          <p:nvSpPr>
            <p:cNvPr id="338" name="Google Shape;338;p113"/>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113"/>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0" name="Google Shape;340;p113"/>
          <p:cNvGrpSpPr/>
          <p:nvPr/>
        </p:nvGrpSpPr>
        <p:grpSpPr>
          <a:xfrm flipH="1" rot="10800000">
            <a:off x="304801" y="269300"/>
            <a:ext cx="8534303" cy="4605119"/>
            <a:chOff x="-9513" y="284925"/>
            <a:chExt cx="9036746" cy="4876238"/>
          </a:xfrm>
        </p:grpSpPr>
        <p:sp>
          <p:nvSpPr>
            <p:cNvPr id="341" name="Google Shape;341;p113"/>
            <p:cNvSpPr/>
            <p:nvPr/>
          </p:nvSpPr>
          <p:spPr>
            <a:xfrm>
              <a:off x="6729311" y="284925"/>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113"/>
            <p:cNvSpPr/>
            <p:nvPr/>
          </p:nvSpPr>
          <p:spPr>
            <a:xfrm>
              <a:off x="743298" y="389642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13"/>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13"/>
            <p:cNvSpPr/>
            <p:nvPr/>
          </p:nvSpPr>
          <p:spPr>
            <a:xfrm rot="10800000">
              <a:off x="-9513" y="999323"/>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113"/>
            <p:cNvSpPr/>
            <p:nvPr/>
          </p:nvSpPr>
          <p:spPr>
            <a:xfrm>
              <a:off x="7831151" y="2833475"/>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6" name="Google Shape;346;p113"/>
          <p:cNvGrpSpPr/>
          <p:nvPr/>
        </p:nvGrpSpPr>
        <p:grpSpPr>
          <a:xfrm>
            <a:off x="4281415" y="375214"/>
            <a:ext cx="581170" cy="125403"/>
            <a:chOff x="4685288" y="186288"/>
            <a:chExt cx="419375" cy="90485"/>
          </a:xfrm>
        </p:grpSpPr>
        <p:sp>
          <p:nvSpPr>
            <p:cNvPr id="347" name="Google Shape;347;p113"/>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8" name="Google Shape;348;p113"/>
            <p:cNvGrpSpPr/>
            <p:nvPr/>
          </p:nvGrpSpPr>
          <p:grpSpPr>
            <a:xfrm>
              <a:off x="4685288" y="186300"/>
              <a:ext cx="419375" cy="90473"/>
              <a:chOff x="4390000" y="182175"/>
              <a:chExt cx="419375" cy="90473"/>
            </a:xfrm>
          </p:grpSpPr>
          <p:sp>
            <p:nvSpPr>
              <p:cNvPr id="349" name="Google Shape;349;p113"/>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13"/>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51" name="Google Shape;351;p113"/>
          <p:cNvSpPr txBox="1"/>
          <p:nvPr>
            <p:ph type="ctrTitle"/>
          </p:nvPr>
        </p:nvSpPr>
        <p:spPr>
          <a:xfrm>
            <a:off x="3624263" y="1714500"/>
            <a:ext cx="4229100" cy="12894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8000"/>
              <a:buNone/>
              <a:defRPr sz="34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352" name="Google Shape;352;p113"/>
          <p:cNvSpPr txBox="1"/>
          <p:nvPr>
            <p:ph idx="1" type="subTitle"/>
          </p:nvPr>
        </p:nvSpPr>
        <p:spPr>
          <a:xfrm>
            <a:off x="3624263" y="3095225"/>
            <a:ext cx="4229100" cy="336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53" name="Google Shape;353;p113">
            <a:hlinkClick action="ppaction://hlinksldjump" r:id="rId2"/>
          </p:cNvPr>
          <p:cNvSpPr txBox="1"/>
          <p:nvPr>
            <p:ph idx="2" type="title"/>
          </p:nvPr>
        </p:nvSpPr>
        <p:spPr>
          <a:xfrm>
            <a:off x="1145775" y="1714500"/>
            <a:ext cx="2204400" cy="12858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Clr>
                <a:schemeClr val="accent2"/>
              </a:buClr>
              <a:buSzPts val="5000"/>
              <a:buNone/>
              <a:defRPr sz="9600">
                <a:solidFill>
                  <a:schemeClr val="accent3"/>
                </a:solidFill>
              </a:defRPr>
            </a:lvl1pPr>
            <a:lvl2pPr lvl="1" algn="ctr">
              <a:lnSpc>
                <a:spcPct val="100000"/>
              </a:lnSpc>
              <a:spcBef>
                <a:spcPts val="0"/>
              </a:spcBef>
              <a:spcAft>
                <a:spcPts val="0"/>
              </a:spcAft>
              <a:buSzPts val="10000"/>
              <a:buNone/>
              <a:defRPr sz="10000"/>
            </a:lvl2pPr>
            <a:lvl3pPr lvl="2" algn="ctr">
              <a:lnSpc>
                <a:spcPct val="100000"/>
              </a:lnSpc>
              <a:spcBef>
                <a:spcPts val="0"/>
              </a:spcBef>
              <a:spcAft>
                <a:spcPts val="0"/>
              </a:spcAft>
              <a:buSzPts val="10000"/>
              <a:buNone/>
              <a:defRPr sz="10000"/>
            </a:lvl3pPr>
            <a:lvl4pPr lvl="3" algn="ctr">
              <a:lnSpc>
                <a:spcPct val="100000"/>
              </a:lnSpc>
              <a:spcBef>
                <a:spcPts val="0"/>
              </a:spcBef>
              <a:spcAft>
                <a:spcPts val="0"/>
              </a:spcAft>
              <a:buSzPts val="10000"/>
              <a:buNone/>
              <a:defRPr sz="10000"/>
            </a:lvl4pPr>
            <a:lvl5pPr lvl="4" algn="ctr">
              <a:lnSpc>
                <a:spcPct val="100000"/>
              </a:lnSpc>
              <a:spcBef>
                <a:spcPts val="0"/>
              </a:spcBef>
              <a:spcAft>
                <a:spcPts val="0"/>
              </a:spcAft>
              <a:buSzPts val="10000"/>
              <a:buNone/>
              <a:defRPr sz="10000"/>
            </a:lvl5pPr>
            <a:lvl6pPr lvl="5" algn="ctr">
              <a:lnSpc>
                <a:spcPct val="100000"/>
              </a:lnSpc>
              <a:spcBef>
                <a:spcPts val="0"/>
              </a:spcBef>
              <a:spcAft>
                <a:spcPts val="0"/>
              </a:spcAft>
              <a:buSzPts val="10000"/>
              <a:buNone/>
              <a:defRPr sz="10000"/>
            </a:lvl6pPr>
            <a:lvl7pPr lvl="6" algn="ctr">
              <a:lnSpc>
                <a:spcPct val="100000"/>
              </a:lnSpc>
              <a:spcBef>
                <a:spcPts val="0"/>
              </a:spcBef>
              <a:spcAft>
                <a:spcPts val="0"/>
              </a:spcAft>
              <a:buSzPts val="10000"/>
              <a:buNone/>
              <a:defRPr sz="10000"/>
            </a:lvl7pPr>
            <a:lvl8pPr lvl="7" algn="ctr">
              <a:lnSpc>
                <a:spcPct val="100000"/>
              </a:lnSpc>
              <a:spcBef>
                <a:spcPts val="0"/>
              </a:spcBef>
              <a:spcAft>
                <a:spcPts val="0"/>
              </a:spcAft>
              <a:buSzPts val="10000"/>
              <a:buNone/>
              <a:defRPr sz="10000"/>
            </a:lvl8pPr>
            <a:lvl9pPr lvl="8" algn="ctr">
              <a:lnSpc>
                <a:spcPct val="100000"/>
              </a:lnSpc>
              <a:spcBef>
                <a:spcPts val="0"/>
              </a:spcBef>
              <a:spcAft>
                <a:spcPts val="0"/>
              </a:spcAft>
              <a:buSzPts val="10000"/>
              <a:buNone/>
              <a:defRPr sz="10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CUSTOM_4">
    <p:bg>
      <p:bgPr>
        <a:solidFill>
          <a:schemeClr val="accent2"/>
        </a:solidFill>
      </p:bgPr>
    </p:bg>
    <p:spTree>
      <p:nvGrpSpPr>
        <p:cNvPr id="354" name="Shape 354"/>
        <p:cNvGrpSpPr/>
        <p:nvPr/>
      </p:nvGrpSpPr>
      <p:grpSpPr>
        <a:xfrm>
          <a:off x="0" y="0"/>
          <a:ext cx="0" cy="0"/>
          <a:chOff x="0" y="0"/>
          <a:chExt cx="0" cy="0"/>
        </a:xfrm>
      </p:grpSpPr>
      <p:sp>
        <p:nvSpPr>
          <p:cNvPr id="355" name="Google Shape;355;p114"/>
          <p:cNvSpPr txBox="1"/>
          <p:nvPr>
            <p:ph idx="1" type="body"/>
          </p:nvPr>
        </p:nvSpPr>
        <p:spPr>
          <a:xfrm>
            <a:off x="5205225" y="1366325"/>
            <a:ext cx="2984700" cy="3120300"/>
          </a:xfrm>
          <a:prstGeom prst="rect">
            <a:avLst/>
          </a:prstGeom>
          <a:noFill/>
          <a:ln>
            <a:noFill/>
          </a:ln>
        </p:spPr>
        <p:txBody>
          <a:bodyPr anchorCtr="0" anchor="ctr" bIns="91425" lIns="91425" spcFirstLastPara="1" rIns="91425" wrap="square" tIns="91425">
            <a:noAutofit/>
          </a:bodyPr>
          <a:lstStyle>
            <a:lvl1pPr indent="-342900" lvl="0" marL="457200" algn="l">
              <a:lnSpc>
                <a:spcPct val="100000"/>
              </a:lnSpc>
              <a:spcBef>
                <a:spcPts val="1000"/>
              </a:spcBef>
              <a:spcAft>
                <a:spcPts val="0"/>
              </a:spcAft>
              <a:buClr>
                <a:schemeClr val="accent3"/>
              </a:buClr>
              <a:buSzPts val="1800"/>
              <a:buChar char="●"/>
              <a:defRPr sz="1600">
                <a:solidFill>
                  <a:schemeClr val="accent3"/>
                </a:solidFill>
              </a:defRPr>
            </a:lvl1pPr>
            <a:lvl2pPr indent="-342900" lvl="1" marL="914400" algn="l">
              <a:lnSpc>
                <a:spcPct val="115000"/>
              </a:lnSpc>
              <a:spcBef>
                <a:spcPts val="1600"/>
              </a:spcBef>
              <a:spcAft>
                <a:spcPts val="0"/>
              </a:spcAft>
              <a:buClr>
                <a:schemeClr val="accent3"/>
              </a:buClr>
              <a:buSzPts val="1800"/>
              <a:buChar char="○"/>
              <a:defRPr sz="1800">
                <a:solidFill>
                  <a:schemeClr val="accent3"/>
                </a:solidFill>
              </a:defRPr>
            </a:lvl2pPr>
            <a:lvl3pPr indent="-342900" lvl="2" marL="1371600" algn="l">
              <a:lnSpc>
                <a:spcPct val="115000"/>
              </a:lnSpc>
              <a:spcBef>
                <a:spcPts val="1600"/>
              </a:spcBef>
              <a:spcAft>
                <a:spcPts val="0"/>
              </a:spcAft>
              <a:buClr>
                <a:schemeClr val="accent3"/>
              </a:buClr>
              <a:buSzPts val="1800"/>
              <a:buChar char="■"/>
              <a:defRPr sz="1800">
                <a:solidFill>
                  <a:schemeClr val="accent3"/>
                </a:solidFill>
              </a:defRPr>
            </a:lvl3pPr>
            <a:lvl4pPr indent="-342900" lvl="3" marL="1828800" algn="l">
              <a:lnSpc>
                <a:spcPct val="115000"/>
              </a:lnSpc>
              <a:spcBef>
                <a:spcPts val="1600"/>
              </a:spcBef>
              <a:spcAft>
                <a:spcPts val="0"/>
              </a:spcAft>
              <a:buClr>
                <a:schemeClr val="accent3"/>
              </a:buClr>
              <a:buSzPts val="1800"/>
              <a:buChar char="●"/>
              <a:defRPr sz="1800">
                <a:solidFill>
                  <a:schemeClr val="accent3"/>
                </a:solidFill>
              </a:defRPr>
            </a:lvl4pPr>
            <a:lvl5pPr indent="-342900" lvl="4" marL="2286000" algn="l">
              <a:lnSpc>
                <a:spcPct val="115000"/>
              </a:lnSpc>
              <a:spcBef>
                <a:spcPts val="1600"/>
              </a:spcBef>
              <a:spcAft>
                <a:spcPts val="0"/>
              </a:spcAft>
              <a:buClr>
                <a:schemeClr val="accent3"/>
              </a:buClr>
              <a:buSzPts val="1800"/>
              <a:buChar char="○"/>
              <a:defRPr sz="1800">
                <a:solidFill>
                  <a:schemeClr val="accent3"/>
                </a:solidFill>
              </a:defRPr>
            </a:lvl5pPr>
            <a:lvl6pPr indent="-342900" lvl="5" marL="2743200" algn="l">
              <a:lnSpc>
                <a:spcPct val="115000"/>
              </a:lnSpc>
              <a:spcBef>
                <a:spcPts val="1600"/>
              </a:spcBef>
              <a:spcAft>
                <a:spcPts val="0"/>
              </a:spcAft>
              <a:buClr>
                <a:schemeClr val="accent3"/>
              </a:buClr>
              <a:buSzPts val="1800"/>
              <a:buChar char="■"/>
              <a:defRPr sz="1800">
                <a:solidFill>
                  <a:schemeClr val="accent3"/>
                </a:solidFill>
              </a:defRPr>
            </a:lvl6pPr>
            <a:lvl7pPr indent="-342900" lvl="6" marL="3200400" algn="l">
              <a:lnSpc>
                <a:spcPct val="115000"/>
              </a:lnSpc>
              <a:spcBef>
                <a:spcPts val="1600"/>
              </a:spcBef>
              <a:spcAft>
                <a:spcPts val="0"/>
              </a:spcAft>
              <a:buClr>
                <a:schemeClr val="accent3"/>
              </a:buClr>
              <a:buSzPts val="1800"/>
              <a:buChar char="●"/>
              <a:defRPr sz="1800">
                <a:solidFill>
                  <a:schemeClr val="accent3"/>
                </a:solidFill>
              </a:defRPr>
            </a:lvl7pPr>
            <a:lvl8pPr indent="-342900" lvl="7" marL="3657600" algn="l">
              <a:lnSpc>
                <a:spcPct val="115000"/>
              </a:lnSpc>
              <a:spcBef>
                <a:spcPts val="1600"/>
              </a:spcBef>
              <a:spcAft>
                <a:spcPts val="0"/>
              </a:spcAft>
              <a:buClr>
                <a:schemeClr val="accent3"/>
              </a:buClr>
              <a:buSzPts val="1800"/>
              <a:buChar char="○"/>
              <a:defRPr sz="1800">
                <a:solidFill>
                  <a:schemeClr val="accent3"/>
                </a:solidFill>
              </a:defRPr>
            </a:lvl8pPr>
            <a:lvl9pPr indent="-342900" lvl="8" marL="4114800" algn="l">
              <a:lnSpc>
                <a:spcPct val="115000"/>
              </a:lnSpc>
              <a:spcBef>
                <a:spcPts val="1600"/>
              </a:spcBef>
              <a:spcAft>
                <a:spcPts val="1600"/>
              </a:spcAft>
              <a:buClr>
                <a:schemeClr val="accent3"/>
              </a:buClr>
              <a:buSzPts val="1800"/>
              <a:buChar char="■"/>
              <a:defRPr sz="1800">
                <a:solidFill>
                  <a:schemeClr val="accent3"/>
                </a:solidFill>
              </a:defRPr>
            </a:lvl9pPr>
          </a:lstStyle>
          <a:p/>
        </p:txBody>
      </p:sp>
      <p:sp>
        <p:nvSpPr>
          <p:cNvPr id="356" name="Google Shape;356;p114"/>
          <p:cNvSpPr txBox="1"/>
          <p:nvPr>
            <p:ph type="title"/>
          </p:nvPr>
        </p:nvSpPr>
        <p:spPr>
          <a:xfrm>
            <a:off x="722375" y="530750"/>
            <a:ext cx="79278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357" name="Google Shape;357;p114"/>
          <p:cNvGrpSpPr/>
          <p:nvPr/>
        </p:nvGrpSpPr>
        <p:grpSpPr>
          <a:xfrm flipH="1">
            <a:off x="-447600" y="2065597"/>
            <a:ext cx="1179753" cy="2854242"/>
            <a:chOff x="7907551" y="-114309"/>
            <a:chExt cx="1908059" cy="4616273"/>
          </a:xfrm>
        </p:grpSpPr>
        <p:sp>
          <p:nvSpPr>
            <p:cNvPr id="358" name="Google Shape;358;p114"/>
            <p:cNvSpPr/>
            <p:nvPr/>
          </p:nvSpPr>
          <p:spPr>
            <a:xfrm>
              <a:off x="8606186" y="3608365"/>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114"/>
            <p:cNvSpPr/>
            <p:nvPr/>
          </p:nvSpPr>
          <p:spPr>
            <a:xfrm>
              <a:off x="8566430" y="3568608"/>
              <a:ext cx="79551" cy="562883"/>
            </a:xfrm>
            <a:custGeom>
              <a:rect b="b" l="l" r="r" t="t"/>
              <a:pathLst>
                <a:path extrusionOk="0" h="14470" w="2045">
                  <a:moveTo>
                    <a:pt x="1023" y="0"/>
                  </a:moveTo>
                  <a:cubicBezTo>
                    <a:pt x="369" y="0"/>
                    <a:pt x="1" y="327"/>
                    <a:pt x="1" y="1022"/>
                  </a:cubicBezTo>
                  <a:lnTo>
                    <a:pt x="1" y="13448"/>
                  </a:lnTo>
                  <a:cubicBezTo>
                    <a:pt x="1" y="13979"/>
                    <a:pt x="369" y="14470"/>
                    <a:pt x="1023" y="14470"/>
                  </a:cubicBezTo>
                  <a:cubicBezTo>
                    <a:pt x="1554" y="14470"/>
                    <a:pt x="2044" y="13979"/>
                    <a:pt x="2044" y="13448"/>
                  </a:cubicBezTo>
                  <a:lnTo>
                    <a:pt x="2044" y="1022"/>
                  </a:lnTo>
                  <a:cubicBezTo>
                    <a:pt x="2044" y="327"/>
                    <a:pt x="1554" y="0"/>
                    <a:pt x="1023" y="0"/>
                  </a:cubicBezTo>
                  <a:close/>
                </a:path>
              </a:pathLst>
            </a:custGeom>
            <a:solidFill>
              <a:schemeClr val="accent1">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14"/>
            <p:cNvSpPr/>
            <p:nvPr/>
          </p:nvSpPr>
          <p:spPr>
            <a:xfrm>
              <a:off x="8798589" y="3873900"/>
              <a:ext cx="39" cy="483371"/>
            </a:xfrm>
            <a:custGeom>
              <a:rect b="b" l="l" r="r" t="t"/>
              <a:pathLst>
                <a:path extrusionOk="0" h="12426" w="1">
                  <a:moveTo>
                    <a:pt x="0" y="0"/>
                  </a:moveTo>
                  <a:lnTo>
                    <a:pt x="0" y="124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14"/>
            <p:cNvSpPr/>
            <p:nvPr/>
          </p:nvSpPr>
          <p:spPr>
            <a:xfrm>
              <a:off x="8758832" y="3834144"/>
              <a:ext cx="79551" cy="562883"/>
            </a:xfrm>
            <a:custGeom>
              <a:rect b="b" l="l" r="r" t="t"/>
              <a:pathLst>
                <a:path extrusionOk="0" h="14470" w="2045">
                  <a:moveTo>
                    <a:pt x="1022" y="0"/>
                  </a:moveTo>
                  <a:cubicBezTo>
                    <a:pt x="532" y="0"/>
                    <a:pt x="0" y="491"/>
                    <a:pt x="0" y="1022"/>
                  </a:cubicBezTo>
                  <a:lnTo>
                    <a:pt x="0" y="13448"/>
                  </a:lnTo>
                  <a:cubicBezTo>
                    <a:pt x="0" y="14102"/>
                    <a:pt x="532" y="14470"/>
                    <a:pt x="1022" y="14470"/>
                  </a:cubicBezTo>
                  <a:cubicBezTo>
                    <a:pt x="1554" y="14470"/>
                    <a:pt x="2044" y="14102"/>
                    <a:pt x="2044" y="13448"/>
                  </a:cubicBezTo>
                  <a:lnTo>
                    <a:pt x="2044" y="1022"/>
                  </a:lnTo>
                  <a:cubicBezTo>
                    <a:pt x="2044" y="491"/>
                    <a:pt x="1554" y="0"/>
                    <a:pt x="1022" y="0"/>
                  </a:cubicBezTo>
                  <a:close/>
                </a:path>
              </a:pathLst>
            </a:custGeom>
            <a:solidFill>
              <a:schemeClr val="accent1">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14"/>
            <p:cNvSpPr/>
            <p:nvPr/>
          </p:nvSpPr>
          <p:spPr>
            <a:xfrm>
              <a:off x="7907551" y="-114309"/>
              <a:ext cx="1238654" cy="3139619"/>
            </a:xfrm>
            <a:custGeom>
              <a:rect b="b" l="l" r="r" t="t"/>
              <a:pathLst>
                <a:path extrusionOk="0" h="80710" w="31842">
                  <a:moveTo>
                    <a:pt x="3210" y="0"/>
                  </a:moveTo>
                  <a:cubicBezTo>
                    <a:pt x="2252" y="0"/>
                    <a:pt x="1348" y="293"/>
                    <a:pt x="818" y="992"/>
                  </a:cubicBezTo>
                  <a:cubicBezTo>
                    <a:pt x="164" y="1851"/>
                    <a:pt x="1" y="2873"/>
                    <a:pt x="1" y="3894"/>
                  </a:cubicBezTo>
                  <a:cubicBezTo>
                    <a:pt x="1" y="8677"/>
                    <a:pt x="4088" y="12928"/>
                    <a:pt x="3557" y="17710"/>
                  </a:cubicBezTo>
                  <a:cubicBezTo>
                    <a:pt x="3393" y="20408"/>
                    <a:pt x="1513" y="22983"/>
                    <a:pt x="1513" y="25680"/>
                  </a:cubicBezTo>
                  <a:cubicBezTo>
                    <a:pt x="1513" y="29768"/>
                    <a:pt x="5437" y="33038"/>
                    <a:pt x="6295" y="36921"/>
                  </a:cubicBezTo>
                  <a:cubicBezTo>
                    <a:pt x="7481" y="43420"/>
                    <a:pt x="655" y="50736"/>
                    <a:pt x="4579" y="56009"/>
                  </a:cubicBezTo>
                  <a:cubicBezTo>
                    <a:pt x="6295" y="58584"/>
                    <a:pt x="10219" y="59933"/>
                    <a:pt x="10383" y="62998"/>
                  </a:cubicBezTo>
                  <a:cubicBezTo>
                    <a:pt x="10546" y="65369"/>
                    <a:pt x="7971" y="67086"/>
                    <a:pt x="6786" y="69293"/>
                  </a:cubicBezTo>
                  <a:cubicBezTo>
                    <a:pt x="5273" y="71663"/>
                    <a:pt x="5437" y="74729"/>
                    <a:pt x="6786" y="77141"/>
                  </a:cubicBezTo>
                  <a:cubicBezTo>
                    <a:pt x="8254" y="79382"/>
                    <a:pt x="10929" y="80710"/>
                    <a:pt x="13496" y="80710"/>
                  </a:cubicBezTo>
                  <a:cubicBezTo>
                    <a:pt x="13644" y="80710"/>
                    <a:pt x="13792" y="80706"/>
                    <a:pt x="13939" y="80697"/>
                  </a:cubicBezTo>
                  <a:lnTo>
                    <a:pt x="22645" y="79838"/>
                  </a:lnTo>
                  <a:cubicBezTo>
                    <a:pt x="28245" y="79511"/>
                    <a:pt x="31842" y="71663"/>
                    <a:pt x="28245" y="67249"/>
                  </a:cubicBezTo>
                  <a:cubicBezTo>
                    <a:pt x="26569" y="65042"/>
                    <a:pt x="23503" y="63489"/>
                    <a:pt x="22645" y="60791"/>
                  </a:cubicBezTo>
                  <a:cubicBezTo>
                    <a:pt x="21623" y="56540"/>
                    <a:pt x="26732" y="52248"/>
                    <a:pt x="25016" y="48161"/>
                  </a:cubicBezTo>
                  <a:cubicBezTo>
                    <a:pt x="24321" y="46322"/>
                    <a:pt x="22277" y="45300"/>
                    <a:pt x="21092" y="43583"/>
                  </a:cubicBezTo>
                  <a:cubicBezTo>
                    <a:pt x="17863" y="39169"/>
                    <a:pt x="21787" y="32670"/>
                    <a:pt x="20601" y="27397"/>
                  </a:cubicBezTo>
                  <a:cubicBezTo>
                    <a:pt x="19743" y="22615"/>
                    <a:pt x="15124" y="19549"/>
                    <a:pt x="12917" y="15298"/>
                  </a:cubicBezTo>
                  <a:cubicBezTo>
                    <a:pt x="10383" y="10353"/>
                    <a:pt x="10546" y="3404"/>
                    <a:pt x="5764" y="665"/>
                  </a:cubicBezTo>
                  <a:cubicBezTo>
                    <a:pt x="5036" y="252"/>
                    <a:pt x="4100" y="0"/>
                    <a:pt x="3210" y="0"/>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14"/>
            <p:cNvSpPr/>
            <p:nvPr/>
          </p:nvSpPr>
          <p:spPr>
            <a:xfrm>
              <a:off x="8119015" y="89647"/>
              <a:ext cx="596298" cy="2776176"/>
            </a:xfrm>
            <a:custGeom>
              <a:rect b="b" l="l" r="r" t="t"/>
              <a:pathLst>
                <a:path extrusionOk="0" h="71367" w="15329">
                  <a:moveTo>
                    <a:pt x="328" y="0"/>
                  </a:moveTo>
                  <a:cubicBezTo>
                    <a:pt x="164" y="0"/>
                    <a:pt x="1" y="205"/>
                    <a:pt x="1" y="368"/>
                  </a:cubicBezTo>
                  <a:cubicBezTo>
                    <a:pt x="164" y="695"/>
                    <a:pt x="5805" y="23339"/>
                    <a:pt x="10219" y="43776"/>
                  </a:cubicBezTo>
                  <a:lnTo>
                    <a:pt x="10219" y="43776"/>
                  </a:lnTo>
                  <a:lnTo>
                    <a:pt x="4252" y="39525"/>
                  </a:lnTo>
                  <a:cubicBezTo>
                    <a:pt x="4252" y="39362"/>
                    <a:pt x="4088" y="39362"/>
                    <a:pt x="4088" y="39362"/>
                  </a:cubicBezTo>
                  <a:cubicBezTo>
                    <a:pt x="3925" y="39362"/>
                    <a:pt x="3925" y="39362"/>
                    <a:pt x="3925" y="39525"/>
                  </a:cubicBezTo>
                  <a:cubicBezTo>
                    <a:pt x="3761" y="39689"/>
                    <a:pt x="3761" y="39852"/>
                    <a:pt x="3925" y="40057"/>
                  </a:cubicBezTo>
                  <a:lnTo>
                    <a:pt x="10056" y="44471"/>
                  </a:lnTo>
                  <a:lnTo>
                    <a:pt x="10219" y="44635"/>
                  </a:lnTo>
                  <a:lnTo>
                    <a:pt x="10383" y="44635"/>
                  </a:lnTo>
                  <a:cubicBezTo>
                    <a:pt x="11568" y="50929"/>
                    <a:pt x="12754" y="57060"/>
                    <a:pt x="13612" y="62170"/>
                  </a:cubicBezTo>
                  <a:lnTo>
                    <a:pt x="8666" y="57060"/>
                  </a:lnTo>
                  <a:cubicBezTo>
                    <a:pt x="8666" y="56897"/>
                    <a:pt x="8503" y="56897"/>
                    <a:pt x="8503" y="56897"/>
                  </a:cubicBezTo>
                  <a:cubicBezTo>
                    <a:pt x="8339" y="56897"/>
                    <a:pt x="8339" y="56897"/>
                    <a:pt x="8176" y="57060"/>
                  </a:cubicBezTo>
                  <a:lnTo>
                    <a:pt x="8176" y="57428"/>
                  </a:lnTo>
                  <a:lnTo>
                    <a:pt x="13775" y="63355"/>
                  </a:lnTo>
                  <a:cubicBezTo>
                    <a:pt x="14307" y="66420"/>
                    <a:pt x="14634" y="69159"/>
                    <a:pt x="14797" y="71366"/>
                  </a:cubicBezTo>
                  <a:lnTo>
                    <a:pt x="15329" y="71366"/>
                  </a:lnTo>
                  <a:cubicBezTo>
                    <a:pt x="15329" y="69322"/>
                    <a:pt x="15002" y="66788"/>
                    <a:pt x="14470" y="64050"/>
                  </a:cubicBezTo>
                  <a:lnTo>
                    <a:pt x="14634" y="64050"/>
                  </a:lnTo>
                  <a:cubicBezTo>
                    <a:pt x="14634" y="64050"/>
                    <a:pt x="14797" y="64050"/>
                    <a:pt x="14797" y="63886"/>
                  </a:cubicBezTo>
                  <a:cubicBezTo>
                    <a:pt x="15002" y="63886"/>
                    <a:pt x="15002" y="63559"/>
                    <a:pt x="14797" y="63559"/>
                  </a:cubicBezTo>
                  <a:lnTo>
                    <a:pt x="14470" y="63028"/>
                  </a:lnTo>
                  <a:cubicBezTo>
                    <a:pt x="11078" y="41406"/>
                    <a:pt x="859" y="695"/>
                    <a:pt x="696" y="205"/>
                  </a:cubicBezTo>
                  <a:cubicBezTo>
                    <a:pt x="696" y="0"/>
                    <a:pt x="491" y="0"/>
                    <a:pt x="328"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114"/>
            <p:cNvSpPr/>
            <p:nvPr/>
          </p:nvSpPr>
          <p:spPr>
            <a:xfrm>
              <a:off x="8424307" y="938692"/>
              <a:ext cx="111332" cy="318046"/>
            </a:xfrm>
            <a:custGeom>
              <a:rect b="b" l="l" r="r" t="t"/>
              <a:pathLst>
                <a:path extrusionOk="0" h="8176" w="2862">
                  <a:moveTo>
                    <a:pt x="2535" y="1"/>
                  </a:moveTo>
                  <a:cubicBezTo>
                    <a:pt x="2371" y="1"/>
                    <a:pt x="2208" y="164"/>
                    <a:pt x="2208" y="328"/>
                  </a:cubicBezTo>
                  <a:lnTo>
                    <a:pt x="1" y="7808"/>
                  </a:lnTo>
                  <a:cubicBezTo>
                    <a:pt x="1" y="8012"/>
                    <a:pt x="1" y="8176"/>
                    <a:pt x="164" y="8176"/>
                  </a:cubicBezTo>
                  <a:lnTo>
                    <a:pt x="328" y="8176"/>
                  </a:lnTo>
                  <a:cubicBezTo>
                    <a:pt x="491" y="8176"/>
                    <a:pt x="491" y="8176"/>
                    <a:pt x="655" y="8012"/>
                  </a:cubicBezTo>
                  <a:lnTo>
                    <a:pt x="2862" y="491"/>
                  </a:lnTo>
                  <a:cubicBezTo>
                    <a:pt x="2862" y="328"/>
                    <a:pt x="2698" y="164"/>
                    <a:pt x="2535"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114"/>
            <p:cNvSpPr/>
            <p:nvPr/>
          </p:nvSpPr>
          <p:spPr>
            <a:xfrm>
              <a:off x="8788417" y="298310"/>
              <a:ext cx="1027193" cy="2682583"/>
            </a:xfrm>
            <a:custGeom>
              <a:rect b="b" l="l" r="r" t="t"/>
              <a:pathLst>
                <a:path extrusionOk="0" h="68961" w="26406">
                  <a:moveTo>
                    <a:pt x="18871" y="0"/>
                  </a:moveTo>
                  <a:cubicBezTo>
                    <a:pt x="18467" y="0"/>
                    <a:pt x="18069" y="86"/>
                    <a:pt x="17699" y="277"/>
                  </a:cubicBezTo>
                  <a:cubicBezTo>
                    <a:pt x="17004" y="604"/>
                    <a:pt x="16514" y="1462"/>
                    <a:pt x="16187" y="2321"/>
                  </a:cubicBezTo>
                  <a:cubicBezTo>
                    <a:pt x="14961" y="6081"/>
                    <a:pt x="16841" y="10495"/>
                    <a:pt x="15165" y="14256"/>
                  </a:cubicBezTo>
                  <a:cubicBezTo>
                    <a:pt x="14143" y="16299"/>
                    <a:pt x="12100" y="17648"/>
                    <a:pt x="11241" y="19856"/>
                  </a:cubicBezTo>
                  <a:cubicBezTo>
                    <a:pt x="10056" y="23085"/>
                    <a:pt x="12263" y="26845"/>
                    <a:pt x="11568" y="30237"/>
                  </a:cubicBezTo>
                  <a:cubicBezTo>
                    <a:pt x="10710" y="35715"/>
                    <a:pt x="3230" y="39434"/>
                    <a:pt x="4742" y="44707"/>
                  </a:cubicBezTo>
                  <a:cubicBezTo>
                    <a:pt x="5437" y="47282"/>
                    <a:pt x="8176" y="49326"/>
                    <a:pt x="7317" y="51696"/>
                  </a:cubicBezTo>
                  <a:cubicBezTo>
                    <a:pt x="6786" y="53740"/>
                    <a:pt x="4415" y="54435"/>
                    <a:pt x="2699" y="55784"/>
                  </a:cubicBezTo>
                  <a:cubicBezTo>
                    <a:pt x="859" y="57173"/>
                    <a:pt x="1" y="59708"/>
                    <a:pt x="491" y="62078"/>
                  </a:cubicBezTo>
                  <a:cubicBezTo>
                    <a:pt x="1023" y="64326"/>
                    <a:pt x="2903" y="66166"/>
                    <a:pt x="5110" y="66861"/>
                  </a:cubicBezTo>
                  <a:lnTo>
                    <a:pt x="12263" y="68741"/>
                  </a:lnTo>
                  <a:cubicBezTo>
                    <a:pt x="12754" y="68891"/>
                    <a:pt x="13251" y="68961"/>
                    <a:pt x="13745" y="68961"/>
                  </a:cubicBezTo>
                  <a:cubicBezTo>
                    <a:pt x="17699" y="68961"/>
                    <a:pt x="21473" y="64472"/>
                    <a:pt x="20274" y="60402"/>
                  </a:cubicBezTo>
                  <a:cubicBezTo>
                    <a:pt x="19580" y="58195"/>
                    <a:pt x="17536" y="56152"/>
                    <a:pt x="17699" y="53577"/>
                  </a:cubicBezTo>
                  <a:cubicBezTo>
                    <a:pt x="18026" y="50020"/>
                    <a:pt x="23340" y="48140"/>
                    <a:pt x="23136" y="44380"/>
                  </a:cubicBezTo>
                  <a:cubicBezTo>
                    <a:pt x="23136" y="42663"/>
                    <a:pt x="21787" y="41314"/>
                    <a:pt x="21460" y="39598"/>
                  </a:cubicBezTo>
                  <a:cubicBezTo>
                    <a:pt x="20070" y="35183"/>
                    <a:pt x="25016" y="31259"/>
                    <a:pt x="25711" y="26681"/>
                  </a:cubicBezTo>
                  <a:cubicBezTo>
                    <a:pt x="26406" y="22758"/>
                    <a:pt x="23667" y="18997"/>
                    <a:pt x="23340" y="14910"/>
                  </a:cubicBezTo>
                  <a:cubicBezTo>
                    <a:pt x="22645" y="10332"/>
                    <a:pt x="24852" y="4855"/>
                    <a:pt x="21787" y="1462"/>
                  </a:cubicBezTo>
                  <a:cubicBezTo>
                    <a:pt x="21045" y="602"/>
                    <a:pt x="19938" y="0"/>
                    <a:pt x="18871" y="0"/>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114"/>
            <p:cNvSpPr/>
            <p:nvPr/>
          </p:nvSpPr>
          <p:spPr>
            <a:xfrm>
              <a:off x="9179562" y="495109"/>
              <a:ext cx="410278" cy="2370722"/>
            </a:xfrm>
            <a:custGeom>
              <a:rect b="b" l="l" r="r" t="t"/>
              <a:pathLst>
                <a:path extrusionOk="0" h="60944" w="10547">
                  <a:moveTo>
                    <a:pt x="10383" y="0"/>
                  </a:moveTo>
                  <a:cubicBezTo>
                    <a:pt x="10219" y="0"/>
                    <a:pt x="10015" y="0"/>
                    <a:pt x="10015" y="164"/>
                  </a:cubicBezTo>
                  <a:cubicBezTo>
                    <a:pt x="10015" y="491"/>
                    <a:pt x="7971" y="19906"/>
                    <a:pt x="5437" y="37277"/>
                  </a:cubicBezTo>
                  <a:lnTo>
                    <a:pt x="2045" y="32168"/>
                  </a:lnTo>
                  <a:cubicBezTo>
                    <a:pt x="2045" y="32168"/>
                    <a:pt x="2045" y="32004"/>
                    <a:pt x="1840" y="32004"/>
                  </a:cubicBezTo>
                  <a:lnTo>
                    <a:pt x="1677" y="32168"/>
                  </a:lnTo>
                  <a:cubicBezTo>
                    <a:pt x="1677" y="32168"/>
                    <a:pt x="1513" y="32331"/>
                    <a:pt x="1677" y="32495"/>
                  </a:cubicBezTo>
                  <a:lnTo>
                    <a:pt x="5274" y="37972"/>
                  </a:lnTo>
                  <a:lnTo>
                    <a:pt x="5437" y="37972"/>
                  </a:lnTo>
                  <a:cubicBezTo>
                    <a:pt x="4579" y="43408"/>
                    <a:pt x="3720" y="48518"/>
                    <a:pt x="2862" y="52768"/>
                  </a:cubicBezTo>
                  <a:lnTo>
                    <a:pt x="491" y="47332"/>
                  </a:lnTo>
                  <a:cubicBezTo>
                    <a:pt x="491" y="47169"/>
                    <a:pt x="328" y="47169"/>
                    <a:pt x="328" y="47169"/>
                  </a:cubicBezTo>
                  <a:lnTo>
                    <a:pt x="164" y="47169"/>
                  </a:lnTo>
                  <a:cubicBezTo>
                    <a:pt x="1" y="47169"/>
                    <a:pt x="1" y="47332"/>
                    <a:pt x="1" y="47496"/>
                  </a:cubicBezTo>
                  <a:lnTo>
                    <a:pt x="2699" y="53790"/>
                  </a:lnTo>
                  <a:cubicBezTo>
                    <a:pt x="2208" y="56692"/>
                    <a:pt x="1513" y="59063"/>
                    <a:pt x="1023" y="60943"/>
                  </a:cubicBezTo>
                  <a:lnTo>
                    <a:pt x="1513" y="60943"/>
                  </a:lnTo>
                  <a:cubicBezTo>
                    <a:pt x="2045" y="59267"/>
                    <a:pt x="2535" y="57019"/>
                    <a:pt x="3066" y="54485"/>
                  </a:cubicBezTo>
                  <a:lnTo>
                    <a:pt x="3393" y="54485"/>
                  </a:lnTo>
                  <a:cubicBezTo>
                    <a:pt x="3393" y="54485"/>
                    <a:pt x="3557" y="54322"/>
                    <a:pt x="3393" y="54158"/>
                  </a:cubicBezTo>
                  <a:lnTo>
                    <a:pt x="3230" y="53627"/>
                  </a:lnTo>
                  <a:cubicBezTo>
                    <a:pt x="6786" y="35560"/>
                    <a:pt x="10546" y="654"/>
                    <a:pt x="10546" y="164"/>
                  </a:cubicBezTo>
                  <a:cubicBezTo>
                    <a:pt x="10546" y="164"/>
                    <a:pt x="10546" y="0"/>
                    <a:pt x="10383"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114"/>
            <p:cNvSpPr/>
            <p:nvPr/>
          </p:nvSpPr>
          <p:spPr>
            <a:xfrm>
              <a:off x="9476919" y="1275805"/>
              <a:ext cx="179718" cy="225815"/>
            </a:xfrm>
            <a:custGeom>
              <a:rect b="b" l="l" r="r" t="t"/>
              <a:pathLst>
                <a:path extrusionOk="0" h="5805" w="4620">
                  <a:moveTo>
                    <a:pt x="4251" y="0"/>
                  </a:moveTo>
                  <a:cubicBezTo>
                    <a:pt x="4088" y="0"/>
                    <a:pt x="4088" y="0"/>
                    <a:pt x="4088" y="164"/>
                  </a:cubicBezTo>
                  <a:lnTo>
                    <a:pt x="0" y="5477"/>
                  </a:lnTo>
                  <a:cubicBezTo>
                    <a:pt x="0" y="5477"/>
                    <a:pt x="0" y="5641"/>
                    <a:pt x="164" y="5804"/>
                  </a:cubicBezTo>
                  <a:lnTo>
                    <a:pt x="532" y="5804"/>
                  </a:lnTo>
                  <a:lnTo>
                    <a:pt x="4415" y="368"/>
                  </a:lnTo>
                  <a:cubicBezTo>
                    <a:pt x="4619" y="368"/>
                    <a:pt x="4415" y="164"/>
                    <a:pt x="4415"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114"/>
            <p:cNvSpPr/>
            <p:nvPr/>
          </p:nvSpPr>
          <p:spPr>
            <a:xfrm>
              <a:off x="8106294" y="2865830"/>
              <a:ext cx="1510565" cy="1636134"/>
            </a:xfrm>
            <a:custGeom>
              <a:rect b="b" l="l" r="r" t="t"/>
              <a:pathLst>
                <a:path extrusionOk="0" h="42060" w="38832">
                  <a:moveTo>
                    <a:pt x="1" y="0"/>
                  </a:moveTo>
                  <a:lnTo>
                    <a:pt x="5437" y="42059"/>
                  </a:lnTo>
                  <a:lnTo>
                    <a:pt x="34744" y="42059"/>
                  </a:lnTo>
                  <a:lnTo>
                    <a:pt x="38831" y="0"/>
                  </a:ln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114"/>
            <p:cNvSpPr/>
            <p:nvPr/>
          </p:nvSpPr>
          <p:spPr>
            <a:xfrm>
              <a:off x="8522881" y="3144086"/>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14"/>
            <p:cNvSpPr/>
            <p:nvPr/>
          </p:nvSpPr>
          <p:spPr>
            <a:xfrm>
              <a:off x="8483163" y="3104329"/>
              <a:ext cx="79512" cy="562883"/>
            </a:xfrm>
            <a:custGeom>
              <a:rect b="b" l="l" r="r" t="t"/>
              <a:pathLst>
                <a:path extrusionOk="0" h="14470" w="2044">
                  <a:moveTo>
                    <a:pt x="1022" y="0"/>
                  </a:moveTo>
                  <a:cubicBezTo>
                    <a:pt x="327" y="0"/>
                    <a:pt x="0" y="368"/>
                    <a:pt x="0" y="1022"/>
                  </a:cubicBezTo>
                  <a:lnTo>
                    <a:pt x="0" y="13448"/>
                  </a:lnTo>
                  <a:cubicBezTo>
                    <a:pt x="0" y="13979"/>
                    <a:pt x="327" y="14470"/>
                    <a:pt x="1022" y="14470"/>
                  </a:cubicBezTo>
                  <a:cubicBezTo>
                    <a:pt x="1553" y="14470"/>
                    <a:pt x="2044" y="13979"/>
                    <a:pt x="2044" y="13448"/>
                  </a:cubicBezTo>
                  <a:lnTo>
                    <a:pt x="2044" y="1022"/>
                  </a:lnTo>
                  <a:cubicBezTo>
                    <a:pt x="2044" y="368"/>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14"/>
            <p:cNvSpPr/>
            <p:nvPr/>
          </p:nvSpPr>
          <p:spPr>
            <a:xfrm>
              <a:off x="9139845" y="3031196"/>
              <a:ext cx="79512" cy="564478"/>
            </a:xfrm>
            <a:custGeom>
              <a:rect b="b" l="l" r="r" t="t"/>
              <a:pathLst>
                <a:path extrusionOk="0" h="14511" w="2044">
                  <a:moveTo>
                    <a:pt x="1022" y="0"/>
                  </a:moveTo>
                  <a:cubicBezTo>
                    <a:pt x="491" y="0"/>
                    <a:pt x="0" y="368"/>
                    <a:pt x="0" y="1022"/>
                  </a:cubicBezTo>
                  <a:lnTo>
                    <a:pt x="0" y="13488"/>
                  </a:lnTo>
                  <a:cubicBezTo>
                    <a:pt x="0" y="13979"/>
                    <a:pt x="491" y="14510"/>
                    <a:pt x="1022" y="14510"/>
                  </a:cubicBezTo>
                  <a:cubicBezTo>
                    <a:pt x="1512" y="14510"/>
                    <a:pt x="2044" y="13979"/>
                    <a:pt x="2044" y="13488"/>
                  </a:cubicBezTo>
                  <a:lnTo>
                    <a:pt x="2044" y="1022"/>
                  </a:lnTo>
                  <a:cubicBezTo>
                    <a:pt x="2044" y="368"/>
                    <a:pt x="1512"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14"/>
            <p:cNvSpPr/>
            <p:nvPr/>
          </p:nvSpPr>
          <p:spPr>
            <a:xfrm>
              <a:off x="8993540" y="3323729"/>
              <a:ext cx="79551" cy="562922"/>
            </a:xfrm>
            <a:custGeom>
              <a:rect b="b" l="l" r="r" t="t"/>
              <a:pathLst>
                <a:path extrusionOk="0" h="14471" w="2045">
                  <a:moveTo>
                    <a:pt x="1022" y="1"/>
                  </a:moveTo>
                  <a:cubicBezTo>
                    <a:pt x="491" y="1"/>
                    <a:pt x="1" y="328"/>
                    <a:pt x="1" y="1023"/>
                  </a:cubicBezTo>
                  <a:lnTo>
                    <a:pt x="1" y="13448"/>
                  </a:lnTo>
                  <a:cubicBezTo>
                    <a:pt x="1" y="14143"/>
                    <a:pt x="491" y="14470"/>
                    <a:pt x="1022" y="14470"/>
                  </a:cubicBezTo>
                  <a:cubicBezTo>
                    <a:pt x="1513" y="14470"/>
                    <a:pt x="2044" y="14143"/>
                    <a:pt x="2044" y="13448"/>
                  </a:cubicBezTo>
                  <a:lnTo>
                    <a:pt x="2044" y="1023"/>
                  </a:lnTo>
                  <a:cubicBezTo>
                    <a:pt x="2044" y="328"/>
                    <a:pt x="1513" y="1"/>
                    <a:pt x="102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14"/>
            <p:cNvSpPr/>
            <p:nvPr/>
          </p:nvSpPr>
          <p:spPr>
            <a:xfrm>
              <a:off x="9165286" y="3733975"/>
              <a:ext cx="79512" cy="569263"/>
            </a:xfrm>
            <a:custGeom>
              <a:rect b="b" l="l" r="r" t="t"/>
              <a:pathLst>
                <a:path extrusionOk="0" h="14634" w="2044">
                  <a:moveTo>
                    <a:pt x="1022" y="0"/>
                  </a:moveTo>
                  <a:cubicBezTo>
                    <a:pt x="368" y="0"/>
                    <a:pt x="0" y="532"/>
                    <a:pt x="0" y="1022"/>
                  </a:cubicBezTo>
                  <a:lnTo>
                    <a:pt x="0" y="13611"/>
                  </a:lnTo>
                  <a:cubicBezTo>
                    <a:pt x="0" y="14143"/>
                    <a:pt x="368" y="14633"/>
                    <a:pt x="1022" y="14633"/>
                  </a:cubicBezTo>
                  <a:cubicBezTo>
                    <a:pt x="1553" y="14633"/>
                    <a:pt x="2044" y="14143"/>
                    <a:pt x="2044" y="13611"/>
                  </a:cubicBezTo>
                  <a:lnTo>
                    <a:pt x="2044" y="1022"/>
                  </a:lnTo>
                  <a:cubicBezTo>
                    <a:pt x="2044" y="532"/>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4" name="Google Shape;374;p114"/>
          <p:cNvGrpSpPr/>
          <p:nvPr/>
        </p:nvGrpSpPr>
        <p:grpSpPr>
          <a:xfrm flipH="1">
            <a:off x="7795198" y="781050"/>
            <a:ext cx="1473983" cy="2698089"/>
            <a:chOff x="365696" y="228600"/>
            <a:chExt cx="1473983" cy="2698089"/>
          </a:xfrm>
        </p:grpSpPr>
        <p:grpSp>
          <p:nvGrpSpPr>
            <p:cNvPr id="375" name="Google Shape;375;p114"/>
            <p:cNvGrpSpPr/>
            <p:nvPr/>
          </p:nvGrpSpPr>
          <p:grpSpPr>
            <a:xfrm flipH="1" rot="-617154">
              <a:off x="575967" y="402323"/>
              <a:ext cx="1053440" cy="2450002"/>
              <a:chOff x="3817855" y="1437512"/>
              <a:chExt cx="541146" cy="1128254"/>
            </a:xfrm>
          </p:grpSpPr>
          <p:sp>
            <p:nvSpPr>
              <p:cNvPr id="376" name="Google Shape;376;p114"/>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114"/>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8" name="Google Shape;378;p114"/>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379" name="Google Shape;379;p114"/>
          <p:cNvCxnSpPr/>
          <p:nvPr/>
        </p:nvCxnSpPr>
        <p:spPr>
          <a:xfrm>
            <a:off x="481667" y="4824600"/>
            <a:ext cx="1133400" cy="0"/>
          </a:xfrm>
          <a:prstGeom prst="straightConnector1">
            <a:avLst/>
          </a:prstGeom>
          <a:noFill/>
          <a:ln cap="flat" cmpd="sng" w="19050">
            <a:solidFill>
              <a:schemeClr val="accent5"/>
            </a:solidFill>
            <a:prstDash val="solid"/>
            <a:round/>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6">
    <p:spTree>
      <p:nvGrpSpPr>
        <p:cNvPr id="380" name="Shape 380"/>
        <p:cNvGrpSpPr/>
        <p:nvPr/>
      </p:nvGrpSpPr>
      <p:grpSpPr>
        <a:xfrm>
          <a:off x="0" y="0"/>
          <a:ext cx="0" cy="0"/>
          <a:chOff x="0" y="0"/>
          <a:chExt cx="0" cy="0"/>
        </a:xfrm>
      </p:grpSpPr>
      <p:grpSp>
        <p:nvGrpSpPr>
          <p:cNvPr id="381" name="Google Shape;381;p115"/>
          <p:cNvGrpSpPr/>
          <p:nvPr/>
        </p:nvGrpSpPr>
        <p:grpSpPr>
          <a:xfrm>
            <a:off x="-9513" y="-6"/>
            <a:ext cx="9177947" cy="5143519"/>
            <a:chOff x="-9513" y="-6"/>
            <a:chExt cx="9177947" cy="5143519"/>
          </a:xfrm>
        </p:grpSpPr>
        <p:sp>
          <p:nvSpPr>
            <p:cNvPr id="382" name="Google Shape;382;p115"/>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115"/>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115"/>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115"/>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115"/>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115"/>
            <p:cNvSpPr/>
            <p:nvPr/>
          </p:nvSpPr>
          <p:spPr>
            <a:xfrm rot="10800000">
              <a:off x="-9513"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15"/>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9" name="Google Shape;389;p115"/>
          <p:cNvGrpSpPr/>
          <p:nvPr/>
        </p:nvGrpSpPr>
        <p:grpSpPr>
          <a:xfrm>
            <a:off x="4281415" y="75177"/>
            <a:ext cx="581170" cy="125403"/>
            <a:chOff x="4685288" y="186288"/>
            <a:chExt cx="419375" cy="90485"/>
          </a:xfrm>
        </p:grpSpPr>
        <p:sp>
          <p:nvSpPr>
            <p:cNvPr id="390" name="Google Shape;390;p115"/>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91" name="Google Shape;391;p115"/>
            <p:cNvGrpSpPr/>
            <p:nvPr/>
          </p:nvGrpSpPr>
          <p:grpSpPr>
            <a:xfrm>
              <a:off x="4685288" y="186300"/>
              <a:ext cx="419375" cy="90473"/>
              <a:chOff x="4390000" y="182175"/>
              <a:chExt cx="419375" cy="90473"/>
            </a:xfrm>
          </p:grpSpPr>
          <p:sp>
            <p:nvSpPr>
              <p:cNvPr id="392" name="Google Shape;392;p115"/>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15"/>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394" name="Google Shape;394;p115"/>
          <p:cNvSpPr txBox="1"/>
          <p:nvPr>
            <p:ph type="title"/>
          </p:nvPr>
        </p:nvSpPr>
        <p:spPr>
          <a:xfrm>
            <a:off x="2518494" y="2069467"/>
            <a:ext cx="4107000" cy="581100"/>
          </a:xfrm>
          <a:prstGeom prst="rect">
            <a:avLst/>
          </a:prstGeom>
          <a:noFill/>
          <a:ln>
            <a:noFill/>
          </a:ln>
        </p:spPr>
        <p:txBody>
          <a:bodyPr anchorCtr="0" anchor="ctr" bIns="0" lIns="91425" spcFirstLastPara="1" rIns="91425" wrap="square" tIns="0">
            <a:noAutofit/>
          </a:bodyPr>
          <a:lstStyle>
            <a:lvl1pPr lvl="0" algn="ctr">
              <a:lnSpc>
                <a:spcPct val="100000"/>
              </a:lnSpc>
              <a:spcBef>
                <a:spcPts val="0"/>
              </a:spcBef>
              <a:spcAft>
                <a:spcPts val="0"/>
              </a:spcAft>
              <a:buSzPts val="12000"/>
              <a:buNone/>
              <a:defRPr b="1" sz="48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p:txBody>
      </p:sp>
      <p:sp>
        <p:nvSpPr>
          <p:cNvPr id="395" name="Google Shape;395;p115"/>
          <p:cNvSpPr txBox="1"/>
          <p:nvPr>
            <p:ph idx="2" type="title"/>
          </p:nvPr>
        </p:nvSpPr>
        <p:spPr>
          <a:xfrm>
            <a:off x="2268900" y="716920"/>
            <a:ext cx="4606200" cy="581100"/>
          </a:xfrm>
          <a:prstGeom prst="rect">
            <a:avLst/>
          </a:prstGeom>
          <a:noFill/>
          <a:ln>
            <a:noFill/>
          </a:ln>
        </p:spPr>
        <p:txBody>
          <a:bodyPr anchorCtr="0" anchor="ctr" bIns="0" lIns="91425" spcFirstLastPara="1" rIns="91425" wrap="square" tIns="0">
            <a:noAutofit/>
          </a:bodyPr>
          <a:lstStyle>
            <a:lvl1pPr lvl="0" algn="ctr">
              <a:lnSpc>
                <a:spcPct val="100000"/>
              </a:lnSpc>
              <a:spcBef>
                <a:spcPts val="0"/>
              </a:spcBef>
              <a:spcAft>
                <a:spcPts val="0"/>
              </a:spcAft>
              <a:buSzPts val="12000"/>
              <a:buNone/>
              <a:defRPr b="1" sz="48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p:txBody>
      </p:sp>
      <p:sp>
        <p:nvSpPr>
          <p:cNvPr id="396" name="Google Shape;396;p115"/>
          <p:cNvSpPr txBox="1"/>
          <p:nvPr>
            <p:ph idx="3" type="title"/>
          </p:nvPr>
        </p:nvSpPr>
        <p:spPr>
          <a:xfrm>
            <a:off x="2518494" y="3422642"/>
            <a:ext cx="4107000" cy="581100"/>
          </a:xfrm>
          <a:prstGeom prst="rect">
            <a:avLst/>
          </a:prstGeom>
          <a:noFill/>
          <a:ln>
            <a:noFill/>
          </a:ln>
        </p:spPr>
        <p:txBody>
          <a:bodyPr anchorCtr="0" anchor="ctr" bIns="0" lIns="91425" spcFirstLastPara="1" rIns="91425" wrap="square" tIns="0">
            <a:noAutofit/>
          </a:bodyPr>
          <a:lstStyle>
            <a:lvl1pPr lvl="0" algn="ctr">
              <a:lnSpc>
                <a:spcPct val="100000"/>
              </a:lnSpc>
              <a:spcBef>
                <a:spcPts val="0"/>
              </a:spcBef>
              <a:spcAft>
                <a:spcPts val="0"/>
              </a:spcAft>
              <a:buSzPts val="12000"/>
              <a:buNone/>
              <a:defRPr b="1" sz="48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p:txBody>
      </p:sp>
      <p:sp>
        <p:nvSpPr>
          <p:cNvPr id="397" name="Google Shape;397;p115"/>
          <p:cNvSpPr txBox="1"/>
          <p:nvPr>
            <p:ph idx="1" type="subTitle"/>
          </p:nvPr>
        </p:nvSpPr>
        <p:spPr>
          <a:xfrm>
            <a:off x="2518507" y="2718654"/>
            <a:ext cx="4107000" cy="472500"/>
          </a:xfrm>
          <a:prstGeom prst="rect">
            <a:avLst/>
          </a:prstGeom>
          <a:noFill/>
          <a:ln>
            <a:noFill/>
          </a:ln>
        </p:spPr>
        <p:txBody>
          <a:bodyPr anchorCtr="0" anchor="t" bIns="0" lIns="91425" spcFirstLastPara="1" rIns="91425" wrap="square" tIns="0">
            <a:noAutofit/>
          </a:bodyPr>
          <a:lstStyle>
            <a:lvl1pPr lvl="0" algn="ctr">
              <a:lnSpc>
                <a:spcPct val="100000"/>
              </a:lnSpc>
              <a:spcBef>
                <a:spcPts val="0"/>
              </a:spcBef>
              <a:spcAft>
                <a:spcPts val="0"/>
              </a:spcAft>
              <a:buSzPts val="18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398" name="Google Shape;398;p115"/>
          <p:cNvSpPr txBox="1"/>
          <p:nvPr>
            <p:ph idx="4" type="subTitle"/>
          </p:nvPr>
        </p:nvSpPr>
        <p:spPr>
          <a:xfrm>
            <a:off x="2518507" y="1366104"/>
            <a:ext cx="4107000" cy="472500"/>
          </a:xfrm>
          <a:prstGeom prst="rect">
            <a:avLst/>
          </a:prstGeom>
          <a:noFill/>
          <a:ln>
            <a:noFill/>
          </a:ln>
        </p:spPr>
        <p:txBody>
          <a:bodyPr anchorCtr="0" anchor="t" bIns="0" lIns="91425" spcFirstLastPara="1" rIns="91425" wrap="square" tIns="0">
            <a:noAutofit/>
          </a:bodyPr>
          <a:lstStyle>
            <a:lvl1pPr lvl="0" algn="ctr">
              <a:lnSpc>
                <a:spcPct val="100000"/>
              </a:lnSpc>
              <a:spcBef>
                <a:spcPts val="0"/>
              </a:spcBef>
              <a:spcAft>
                <a:spcPts val="0"/>
              </a:spcAft>
              <a:buSzPts val="18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399" name="Google Shape;399;p115"/>
          <p:cNvSpPr txBox="1"/>
          <p:nvPr>
            <p:ph idx="5" type="subTitle"/>
          </p:nvPr>
        </p:nvSpPr>
        <p:spPr>
          <a:xfrm>
            <a:off x="2518493" y="4087430"/>
            <a:ext cx="4107000" cy="472500"/>
          </a:xfrm>
          <a:prstGeom prst="rect">
            <a:avLst/>
          </a:prstGeom>
          <a:noFill/>
          <a:ln>
            <a:noFill/>
          </a:ln>
        </p:spPr>
        <p:txBody>
          <a:bodyPr anchorCtr="0" anchor="t" bIns="0" lIns="91425" spcFirstLastPara="1" rIns="91425" wrap="square" tIns="0">
            <a:noAutofit/>
          </a:bodyPr>
          <a:lstStyle>
            <a:lvl1pPr lvl="0" algn="ctr">
              <a:lnSpc>
                <a:spcPct val="100000"/>
              </a:lnSpc>
              <a:spcBef>
                <a:spcPts val="0"/>
              </a:spcBef>
              <a:spcAft>
                <a:spcPts val="0"/>
              </a:spcAft>
              <a:buSzPts val="18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_1">
    <p:spTree>
      <p:nvGrpSpPr>
        <p:cNvPr id="400" name="Shape 400"/>
        <p:cNvGrpSpPr/>
        <p:nvPr/>
      </p:nvGrpSpPr>
      <p:grpSpPr>
        <a:xfrm>
          <a:off x="0" y="0"/>
          <a:ext cx="0" cy="0"/>
          <a:chOff x="0" y="0"/>
          <a:chExt cx="0" cy="0"/>
        </a:xfrm>
      </p:grpSpPr>
      <p:sp>
        <p:nvSpPr>
          <p:cNvPr id="401" name="Google Shape;401;p116"/>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2" name="Google Shape;402;p116"/>
          <p:cNvGrpSpPr/>
          <p:nvPr/>
        </p:nvGrpSpPr>
        <p:grpSpPr>
          <a:xfrm flipH="1">
            <a:off x="348" y="-6"/>
            <a:ext cx="8806136" cy="5143519"/>
            <a:chOff x="362298" y="-6"/>
            <a:chExt cx="8806136" cy="5143519"/>
          </a:xfrm>
        </p:grpSpPr>
        <p:sp>
          <p:nvSpPr>
            <p:cNvPr id="403" name="Google Shape;403;p116"/>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116"/>
            <p:cNvSpPr/>
            <p:nvPr/>
          </p:nvSpPr>
          <p:spPr>
            <a:xfrm>
              <a:off x="6426313"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16"/>
            <p:cNvSpPr/>
            <p:nvPr/>
          </p:nvSpPr>
          <p:spPr>
            <a:xfrm>
              <a:off x="362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116"/>
            <p:cNvSpPr/>
            <p:nvPr/>
          </p:nvSpPr>
          <p:spPr>
            <a:xfrm>
              <a:off x="7972352" y="10763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7" name="Google Shape;407;p116"/>
          <p:cNvSpPr/>
          <p:nvPr/>
        </p:nvSpPr>
        <p:spPr>
          <a:xfrm flipH="1" rot="10800000">
            <a:off x="7953723" y="19526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08" name="Google Shape;408;p116"/>
          <p:cNvGrpSpPr/>
          <p:nvPr/>
        </p:nvGrpSpPr>
        <p:grpSpPr>
          <a:xfrm>
            <a:off x="4281415" y="75177"/>
            <a:ext cx="581170" cy="125403"/>
            <a:chOff x="4685288" y="186288"/>
            <a:chExt cx="419375" cy="90485"/>
          </a:xfrm>
        </p:grpSpPr>
        <p:sp>
          <p:nvSpPr>
            <p:cNvPr id="409" name="Google Shape;409;p116"/>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0" name="Google Shape;410;p116"/>
            <p:cNvGrpSpPr/>
            <p:nvPr/>
          </p:nvGrpSpPr>
          <p:grpSpPr>
            <a:xfrm>
              <a:off x="4685288" y="186300"/>
              <a:ext cx="419375" cy="90473"/>
              <a:chOff x="4390000" y="182175"/>
              <a:chExt cx="419375" cy="90473"/>
            </a:xfrm>
          </p:grpSpPr>
          <p:sp>
            <p:nvSpPr>
              <p:cNvPr id="411" name="Google Shape;411;p116"/>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16"/>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13" name="Google Shape;413;p116"/>
          <p:cNvSpPr txBox="1"/>
          <p:nvPr>
            <p:ph idx="1" type="subTitle"/>
          </p:nvPr>
        </p:nvSpPr>
        <p:spPr>
          <a:xfrm>
            <a:off x="1047800" y="3840600"/>
            <a:ext cx="3277500" cy="57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4" name="Google Shape;414;p116"/>
          <p:cNvSpPr txBox="1"/>
          <p:nvPr>
            <p:ph idx="2" type="subTitle"/>
          </p:nvPr>
        </p:nvSpPr>
        <p:spPr>
          <a:xfrm>
            <a:off x="4818700" y="3840600"/>
            <a:ext cx="3277500" cy="57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5" name="Google Shape;415;p116"/>
          <p:cNvSpPr txBox="1"/>
          <p:nvPr>
            <p:ph type="title"/>
          </p:nvPr>
        </p:nvSpPr>
        <p:spPr>
          <a:xfrm>
            <a:off x="4818700" y="3302925"/>
            <a:ext cx="3277500" cy="386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b="1" sz="3000"/>
            </a:lvl1pPr>
            <a:lvl2pPr lvl="1"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2pPr>
            <a:lvl3pPr lvl="2"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3pPr>
            <a:lvl4pPr lvl="3"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4pPr>
            <a:lvl5pPr lvl="4"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5pPr>
            <a:lvl6pPr lvl="5"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6pPr>
            <a:lvl7pPr lvl="6"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7pPr>
            <a:lvl8pPr lvl="7"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8pPr>
            <a:lvl9pPr lvl="8"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9pPr>
          </a:lstStyle>
          <a:p/>
        </p:txBody>
      </p:sp>
      <p:sp>
        <p:nvSpPr>
          <p:cNvPr id="416" name="Google Shape;416;p116"/>
          <p:cNvSpPr txBox="1"/>
          <p:nvPr>
            <p:ph idx="3" type="title"/>
          </p:nvPr>
        </p:nvSpPr>
        <p:spPr>
          <a:xfrm>
            <a:off x="1047800" y="3302925"/>
            <a:ext cx="3277500" cy="386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b="1" sz="3000"/>
            </a:lvl1pPr>
            <a:lvl2pPr lvl="1"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2pPr>
            <a:lvl3pPr lvl="2"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3pPr>
            <a:lvl4pPr lvl="3"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4pPr>
            <a:lvl5pPr lvl="4"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5pPr>
            <a:lvl6pPr lvl="5"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6pPr>
            <a:lvl7pPr lvl="6"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7pPr>
            <a:lvl8pPr lvl="7"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8pPr>
            <a:lvl9pPr lvl="8"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9pPr>
          </a:lstStyle>
          <a:p/>
        </p:txBody>
      </p:sp>
      <p:sp>
        <p:nvSpPr>
          <p:cNvPr id="417" name="Google Shape;417;p116"/>
          <p:cNvSpPr txBox="1"/>
          <p:nvPr>
            <p:ph idx="4" type="subTitle"/>
          </p:nvPr>
        </p:nvSpPr>
        <p:spPr>
          <a:xfrm>
            <a:off x="1047800" y="2169250"/>
            <a:ext cx="3277500" cy="57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8" name="Google Shape;418;p116"/>
          <p:cNvSpPr txBox="1"/>
          <p:nvPr>
            <p:ph idx="5" type="subTitle"/>
          </p:nvPr>
        </p:nvSpPr>
        <p:spPr>
          <a:xfrm>
            <a:off x="4818700" y="2169250"/>
            <a:ext cx="3277500" cy="577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9" name="Google Shape;419;p116"/>
          <p:cNvSpPr txBox="1"/>
          <p:nvPr>
            <p:ph idx="6" type="title"/>
          </p:nvPr>
        </p:nvSpPr>
        <p:spPr>
          <a:xfrm>
            <a:off x="4818700" y="1636050"/>
            <a:ext cx="3277500" cy="386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b="1" sz="3000"/>
            </a:lvl1pPr>
            <a:lvl2pPr lvl="1"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2pPr>
            <a:lvl3pPr lvl="2"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3pPr>
            <a:lvl4pPr lvl="3"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4pPr>
            <a:lvl5pPr lvl="4"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5pPr>
            <a:lvl6pPr lvl="5"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6pPr>
            <a:lvl7pPr lvl="6"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7pPr>
            <a:lvl8pPr lvl="7"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8pPr>
            <a:lvl9pPr lvl="8"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9pPr>
          </a:lstStyle>
          <a:p/>
        </p:txBody>
      </p:sp>
      <p:sp>
        <p:nvSpPr>
          <p:cNvPr id="420" name="Google Shape;420;p116"/>
          <p:cNvSpPr txBox="1"/>
          <p:nvPr>
            <p:ph idx="7" type="title"/>
          </p:nvPr>
        </p:nvSpPr>
        <p:spPr>
          <a:xfrm>
            <a:off x="1047800" y="1636050"/>
            <a:ext cx="3277500" cy="386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b="1" sz="3000"/>
            </a:lvl1pPr>
            <a:lvl2pPr lvl="1"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2pPr>
            <a:lvl3pPr lvl="2"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3pPr>
            <a:lvl4pPr lvl="3"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4pPr>
            <a:lvl5pPr lvl="4"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5pPr>
            <a:lvl6pPr lvl="5"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6pPr>
            <a:lvl7pPr lvl="6"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7pPr>
            <a:lvl8pPr lvl="7"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8pPr>
            <a:lvl9pPr lvl="8" algn="ctr">
              <a:lnSpc>
                <a:spcPct val="100000"/>
              </a:lnSpc>
              <a:spcBef>
                <a:spcPts val="0"/>
              </a:spcBef>
              <a:spcAft>
                <a:spcPts val="0"/>
              </a:spcAft>
              <a:buClr>
                <a:schemeClr val="accent5"/>
              </a:buClr>
              <a:buSzPts val="3600"/>
              <a:buFont typeface="DM Sans"/>
              <a:buNone/>
              <a:defRPr sz="3600">
                <a:solidFill>
                  <a:schemeClr val="accent5"/>
                </a:solidFill>
                <a:latin typeface="DM Sans"/>
                <a:ea typeface="DM Sans"/>
                <a:cs typeface="DM Sans"/>
                <a:sym typeface="DM Sans"/>
              </a:defRPr>
            </a:lvl9pPr>
          </a:lstStyle>
          <a:p/>
        </p:txBody>
      </p:sp>
      <p:sp>
        <p:nvSpPr>
          <p:cNvPr id="421" name="Google Shape;421;p116"/>
          <p:cNvSpPr txBox="1"/>
          <p:nvPr>
            <p:ph idx="8"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22" name="Shape 422"/>
        <p:cNvGrpSpPr/>
        <p:nvPr/>
      </p:nvGrpSpPr>
      <p:grpSpPr>
        <a:xfrm>
          <a:off x="0" y="0"/>
          <a:ext cx="0" cy="0"/>
          <a:chOff x="0" y="0"/>
          <a:chExt cx="0" cy="0"/>
        </a:xfrm>
      </p:grpSpPr>
      <p:grpSp>
        <p:nvGrpSpPr>
          <p:cNvPr id="423" name="Google Shape;423;p117"/>
          <p:cNvGrpSpPr/>
          <p:nvPr/>
        </p:nvGrpSpPr>
        <p:grpSpPr>
          <a:xfrm>
            <a:off x="-9513" y="2"/>
            <a:ext cx="9177947" cy="5143511"/>
            <a:chOff x="-9513" y="2"/>
            <a:chExt cx="9177947" cy="5143511"/>
          </a:xfrm>
        </p:grpSpPr>
        <p:sp>
          <p:nvSpPr>
            <p:cNvPr id="424" name="Google Shape;424;p117"/>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117"/>
            <p:cNvSpPr/>
            <p:nvPr/>
          </p:nvSpPr>
          <p:spPr>
            <a:xfrm>
              <a:off x="7132742"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117"/>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117"/>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117"/>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9" name="Google Shape;429;p117"/>
          <p:cNvGrpSpPr/>
          <p:nvPr/>
        </p:nvGrpSpPr>
        <p:grpSpPr>
          <a:xfrm>
            <a:off x="4281415" y="75177"/>
            <a:ext cx="581170" cy="125403"/>
            <a:chOff x="4685288" y="186288"/>
            <a:chExt cx="419375" cy="90485"/>
          </a:xfrm>
        </p:grpSpPr>
        <p:sp>
          <p:nvSpPr>
            <p:cNvPr id="430" name="Google Shape;430;p117"/>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31" name="Google Shape;431;p117"/>
            <p:cNvGrpSpPr/>
            <p:nvPr/>
          </p:nvGrpSpPr>
          <p:grpSpPr>
            <a:xfrm>
              <a:off x="4685288" y="186300"/>
              <a:ext cx="419375" cy="90473"/>
              <a:chOff x="4390000" y="182175"/>
              <a:chExt cx="419375" cy="90473"/>
            </a:xfrm>
          </p:grpSpPr>
          <p:sp>
            <p:nvSpPr>
              <p:cNvPr id="432" name="Google Shape;432;p117"/>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117"/>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34" name="Google Shape;434;p117"/>
          <p:cNvSpPr txBox="1"/>
          <p:nvPr>
            <p:ph idx="1" type="subTitle"/>
          </p:nvPr>
        </p:nvSpPr>
        <p:spPr>
          <a:xfrm>
            <a:off x="2117765" y="3228984"/>
            <a:ext cx="1398600" cy="4056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800"/>
              <a:buNone/>
              <a:defRPr b="1" sz="1800">
                <a:solidFill>
                  <a:schemeClr val="accent5"/>
                </a:solidFill>
                <a:latin typeface="Aldrich"/>
                <a:ea typeface="Aldrich"/>
                <a:cs typeface="Aldrich"/>
                <a:sym typeface="Aldrich"/>
              </a:defRPr>
            </a:lvl1pPr>
            <a:lvl2pPr lvl="1" algn="r">
              <a:lnSpc>
                <a:spcPct val="100000"/>
              </a:lnSpc>
              <a:spcBef>
                <a:spcPts val="0"/>
              </a:spcBef>
              <a:spcAft>
                <a:spcPts val="0"/>
              </a:spcAft>
              <a:buSzPts val="1400"/>
              <a:buNone/>
              <a:defRPr b="1">
                <a:solidFill>
                  <a:schemeClr val="accent5"/>
                </a:solidFill>
                <a:latin typeface="Aldrich"/>
                <a:ea typeface="Aldrich"/>
                <a:cs typeface="Aldrich"/>
                <a:sym typeface="Aldrich"/>
              </a:defRPr>
            </a:lvl2pPr>
            <a:lvl3pPr lvl="2" algn="r">
              <a:lnSpc>
                <a:spcPct val="100000"/>
              </a:lnSpc>
              <a:spcBef>
                <a:spcPts val="0"/>
              </a:spcBef>
              <a:spcAft>
                <a:spcPts val="0"/>
              </a:spcAft>
              <a:buSzPts val="1400"/>
              <a:buNone/>
              <a:defRPr b="1">
                <a:solidFill>
                  <a:schemeClr val="accent5"/>
                </a:solidFill>
                <a:latin typeface="Aldrich"/>
                <a:ea typeface="Aldrich"/>
                <a:cs typeface="Aldrich"/>
                <a:sym typeface="Aldrich"/>
              </a:defRPr>
            </a:lvl3pPr>
            <a:lvl4pPr lvl="3" algn="r">
              <a:lnSpc>
                <a:spcPct val="100000"/>
              </a:lnSpc>
              <a:spcBef>
                <a:spcPts val="0"/>
              </a:spcBef>
              <a:spcAft>
                <a:spcPts val="0"/>
              </a:spcAft>
              <a:buSzPts val="1400"/>
              <a:buNone/>
              <a:defRPr b="1">
                <a:solidFill>
                  <a:schemeClr val="accent5"/>
                </a:solidFill>
                <a:latin typeface="Aldrich"/>
                <a:ea typeface="Aldrich"/>
                <a:cs typeface="Aldrich"/>
                <a:sym typeface="Aldrich"/>
              </a:defRPr>
            </a:lvl4pPr>
            <a:lvl5pPr lvl="4" algn="r">
              <a:lnSpc>
                <a:spcPct val="100000"/>
              </a:lnSpc>
              <a:spcBef>
                <a:spcPts val="0"/>
              </a:spcBef>
              <a:spcAft>
                <a:spcPts val="0"/>
              </a:spcAft>
              <a:buSzPts val="1400"/>
              <a:buNone/>
              <a:defRPr b="1">
                <a:solidFill>
                  <a:schemeClr val="accent5"/>
                </a:solidFill>
                <a:latin typeface="Aldrich"/>
                <a:ea typeface="Aldrich"/>
                <a:cs typeface="Aldrich"/>
                <a:sym typeface="Aldrich"/>
              </a:defRPr>
            </a:lvl5pPr>
            <a:lvl6pPr lvl="5" algn="r">
              <a:lnSpc>
                <a:spcPct val="100000"/>
              </a:lnSpc>
              <a:spcBef>
                <a:spcPts val="0"/>
              </a:spcBef>
              <a:spcAft>
                <a:spcPts val="0"/>
              </a:spcAft>
              <a:buSzPts val="1400"/>
              <a:buNone/>
              <a:defRPr b="1">
                <a:solidFill>
                  <a:schemeClr val="accent5"/>
                </a:solidFill>
                <a:latin typeface="Aldrich"/>
                <a:ea typeface="Aldrich"/>
                <a:cs typeface="Aldrich"/>
                <a:sym typeface="Aldrich"/>
              </a:defRPr>
            </a:lvl6pPr>
            <a:lvl7pPr lvl="6" algn="r">
              <a:lnSpc>
                <a:spcPct val="100000"/>
              </a:lnSpc>
              <a:spcBef>
                <a:spcPts val="0"/>
              </a:spcBef>
              <a:spcAft>
                <a:spcPts val="0"/>
              </a:spcAft>
              <a:buSzPts val="1400"/>
              <a:buNone/>
              <a:defRPr b="1">
                <a:solidFill>
                  <a:schemeClr val="accent5"/>
                </a:solidFill>
                <a:latin typeface="Aldrich"/>
                <a:ea typeface="Aldrich"/>
                <a:cs typeface="Aldrich"/>
                <a:sym typeface="Aldrich"/>
              </a:defRPr>
            </a:lvl7pPr>
            <a:lvl8pPr lvl="7" algn="r">
              <a:lnSpc>
                <a:spcPct val="100000"/>
              </a:lnSpc>
              <a:spcBef>
                <a:spcPts val="0"/>
              </a:spcBef>
              <a:spcAft>
                <a:spcPts val="0"/>
              </a:spcAft>
              <a:buSzPts val="1400"/>
              <a:buNone/>
              <a:defRPr b="1">
                <a:solidFill>
                  <a:schemeClr val="accent5"/>
                </a:solidFill>
                <a:latin typeface="Aldrich"/>
                <a:ea typeface="Aldrich"/>
                <a:cs typeface="Aldrich"/>
                <a:sym typeface="Aldrich"/>
              </a:defRPr>
            </a:lvl8pPr>
            <a:lvl9pPr lvl="8" algn="r">
              <a:lnSpc>
                <a:spcPct val="100000"/>
              </a:lnSpc>
              <a:spcBef>
                <a:spcPts val="0"/>
              </a:spcBef>
              <a:spcAft>
                <a:spcPts val="0"/>
              </a:spcAft>
              <a:buSzPts val="1400"/>
              <a:buNone/>
              <a:defRPr b="1">
                <a:solidFill>
                  <a:schemeClr val="accent5"/>
                </a:solidFill>
                <a:latin typeface="Aldrich"/>
                <a:ea typeface="Aldrich"/>
                <a:cs typeface="Aldrich"/>
                <a:sym typeface="Aldrich"/>
              </a:defRPr>
            </a:lvl9pPr>
          </a:lstStyle>
          <a:p/>
        </p:txBody>
      </p:sp>
      <p:sp>
        <p:nvSpPr>
          <p:cNvPr id="435" name="Google Shape;435;p117"/>
          <p:cNvSpPr txBox="1"/>
          <p:nvPr>
            <p:ph idx="2" type="subTitle"/>
          </p:nvPr>
        </p:nvSpPr>
        <p:spPr>
          <a:xfrm>
            <a:off x="5627635" y="3228984"/>
            <a:ext cx="1398600" cy="405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b="1" sz="1800">
                <a:solidFill>
                  <a:schemeClr val="accent5"/>
                </a:solidFill>
                <a:latin typeface="Aldrich"/>
                <a:ea typeface="Aldrich"/>
                <a:cs typeface="Aldrich"/>
                <a:sym typeface="Aldrich"/>
              </a:defRPr>
            </a:lvl1pPr>
            <a:lvl2pPr lvl="1" algn="l">
              <a:lnSpc>
                <a:spcPct val="100000"/>
              </a:lnSpc>
              <a:spcBef>
                <a:spcPts val="0"/>
              </a:spcBef>
              <a:spcAft>
                <a:spcPts val="0"/>
              </a:spcAft>
              <a:buSzPts val="1400"/>
              <a:buNone/>
              <a:defRPr b="1">
                <a:solidFill>
                  <a:schemeClr val="accent5"/>
                </a:solidFill>
                <a:latin typeface="Aldrich"/>
                <a:ea typeface="Aldrich"/>
                <a:cs typeface="Aldrich"/>
                <a:sym typeface="Aldrich"/>
              </a:defRPr>
            </a:lvl2pPr>
            <a:lvl3pPr lvl="2" algn="l">
              <a:lnSpc>
                <a:spcPct val="100000"/>
              </a:lnSpc>
              <a:spcBef>
                <a:spcPts val="0"/>
              </a:spcBef>
              <a:spcAft>
                <a:spcPts val="0"/>
              </a:spcAft>
              <a:buSzPts val="1400"/>
              <a:buNone/>
              <a:defRPr b="1">
                <a:solidFill>
                  <a:schemeClr val="accent5"/>
                </a:solidFill>
                <a:latin typeface="Aldrich"/>
                <a:ea typeface="Aldrich"/>
                <a:cs typeface="Aldrich"/>
                <a:sym typeface="Aldrich"/>
              </a:defRPr>
            </a:lvl3pPr>
            <a:lvl4pPr lvl="3" algn="l">
              <a:lnSpc>
                <a:spcPct val="100000"/>
              </a:lnSpc>
              <a:spcBef>
                <a:spcPts val="0"/>
              </a:spcBef>
              <a:spcAft>
                <a:spcPts val="0"/>
              </a:spcAft>
              <a:buSzPts val="1400"/>
              <a:buNone/>
              <a:defRPr b="1">
                <a:solidFill>
                  <a:schemeClr val="accent5"/>
                </a:solidFill>
                <a:latin typeface="Aldrich"/>
                <a:ea typeface="Aldrich"/>
                <a:cs typeface="Aldrich"/>
                <a:sym typeface="Aldrich"/>
              </a:defRPr>
            </a:lvl4pPr>
            <a:lvl5pPr lvl="4" algn="l">
              <a:lnSpc>
                <a:spcPct val="100000"/>
              </a:lnSpc>
              <a:spcBef>
                <a:spcPts val="0"/>
              </a:spcBef>
              <a:spcAft>
                <a:spcPts val="0"/>
              </a:spcAft>
              <a:buSzPts val="1400"/>
              <a:buNone/>
              <a:defRPr b="1">
                <a:solidFill>
                  <a:schemeClr val="accent5"/>
                </a:solidFill>
                <a:latin typeface="Aldrich"/>
                <a:ea typeface="Aldrich"/>
                <a:cs typeface="Aldrich"/>
                <a:sym typeface="Aldrich"/>
              </a:defRPr>
            </a:lvl5pPr>
            <a:lvl6pPr lvl="5" algn="l">
              <a:lnSpc>
                <a:spcPct val="100000"/>
              </a:lnSpc>
              <a:spcBef>
                <a:spcPts val="0"/>
              </a:spcBef>
              <a:spcAft>
                <a:spcPts val="0"/>
              </a:spcAft>
              <a:buSzPts val="1400"/>
              <a:buNone/>
              <a:defRPr b="1">
                <a:solidFill>
                  <a:schemeClr val="accent5"/>
                </a:solidFill>
                <a:latin typeface="Aldrich"/>
                <a:ea typeface="Aldrich"/>
                <a:cs typeface="Aldrich"/>
                <a:sym typeface="Aldrich"/>
              </a:defRPr>
            </a:lvl6pPr>
            <a:lvl7pPr lvl="6" algn="l">
              <a:lnSpc>
                <a:spcPct val="100000"/>
              </a:lnSpc>
              <a:spcBef>
                <a:spcPts val="0"/>
              </a:spcBef>
              <a:spcAft>
                <a:spcPts val="0"/>
              </a:spcAft>
              <a:buSzPts val="1400"/>
              <a:buNone/>
              <a:defRPr b="1">
                <a:solidFill>
                  <a:schemeClr val="accent5"/>
                </a:solidFill>
                <a:latin typeface="Aldrich"/>
                <a:ea typeface="Aldrich"/>
                <a:cs typeface="Aldrich"/>
                <a:sym typeface="Aldrich"/>
              </a:defRPr>
            </a:lvl7pPr>
            <a:lvl8pPr lvl="7" algn="l">
              <a:lnSpc>
                <a:spcPct val="100000"/>
              </a:lnSpc>
              <a:spcBef>
                <a:spcPts val="0"/>
              </a:spcBef>
              <a:spcAft>
                <a:spcPts val="0"/>
              </a:spcAft>
              <a:buSzPts val="1400"/>
              <a:buNone/>
              <a:defRPr b="1">
                <a:solidFill>
                  <a:schemeClr val="accent5"/>
                </a:solidFill>
                <a:latin typeface="Aldrich"/>
                <a:ea typeface="Aldrich"/>
                <a:cs typeface="Aldrich"/>
                <a:sym typeface="Aldrich"/>
              </a:defRPr>
            </a:lvl8pPr>
            <a:lvl9pPr lvl="8" algn="l">
              <a:lnSpc>
                <a:spcPct val="100000"/>
              </a:lnSpc>
              <a:spcBef>
                <a:spcPts val="0"/>
              </a:spcBef>
              <a:spcAft>
                <a:spcPts val="0"/>
              </a:spcAft>
              <a:buSzPts val="1400"/>
              <a:buNone/>
              <a:defRPr b="1">
                <a:solidFill>
                  <a:schemeClr val="accent5"/>
                </a:solidFill>
                <a:latin typeface="Aldrich"/>
                <a:ea typeface="Aldrich"/>
                <a:cs typeface="Aldrich"/>
                <a:sym typeface="Aldrich"/>
              </a:defRPr>
            </a:lvl9pPr>
          </a:lstStyle>
          <a:p/>
        </p:txBody>
      </p:sp>
      <p:sp>
        <p:nvSpPr>
          <p:cNvPr id="436" name="Google Shape;436;p117"/>
          <p:cNvSpPr txBox="1"/>
          <p:nvPr>
            <p:ph idx="3" type="subTitle"/>
          </p:nvPr>
        </p:nvSpPr>
        <p:spPr>
          <a:xfrm>
            <a:off x="1297865" y="3645247"/>
            <a:ext cx="2218500" cy="4596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accent5"/>
              </a:buClr>
              <a:buSzPts val="1600"/>
              <a:buNone/>
              <a:defRPr sz="1600">
                <a:solidFill>
                  <a:schemeClr val="accent5"/>
                </a:solidFill>
              </a:defRPr>
            </a:lvl1pPr>
            <a:lvl2pPr lvl="1" algn="l">
              <a:lnSpc>
                <a:spcPct val="115000"/>
              </a:lnSpc>
              <a:spcBef>
                <a:spcPts val="0"/>
              </a:spcBef>
              <a:spcAft>
                <a:spcPts val="0"/>
              </a:spcAft>
              <a:buClr>
                <a:schemeClr val="accent5"/>
              </a:buClr>
              <a:buSzPts val="1400"/>
              <a:buNone/>
              <a:defRPr>
                <a:solidFill>
                  <a:schemeClr val="accent5"/>
                </a:solidFill>
              </a:defRPr>
            </a:lvl2pPr>
            <a:lvl3pPr lvl="2" algn="l">
              <a:lnSpc>
                <a:spcPct val="115000"/>
              </a:lnSpc>
              <a:spcBef>
                <a:spcPts val="1600"/>
              </a:spcBef>
              <a:spcAft>
                <a:spcPts val="0"/>
              </a:spcAft>
              <a:buClr>
                <a:schemeClr val="accent5"/>
              </a:buClr>
              <a:buSzPts val="1400"/>
              <a:buNone/>
              <a:defRPr>
                <a:solidFill>
                  <a:schemeClr val="accent5"/>
                </a:solidFill>
              </a:defRPr>
            </a:lvl3pPr>
            <a:lvl4pPr lvl="3" algn="l">
              <a:lnSpc>
                <a:spcPct val="115000"/>
              </a:lnSpc>
              <a:spcBef>
                <a:spcPts val="1600"/>
              </a:spcBef>
              <a:spcAft>
                <a:spcPts val="0"/>
              </a:spcAft>
              <a:buClr>
                <a:schemeClr val="accent5"/>
              </a:buClr>
              <a:buSzPts val="1400"/>
              <a:buNone/>
              <a:defRPr>
                <a:solidFill>
                  <a:schemeClr val="accent5"/>
                </a:solidFill>
              </a:defRPr>
            </a:lvl4pPr>
            <a:lvl5pPr lvl="4" algn="l">
              <a:lnSpc>
                <a:spcPct val="115000"/>
              </a:lnSpc>
              <a:spcBef>
                <a:spcPts val="1600"/>
              </a:spcBef>
              <a:spcAft>
                <a:spcPts val="0"/>
              </a:spcAft>
              <a:buClr>
                <a:schemeClr val="accent5"/>
              </a:buClr>
              <a:buSzPts val="1400"/>
              <a:buNone/>
              <a:defRPr>
                <a:solidFill>
                  <a:schemeClr val="accent5"/>
                </a:solidFill>
              </a:defRPr>
            </a:lvl5pPr>
            <a:lvl6pPr lvl="5" algn="l">
              <a:lnSpc>
                <a:spcPct val="115000"/>
              </a:lnSpc>
              <a:spcBef>
                <a:spcPts val="1600"/>
              </a:spcBef>
              <a:spcAft>
                <a:spcPts val="0"/>
              </a:spcAft>
              <a:buClr>
                <a:schemeClr val="accent5"/>
              </a:buClr>
              <a:buSzPts val="1400"/>
              <a:buNone/>
              <a:defRPr>
                <a:solidFill>
                  <a:schemeClr val="accent5"/>
                </a:solidFill>
              </a:defRPr>
            </a:lvl6pPr>
            <a:lvl7pPr lvl="6" algn="l">
              <a:lnSpc>
                <a:spcPct val="115000"/>
              </a:lnSpc>
              <a:spcBef>
                <a:spcPts val="1600"/>
              </a:spcBef>
              <a:spcAft>
                <a:spcPts val="0"/>
              </a:spcAft>
              <a:buClr>
                <a:schemeClr val="accent5"/>
              </a:buClr>
              <a:buSzPts val="1400"/>
              <a:buNone/>
              <a:defRPr>
                <a:solidFill>
                  <a:schemeClr val="accent5"/>
                </a:solidFill>
              </a:defRPr>
            </a:lvl7pPr>
            <a:lvl8pPr lvl="7" algn="l">
              <a:lnSpc>
                <a:spcPct val="115000"/>
              </a:lnSpc>
              <a:spcBef>
                <a:spcPts val="1600"/>
              </a:spcBef>
              <a:spcAft>
                <a:spcPts val="0"/>
              </a:spcAft>
              <a:buClr>
                <a:schemeClr val="accent5"/>
              </a:buClr>
              <a:buSzPts val="1400"/>
              <a:buNone/>
              <a:defRPr>
                <a:solidFill>
                  <a:schemeClr val="accent5"/>
                </a:solidFill>
              </a:defRPr>
            </a:lvl8pPr>
            <a:lvl9pPr lvl="8" algn="l">
              <a:lnSpc>
                <a:spcPct val="115000"/>
              </a:lnSpc>
              <a:spcBef>
                <a:spcPts val="1600"/>
              </a:spcBef>
              <a:spcAft>
                <a:spcPts val="1600"/>
              </a:spcAft>
              <a:buClr>
                <a:schemeClr val="accent5"/>
              </a:buClr>
              <a:buSzPts val="1400"/>
              <a:buNone/>
              <a:defRPr>
                <a:solidFill>
                  <a:schemeClr val="accent5"/>
                </a:solidFill>
              </a:defRPr>
            </a:lvl9pPr>
          </a:lstStyle>
          <a:p/>
        </p:txBody>
      </p:sp>
      <p:sp>
        <p:nvSpPr>
          <p:cNvPr id="437" name="Google Shape;437;p117"/>
          <p:cNvSpPr txBox="1"/>
          <p:nvPr>
            <p:ph idx="4" type="subTitle"/>
          </p:nvPr>
        </p:nvSpPr>
        <p:spPr>
          <a:xfrm>
            <a:off x="5627635" y="3645247"/>
            <a:ext cx="2218500" cy="459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accent5"/>
              </a:buClr>
              <a:buSzPts val="1600"/>
              <a:buNone/>
              <a:defRPr sz="1600">
                <a:solidFill>
                  <a:schemeClr val="accent5"/>
                </a:solidFill>
              </a:defRPr>
            </a:lvl1pPr>
            <a:lvl2pPr lvl="1" algn="l">
              <a:lnSpc>
                <a:spcPct val="115000"/>
              </a:lnSpc>
              <a:spcBef>
                <a:spcPts val="0"/>
              </a:spcBef>
              <a:spcAft>
                <a:spcPts val="0"/>
              </a:spcAft>
              <a:buClr>
                <a:schemeClr val="accent5"/>
              </a:buClr>
              <a:buSzPts val="1400"/>
              <a:buNone/>
              <a:defRPr>
                <a:solidFill>
                  <a:schemeClr val="accent5"/>
                </a:solidFill>
              </a:defRPr>
            </a:lvl2pPr>
            <a:lvl3pPr lvl="2" algn="l">
              <a:lnSpc>
                <a:spcPct val="115000"/>
              </a:lnSpc>
              <a:spcBef>
                <a:spcPts val="1600"/>
              </a:spcBef>
              <a:spcAft>
                <a:spcPts val="0"/>
              </a:spcAft>
              <a:buClr>
                <a:schemeClr val="accent5"/>
              </a:buClr>
              <a:buSzPts val="1400"/>
              <a:buNone/>
              <a:defRPr>
                <a:solidFill>
                  <a:schemeClr val="accent5"/>
                </a:solidFill>
              </a:defRPr>
            </a:lvl3pPr>
            <a:lvl4pPr lvl="3" algn="l">
              <a:lnSpc>
                <a:spcPct val="115000"/>
              </a:lnSpc>
              <a:spcBef>
                <a:spcPts val="1600"/>
              </a:spcBef>
              <a:spcAft>
                <a:spcPts val="0"/>
              </a:spcAft>
              <a:buClr>
                <a:schemeClr val="accent5"/>
              </a:buClr>
              <a:buSzPts val="1400"/>
              <a:buNone/>
              <a:defRPr>
                <a:solidFill>
                  <a:schemeClr val="accent5"/>
                </a:solidFill>
              </a:defRPr>
            </a:lvl4pPr>
            <a:lvl5pPr lvl="4" algn="l">
              <a:lnSpc>
                <a:spcPct val="115000"/>
              </a:lnSpc>
              <a:spcBef>
                <a:spcPts val="1600"/>
              </a:spcBef>
              <a:spcAft>
                <a:spcPts val="0"/>
              </a:spcAft>
              <a:buClr>
                <a:schemeClr val="accent5"/>
              </a:buClr>
              <a:buSzPts val="1400"/>
              <a:buNone/>
              <a:defRPr>
                <a:solidFill>
                  <a:schemeClr val="accent5"/>
                </a:solidFill>
              </a:defRPr>
            </a:lvl5pPr>
            <a:lvl6pPr lvl="5" algn="l">
              <a:lnSpc>
                <a:spcPct val="115000"/>
              </a:lnSpc>
              <a:spcBef>
                <a:spcPts val="1600"/>
              </a:spcBef>
              <a:spcAft>
                <a:spcPts val="0"/>
              </a:spcAft>
              <a:buClr>
                <a:schemeClr val="accent5"/>
              </a:buClr>
              <a:buSzPts val="1400"/>
              <a:buNone/>
              <a:defRPr>
                <a:solidFill>
                  <a:schemeClr val="accent5"/>
                </a:solidFill>
              </a:defRPr>
            </a:lvl6pPr>
            <a:lvl7pPr lvl="6" algn="l">
              <a:lnSpc>
                <a:spcPct val="115000"/>
              </a:lnSpc>
              <a:spcBef>
                <a:spcPts val="1600"/>
              </a:spcBef>
              <a:spcAft>
                <a:spcPts val="0"/>
              </a:spcAft>
              <a:buClr>
                <a:schemeClr val="accent5"/>
              </a:buClr>
              <a:buSzPts val="1400"/>
              <a:buNone/>
              <a:defRPr>
                <a:solidFill>
                  <a:schemeClr val="accent5"/>
                </a:solidFill>
              </a:defRPr>
            </a:lvl7pPr>
            <a:lvl8pPr lvl="7" algn="l">
              <a:lnSpc>
                <a:spcPct val="115000"/>
              </a:lnSpc>
              <a:spcBef>
                <a:spcPts val="1600"/>
              </a:spcBef>
              <a:spcAft>
                <a:spcPts val="0"/>
              </a:spcAft>
              <a:buClr>
                <a:schemeClr val="accent5"/>
              </a:buClr>
              <a:buSzPts val="1400"/>
              <a:buNone/>
              <a:defRPr>
                <a:solidFill>
                  <a:schemeClr val="accent5"/>
                </a:solidFill>
              </a:defRPr>
            </a:lvl8pPr>
            <a:lvl9pPr lvl="8" algn="l">
              <a:lnSpc>
                <a:spcPct val="115000"/>
              </a:lnSpc>
              <a:spcBef>
                <a:spcPts val="1600"/>
              </a:spcBef>
              <a:spcAft>
                <a:spcPts val="1600"/>
              </a:spcAft>
              <a:buClr>
                <a:schemeClr val="accent5"/>
              </a:buClr>
              <a:buSzPts val="1400"/>
              <a:buNone/>
              <a:defRPr>
                <a:solidFill>
                  <a:schemeClr val="accent5"/>
                </a:solidFill>
              </a:defRPr>
            </a:lvl9pPr>
          </a:lstStyle>
          <a:p/>
        </p:txBody>
      </p:sp>
      <p:sp>
        <p:nvSpPr>
          <p:cNvPr id="438" name="Google Shape;438;p117"/>
          <p:cNvSpPr txBox="1"/>
          <p:nvPr>
            <p:ph idx="5" type="subTitle"/>
          </p:nvPr>
        </p:nvSpPr>
        <p:spPr>
          <a:xfrm>
            <a:off x="2117765" y="1709641"/>
            <a:ext cx="1398600" cy="4056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1800"/>
              <a:buNone/>
              <a:defRPr b="1" sz="1800">
                <a:solidFill>
                  <a:schemeClr val="accent5"/>
                </a:solidFill>
                <a:latin typeface="Aldrich"/>
                <a:ea typeface="Aldrich"/>
                <a:cs typeface="Aldrich"/>
                <a:sym typeface="Aldrich"/>
              </a:defRPr>
            </a:lvl1pPr>
            <a:lvl2pPr lvl="1" algn="r">
              <a:lnSpc>
                <a:spcPct val="100000"/>
              </a:lnSpc>
              <a:spcBef>
                <a:spcPts val="0"/>
              </a:spcBef>
              <a:spcAft>
                <a:spcPts val="0"/>
              </a:spcAft>
              <a:buSzPts val="1400"/>
              <a:buNone/>
              <a:defRPr b="1">
                <a:solidFill>
                  <a:schemeClr val="accent5"/>
                </a:solidFill>
                <a:latin typeface="Aldrich"/>
                <a:ea typeface="Aldrich"/>
                <a:cs typeface="Aldrich"/>
                <a:sym typeface="Aldrich"/>
              </a:defRPr>
            </a:lvl2pPr>
            <a:lvl3pPr lvl="2" algn="r">
              <a:lnSpc>
                <a:spcPct val="100000"/>
              </a:lnSpc>
              <a:spcBef>
                <a:spcPts val="0"/>
              </a:spcBef>
              <a:spcAft>
                <a:spcPts val="0"/>
              </a:spcAft>
              <a:buSzPts val="1400"/>
              <a:buNone/>
              <a:defRPr b="1">
                <a:solidFill>
                  <a:schemeClr val="accent5"/>
                </a:solidFill>
                <a:latin typeface="Aldrich"/>
                <a:ea typeface="Aldrich"/>
                <a:cs typeface="Aldrich"/>
                <a:sym typeface="Aldrich"/>
              </a:defRPr>
            </a:lvl3pPr>
            <a:lvl4pPr lvl="3" algn="r">
              <a:lnSpc>
                <a:spcPct val="100000"/>
              </a:lnSpc>
              <a:spcBef>
                <a:spcPts val="0"/>
              </a:spcBef>
              <a:spcAft>
                <a:spcPts val="0"/>
              </a:spcAft>
              <a:buSzPts val="1400"/>
              <a:buNone/>
              <a:defRPr b="1">
                <a:solidFill>
                  <a:schemeClr val="accent5"/>
                </a:solidFill>
                <a:latin typeface="Aldrich"/>
                <a:ea typeface="Aldrich"/>
                <a:cs typeface="Aldrich"/>
                <a:sym typeface="Aldrich"/>
              </a:defRPr>
            </a:lvl4pPr>
            <a:lvl5pPr lvl="4" algn="r">
              <a:lnSpc>
                <a:spcPct val="100000"/>
              </a:lnSpc>
              <a:spcBef>
                <a:spcPts val="0"/>
              </a:spcBef>
              <a:spcAft>
                <a:spcPts val="0"/>
              </a:spcAft>
              <a:buSzPts val="1400"/>
              <a:buNone/>
              <a:defRPr b="1">
                <a:solidFill>
                  <a:schemeClr val="accent5"/>
                </a:solidFill>
                <a:latin typeface="Aldrich"/>
                <a:ea typeface="Aldrich"/>
                <a:cs typeface="Aldrich"/>
                <a:sym typeface="Aldrich"/>
              </a:defRPr>
            </a:lvl5pPr>
            <a:lvl6pPr lvl="5" algn="r">
              <a:lnSpc>
                <a:spcPct val="100000"/>
              </a:lnSpc>
              <a:spcBef>
                <a:spcPts val="0"/>
              </a:spcBef>
              <a:spcAft>
                <a:spcPts val="0"/>
              </a:spcAft>
              <a:buSzPts val="1400"/>
              <a:buNone/>
              <a:defRPr b="1">
                <a:solidFill>
                  <a:schemeClr val="accent5"/>
                </a:solidFill>
                <a:latin typeface="Aldrich"/>
                <a:ea typeface="Aldrich"/>
                <a:cs typeface="Aldrich"/>
                <a:sym typeface="Aldrich"/>
              </a:defRPr>
            </a:lvl6pPr>
            <a:lvl7pPr lvl="6" algn="r">
              <a:lnSpc>
                <a:spcPct val="100000"/>
              </a:lnSpc>
              <a:spcBef>
                <a:spcPts val="0"/>
              </a:spcBef>
              <a:spcAft>
                <a:spcPts val="0"/>
              </a:spcAft>
              <a:buSzPts val="1400"/>
              <a:buNone/>
              <a:defRPr b="1">
                <a:solidFill>
                  <a:schemeClr val="accent5"/>
                </a:solidFill>
                <a:latin typeface="Aldrich"/>
                <a:ea typeface="Aldrich"/>
                <a:cs typeface="Aldrich"/>
                <a:sym typeface="Aldrich"/>
              </a:defRPr>
            </a:lvl7pPr>
            <a:lvl8pPr lvl="7" algn="r">
              <a:lnSpc>
                <a:spcPct val="100000"/>
              </a:lnSpc>
              <a:spcBef>
                <a:spcPts val="0"/>
              </a:spcBef>
              <a:spcAft>
                <a:spcPts val="0"/>
              </a:spcAft>
              <a:buSzPts val="1400"/>
              <a:buNone/>
              <a:defRPr b="1">
                <a:solidFill>
                  <a:schemeClr val="accent5"/>
                </a:solidFill>
                <a:latin typeface="Aldrich"/>
                <a:ea typeface="Aldrich"/>
                <a:cs typeface="Aldrich"/>
                <a:sym typeface="Aldrich"/>
              </a:defRPr>
            </a:lvl8pPr>
            <a:lvl9pPr lvl="8" algn="r">
              <a:lnSpc>
                <a:spcPct val="100000"/>
              </a:lnSpc>
              <a:spcBef>
                <a:spcPts val="0"/>
              </a:spcBef>
              <a:spcAft>
                <a:spcPts val="0"/>
              </a:spcAft>
              <a:buSzPts val="1400"/>
              <a:buNone/>
              <a:defRPr b="1">
                <a:solidFill>
                  <a:schemeClr val="accent5"/>
                </a:solidFill>
                <a:latin typeface="Aldrich"/>
                <a:ea typeface="Aldrich"/>
                <a:cs typeface="Aldrich"/>
                <a:sym typeface="Aldrich"/>
              </a:defRPr>
            </a:lvl9pPr>
          </a:lstStyle>
          <a:p/>
        </p:txBody>
      </p:sp>
      <p:sp>
        <p:nvSpPr>
          <p:cNvPr id="439" name="Google Shape;439;p117"/>
          <p:cNvSpPr txBox="1"/>
          <p:nvPr>
            <p:ph idx="6" type="subTitle"/>
          </p:nvPr>
        </p:nvSpPr>
        <p:spPr>
          <a:xfrm>
            <a:off x="5627635" y="1709641"/>
            <a:ext cx="1398600" cy="405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b="1" sz="1800">
                <a:solidFill>
                  <a:schemeClr val="accent5"/>
                </a:solidFill>
                <a:latin typeface="Aldrich"/>
                <a:ea typeface="Aldrich"/>
                <a:cs typeface="Aldrich"/>
                <a:sym typeface="Aldrich"/>
              </a:defRPr>
            </a:lvl1pPr>
            <a:lvl2pPr lvl="1" algn="l">
              <a:lnSpc>
                <a:spcPct val="100000"/>
              </a:lnSpc>
              <a:spcBef>
                <a:spcPts val="0"/>
              </a:spcBef>
              <a:spcAft>
                <a:spcPts val="0"/>
              </a:spcAft>
              <a:buSzPts val="1400"/>
              <a:buNone/>
              <a:defRPr b="1">
                <a:solidFill>
                  <a:schemeClr val="accent5"/>
                </a:solidFill>
                <a:latin typeface="Aldrich"/>
                <a:ea typeface="Aldrich"/>
                <a:cs typeface="Aldrich"/>
                <a:sym typeface="Aldrich"/>
              </a:defRPr>
            </a:lvl2pPr>
            <a:lvl3pPr lvl="2" algn="l">
              <a:lnSpc>
                <a:spcPct val="100000"/>
              </a:lnSpc>
              <a:spcBef>
                <a:spcPts val="0"/>
              </a:spcBef>
              <a:spcAft>
                <a:spcPts val="0"/>
              </a:spcAft>
              <a:buSzPts val="1400"/>
              <a:buNone/>
              <a:defRPr b="1">
                <a:solidFill>
                  <a:schemeClr val="accent5"/>
                </a:solidFill>
                <a:latin typeface="Aldrich"/>
                <a:ea typeface="Aldrich"/>
                <a:cs typeface="Aldrich"/>
                <a:sym typeface="Aldrich"/>
              </a:defRPr>
            </a:lvl3pPr>
            <a:lvl4pPr lvl="3" algn="l">
              <a:lnSpc>
                <a:spcPct val="100000"/>
              </a:lnSpc>
              <a:spcBef>
                <a:spcPts val="0"/>
              </a:spcBef>
              <a:spcAft>
                <a:spcPts val="0"/>
              </a:spcAft>
              <a:buSzPts val="1400"/>
              <a:buNone/>
              <a:defRPr b="1">
                <a:solidFill>
                  <a:schemeClr val="accent5"/>
                </a:solidFill>
                <a:latin typeface="Aldrich"/>
                <a:ea typeface="Aldrich"/>
                <a:cs typeface="Aldrich"/>
                <a:sym typeface="Aldrich"/>
              </a:defRPr>
            </a:lvl4pPr>
            <a:lvl5pPr lvl="4" algn="l">
              <a:lnSpc>
                <a:spcPct val="100000"/>
              </a:lnSpc>
              <a:spcBef>
                <a:spcPts val="0"/>
              </a:spcBef>
              <a:spcAft>
                <a:spcPts val="0"/>
              </a:spcAft>
              <a:buSzPts val="1400"/>
              <a:buNone/>
              <a:defRPr b="1">
                <a:solidFill>
                  <a:schemeClr val="accent5"/>
                </a:solidFill>
                <a:latin typeface="Aldrich"/>
                <a:ea typeface="Aldrich"/>
                <a:cs typeface="Aldrich"/>
                <a:sym typeface="Aldrich"/>
              </a:defRPr>
            </a:lvl5pPr>
            <a:lvl6pPr lvl="5" algn="l">
              <a:lnSpc>
                <a:spcPct val="100000"/>
              </a:lnSpc>
              <a:spcBef>
                <a:spcPts val="0"/>
              </a:spcBef>
              <a:spcAft>
                <a:spcPts val="0"/>
              </a:spcAft>
              <a:buSzPts val="1400"/>
              <a:buNone/>
              <a:defRPr b="1">
                <a:solidFill>
                  <a:schemeClr val="accent5"/>
                </a:solidFill>
                <a:latin typeface="Aldrich"/>
                <a:ea typeface="Aldrich"/>
                <a:cs typeface="Aldrich"/>
                <a:sym typeface="Aldrich"/>
              </a:defRPr>
            </a:lvl6pPr>
            <a:lvl7pPr lvl="6" algn="l">
              <a:lnSpc>
                <a:spcPct val="100000"/>
              </a:lnSpc>
              <a:spcBef>
                <a:spcPts val="0"/>
              </a:spcBef>
              <a:spcAft>
                <a:spcPts val="0"/>
              </a:spcAft>
              <a:buSzPts val="1400"/>
              <a:buNone/>
              <a:defRPr b="1">
                <a:solidFill>
                  <a:schemeClr val="accent5"/>
                </a:solidFill>
                <a:latin typeface="Aldrich"/>
                <a:ea typeface="Aldrich"/>
                <a:cs typeface="Aldrich"/>
                <a:sym typeface="Aldrich"/>
              </a:defRPr>
            </a:lvl7pPr>
            <a:lvl8pPr lvl="7" algn="l">
              <a:lnSpc>
                <a:spcPct val="100000"/>
              </a:lnSpc>
              <a:spcBef>
                <a:spcPts val="0"/>
              </a:spcBef>
              <a:spcAft>
                <a:spcPts val="0"/>
              </a:spcAft>
              <a:buSzPts val="1400"/>
              <a:buNone/>
              <a:defRPr b="1">
                <a:solidFill>
                  <a:schemeClr val="accent5"/>
                </a:solidFill>
                <a:latin typeface="Aldrich"/>
                <a:ea typeface="Aldrich"/>
                <a:cs typeface="Aldrich"/>
                <a:sym typeface="Aldrich"/>
              </a:defRPr>
            </a:lvl8pPr>
            <a:lvl9pPr lvl="8" algn="l">
              <a:lnSpc>
                <a:spcPct val="100000"/>
              </a:lnSpc>
              <a:spcBef>
                <a:spcPts val="0"/>
              </a:spcBef>
              <a:spcAft>
                <a:spcPts val="0"/>
              </a:spcAft>
              <a:buSzPts val="1400"/>
              <a:buNone/>
              <a:defRPr b="1">
                <a:solidFill>
                  <a:schemeClr val="accent5"/>
                </a:solidFill>
                <a:latin typeface="Aldrich"/>
                <a:ea typeface="Aldrich"/>
                <a:cs typeface="Aldrich"/>
                <a:sym typeface="Aldrich"/>
              </a:defRPr>
            </a:lvl9pPr>
          </a:lstStyle>
          <a:p/>
        </p:txBody>
      </p:sp>
      <p:sp>
        <p:nvSpPr>
          <p:cNvPr id="440" name="Google Shape;440;p117"/>
          <p:cNvSpPr txBox="1"/>
          <p:nvPr>
            <p:ph idx="7" type="subTitle"/>
          </p:nvPr>
        </p:nvSpPr>
        <p:spPr>
          <a:xfrm>
            <a:off x="1297865" y="2125989"/>
            <a:ext cx="2218500" cy="4596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chemeClr val="accent5"/>
              </a:buClr>
              <a:buSzPts val="1600"/>
              <a:buNone/>
              <a:defRPr sz="1600">
                <a:solidFill>
                  <a:schemeClr val="accent5"/>
                </a:solidFill>
              </a:defRPr>
            </a:lvl1pPr>
            <a:lvl2pPr lvl="1" algn="l">
              <a:lnSpc>
                <a:spcPct val="115000"/>
              </a:lnSpc>
              <a:spcBef>
                <a:spcPts val="0"/>
              </a:spcBef>
              <a:spcAft>
                <a:spcPts val="0"/>
              </a:spcAft>
              <a:buClr>
                <a:schemeClr val="accent5"/>
              </a:buClr>
              <a:buSzPts val="1400"/>
              <a:buNone/>
              <a:defRPr>
                <a:solidFill>
                  <a:schemeClr val="accent5"/>
                </a:solidFill>
              </a:defRPr>
            </a:lvl2pPr>
            <a:lvl3pPr lvl="2" algn="l">
              <a:lnSpc>
                <a:spcPct val="115000"/>
              </a:lnSpc>
              <a:spcBef>
                <a:spcPts val="1600"/>
              </a:spcBef>
              <a:spcAft>
                <a:spcPts val="0"/>
              </a:spcAft>
              <a:buClr>
                <a:schemeClr val="accent5"/>
              </a:buClr>
              <a:buSzPts val="1400"/>
              <a:buNone/>
              <a:defRPr>
                <a:solidFill>
                  <a:schemeClr val="accent5"/>
                </a:solidFill>
              </a:defRPr>
            </a:lvl3pPr>
            <a:lvl4pPr lvl="3" algn="l">
              <a:lnSpc>
                <a:spcPct val="115000"/>
              </a:lnSpc>
              <a:spcBef>
                <a:spcPts val="1600"/>
              </a:spcBef>
              <a:spcAft>
                <a:spcPts val="0"/>
              </a:spcAft>
              <a:buClr>
                <a:schemeClr val="accent5"/>
              </a:buClr>
              <a:buSzPts val="1400"/>
              <a:buNone/>
              <a:defRPr>
                <a:solidFill>
                  <a:schemeClr val="accent5"/>
                </a:solidFill>
              </a:defRPr>
            </a:lvl4pPr>
            <a:lvl5pPr lvl="4" algn="l">
              <a:lnSpc>
                <a:spcPct val="115000"/>
              </a:lnSpc>
              <a:spcBef>
                <a:spcPts val="1600"/>
              </a:spcBef>
              <a:spcAft>
                <a:spcPts val="0"/>
              </a:spcAft>
              <a:buClr>
                <a:schemeClr val="accent5"/>
              </a:buClr>
              <a:buSzPts val="1400"/>
              <a:buNone/>
              <a:defRPr>
                <a:solidFill>
                  <a:schemeClr val="accent5"/>
                </a:solidFill>
              </a:defRPr>
            </a:lvl5pPr>
            <a:lvl6pPr lvl="5" algn="l">
              <a:lnSpc>
                <a:spcPct val="115000"/>
              </a:lnSpc>
              <a:spcBef>
                <a:spcPts val="1600"/>
              </a:spcBef>
              <a:spcAft>
                <a:spcPts val="0"/>
              </a:spcAft>
              <a:buClr>
                <a:schemeClr val="accent5"/>
              </a:buClr>
              <a:buSzPts val="1400"/>
              <a:buNone/>
              <a:defRPr>
                <a:solidFill>
                  <a:schemeClr val="accent5"/>
                </a:solidFill>
              </a:defRPr>
            </a:lvl6pPr>
            <a:lvl7pPr lvl="6" algn="l">
              <a:lnSpc>
                <a:spcPct val="115000"/>
              </a:lnSpc>
              <a:spcBef>
                <a:spcPts val="1600"/>
              </a:spcBef>
              <a:spcAft>
                <a:spcPts val="0"/>
              </a:spcAft>
              <a:buClr>
                <a:schemeClr val="accent5"/>
              </a:buClr>
              <a:buSzPts val="1400"/>
              <a:buNone/>
              <a:defRPr>
                <a:solidFill>
                  <a:schemeClr val="accent5"/>
                </a:solidFill>
              </a:defRPr>
            </a:lvl7pPr>
            <a:lvl8pPr lvl="7" algn="l">
              <a:lnSpc>
                <a:spcPct val="115000"/>
              </a:lnSpc>
              <a:spcBef>
                <a:spcPts val="1600"/>
              </a:spcBef>
              <a:spcAft>
                <a:spcPts val="0"/>
              </a:spcAft>
              <a:buClr>
                <a:schemeClr val="accent5"/>
              </a:buClr>
              <a:buSzPts val="1400"/>
              <a:buNone/>
              <a:defRPr>
                <a:solidFill>
                  <a:schemeClr val="accent5"/>
                </a:solidFill>
              </a:defRPr>
            </a:lvl8pPr>
            <a:lvl9pPr lvl="8" algn="l">
              <a:lnSpc>
                <a:spcPct val="115000"/>
              </a:lnSpc>
              <a:spcBef>
                <a:spcPts val="1600"/>
              </a:spcBef>
              <a:spcAft>
                <a:spcPts val="1600"/>
              </a:spcAft>
              <a:buClr>
                <a:schemeClr val="accent5"/>
              </a:buClr>
              <a:buSzPts val="1400"/>
              <a:buNone/>
              <a:defRPr>
                <a:solidFill>
                  <a:schemeClr val="accent5"/>
                </a:solidFill>
              </a:defRPr>
            </a:lvl9pPr>
          </a:lstStyle>
          <a:p/>
        </p:txBody>
      </p:sp>
      <p:sp>
        <p:nvSpPr>
          <p:cNvPr id="441" name="Google Shape;441;p117"/>
          <p:cNvSpPr txBox="1"/>
          <p:nvPr>
            <p:ph idx="8" type="subTitle"/>
          </p:nvPr>
        </p:nvSpPr>
        <p:spPr>
          <a:xfrm>
            <a:off x="5627635" y="2125989"/>
            <a:ext cx="2218500" cy="459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accent5"/>
              </a:buClr>
              <a:buSzPts val="1600"/>
              <a:buNone/>
              <a:defRPr sz="1600">
                <a:solidFill>
                  <a:schemeClr val="accent5"/>
                </a:solidFill>
              </a:defRPr>
            </a:lvl1pPr>
            <a:lvl2pPr lvl="1" algn="l">
              <a:lnSpc>
                <a:spcPct val="115000"/>
              </a:lnSpc>
              <a:spcBef>
                <a:spcPts val="0"/>
              </a:spcBef>
              <a:spcAft>
                <a:spcPts val="0"/>
              </a:spcAft>
              <a:buClr>
                <a:schemeClr val="accent5"/>
              </a:buClr>
              <a:buSzPts val="1400"/>
              <a:buNone/>
              <a:defRPr>
                <a:solidFill>
                  <a:schemeClr val="accent5"/>
                </a:solidFill>
              </a:defRPr>
            </a:lvl2pPr>
            <a:lvl3pPr lvl="2" algn="l">
              <a:lnSpc>
                <a:spcPct val="115000"/>
              </a:lnSpc>
              <a:spcBef>
                <a:spcPts val="1600"/>
              </a:spcBef>
              <a:spcAft>
                <a:spcPts val="0"/>
              </a:spcAft>
              <a:buClr>
                <a:schemeClr val="accent5"/>
              </a:buClr>
              <a:buSzPts val="1400"/>
              <a:buNone/>
              <a:defRPr>
                <a:solidFill>
                  <a:schemeClr val="accent5"/>
                </a:solidFill>
              </a:defRPr>
            </a:lvl3pPr>
            <a:lvl4pPr lvl="3" algn="l">
              <a:lnSpc>
                <a:spcPct val="115000"/>
              </a:lnSpc>
              <a:spcBef>
                <a:spcPts val="1600"/>
              </a:spcBef>
              <a:spcAft>
                <a:spcPts val="0"/>
              </a:spcAft>
              <a:buClr>
                <a:schemeClr val="accent5"/>
              </a:buClr>
              <a:buSzPts val="1400"/>
              <a:buNone/>
              <a:defRPr>
                <a:solidFill>
                  <a:schemeClr val="accent5"/>
                </a:solidFill>
              </a:defRPr>
            </a:lvl4pPr>
            <a:lvl5pPr lvl="4" algn="l">
              <a:lnSpc>
                <a:spcPct val="115000"/>
              </a:lnSpc>
              <a:spcBef>
                <a:spcPts val="1600"/>
              </a:spcBef>
              <a:spcAft>
                <a:spcPts val="0"/>
              </a:spcAft>
              <a:buClr>
                <a:schemeClr val="accent5"/>
              </a:buClr>
              <a:buSzPts val="1400"/>
              <a:buNone/>
              <a:defRPr>
                <a:solidFill>
                  <a:schemeClr val="accent5"/>
                </a:solidFill>
              </a:defRPr>
            </a:lvl5pPr>
            <a:lvl6pPr lvl="5" algn="l">
              <a:lnSpc>
                <a:spcPct val="115000"/>
              </a:lnSpc>
              <a:spcBef>
                <a:spcPts val="1600"/>
              </a:spcBef>
              <a:spcAft>
                <a:spcPts val="0"/>
              </a:spcAft>
              <a:buClr>
                <a:schemeClr val="accent5"/>
              </a:buClr>
              <a:buSzPts val="1400"/>
              <a:buNone/>
              <a:defRPr>
                <a:solidFill>
                  <a:schemeClr val="accent5"/>
                </a:solidFill>
              </a:defRPr>
            </a:lvl6pPr>
            <a:lvl7pPr lvl="6" algn="l">
              <a:lnSpc>
                <a:spcPct val="115000"/>
              </a:lnSpc>
              <a:spcBef>
                <a:spcPts val="1600"/>
              </a:spcBef>
              <a:spcAft>
                <a:spcPts val="0"/>
              </a:spcAft>
              <a:buClr>
                <a:schemeClr val="accent5"/>
              </a:buClr>
              <a:buSzPts val="1400"/>
              <a:buNone/>
              <a:defRPr>
                <a:solidFill>
                  <a:schemeClr val="accent5"/>
                </a:solidFill>
              </a:defRPr>
            </a:lvl7pPr>
            <a:lvl8pPr lvl="7" algn="l">
              <a:lnSpc>
                <a:spcPct val="115000"/>
              </a:lnSpc>
              <a:spcBef>
                <a:spcPts val="1600"/>
              </a:spcBef>
              <a:spcAft>
                <a:spcPts val="0"/>
              </a:spcAft>
              <a:buClr>
                <a:schemeClr val="accent5"/>
              </a:buClr>
              <a:buSzPts val="1400"/>
              <a:buNone/>
              <a:defRPr>
                <a:solidFill>
                  <a:schemeClr val="accent5"/>
                </a:solidFill>
              </a:defRPr>
            </a:lvl8pPr>
            <a:lvl9pPr lvl="8" algn="l">
              <a:lnSpc>
                <a:spcPct val="115000"/>
              </a:lnSpc>
              <a:spcBef>
                <a:spcPts val="1600"/>
              </a:spcBef>
              <a:spcAft>
                <a:spcPts val="1600"/>
              </a:spcAft>
              <a:buClr>
                <a:schemeClr val="accent5"/>
              </a:buClr>
              <a:buSzPts val="1400"/>
              <a:buNone/>
              <a:defRPr>
                <a:solidFill>
                  <a:schemeClr val="accent5"/>
                </a:solidFill>
              </a:defRPr>
            </a:lvl9pPr>
          </a:lstStyle>
          <a:p/>
        </p:txBody>
      </p:sp>
      <p:sp>
        <p:nvSpPr>
          <p:cNvPr id="442" name="Google Shape;442;p117"/>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443" name="Google Shape;443;p117"/>
          <p:cNvGrpSpPr/>
          <p:nvPr/>
        </p:nvGrpSpPr>
        <p:grpSpPr>
          <a:xfrm rot="10308110">
            <a:off x="7685112" y="748596"/>
            <a:ext cx="1474011" cy="2698142"/>
            <a:chOff x="365696" y="228600"/>
            <a:chExt cx="1473983" cy="2698089"/>
          </a:xfrm>
        </p:grpSpPr>
        <p:grpSp>
          <p:nvGrpSpPr>
            <p:cNvPr id="444" name="Google Shape;444;p117"/>
            <p:cNvGrpSpPr/>
            <p:nvPr/>
          </p:nvGrpSpPr>
          <p:grpSpPr>
            <a:xfrm flipH="1" rot="-617154">
              <a:off x="575967" y="402323"/>
              <a:ext cx="1053440" cy="2450002"/>
              <a:chOff x="3817855" y="1437512"/>
              <a:chExt cx="541146" cy="1128254"/>
            </a:xfrm>
          </p:grpSpPr>
          <p:sp>
            <p:nvSpPr>
              <p:cNvPr id="445" name="Google Shape;445;p117"/>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117"/>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7" name="Google Shape;447;p117"/>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8" name="Google Shape;448;p117"/>
          <p:cNvGrpSpPr/>
          <p:nvPr/>
        </p:nvGrpSpPr>
        <p:grpSpPr>
          <a:xfrm rot="-2972274">
            <a:off x="491520" y="2811920"/>
            <a:ext cx="1474107" cy="2698319"/>
            <a:chOff x="365696" y="228600"/>
            <a:chExt cx="1473983" cy="2698089"/>
          </a:xfrm>
        </p:grpSpPr>
        <p:grpSp>
          <p:nvGrpSpPr>
            <p:cNvPr id="449" name="Google Shape;449;p117"/>
            <p:cNvGrpSpPr/>
            <p:nvPr/>
          </p:nvGrpSpPr>
          <p:grpSpPr>
            <a:xfrm flipH="1" rot="-617154">
              <a:off x="575967" y="402323"/>
              <a:ext cx="1053440" cy="2450002"/>
              <a:chOff x="3817855" y="1437512"/>
              <a:chExt cx="541146" cy="1128254"/>
            </a:xfrm>
          </p:grpSpPr>
          <p:sp>
            <p:nvSpPr>
              <p:cNvPr id="450" name="Google Shape;450;p117"/>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117"/>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2" name="Google Shape;452;p117"/>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453" name="Shape 453"/>
        <p:cNvGrpSpPr/>
        <p:nvPr/>
      </p:nvGrpSpPr>
      <p:grpSpPr>
        <a:xfrm>
          <a:off x="0" y="0"/>
          <a:ext cx="0" cy="0"/>
          <a:chOff x="0" y="0"/>
          <a:chExt cx="0" cy="0"/>
        </a:xfrm>
      </p:grpSpPr>
      <p:sp>
        <p:nvSpPr>
          <p:cNvPr id="454" name="Google Shape;454;p118"/>
          <p:cNvSpPr/>
          <p:nvPr/>
        </p:nvSpPr>
        <p:spPr>
          <a:xfrm flipH="1" rot="10800000">
            <a:off x="319050" y="283356"/>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118"/>
          <p:cNvSpPr/>
          <p:nvPr/>
        </p:nvSpPr>
        <p:spPr>
          <a:xfrm flipH="1" rot="10800000">
            <a:off x="7132742" y="3935018"/>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118"/>
          <p:cNvSpPr/>
          <p:nvPr/>
        </p:nvSpPr>
        <p:spPr>
          <a:xfrm flipH="1" rot="10800000">
            <a:off x="6426313" y="4205878"/>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118"/>
          <p:cNvSpPr/>
          <p:nvPr/>
        </p:nvSpPr>
        <p:spPr>
          <a:xfrm flipH="1" rot="10800000">
            <a:off x="743298" y="-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118"/>
          <p:cNvSpPr/>
          <p:nvPr/>
        </p:nvSpPr>
        <p:spPr>
          <a:xfrm flipH="1">
            <a:off x="-9513" y="406410"/>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p118"/>
          <p:cNvSpPr/>
          <p:nvPr/>
        </p:nvSpPr>
        <p:spPr>
          <a:xfrm flipH="1">
            <a:off x="-9513" y="1284033"/>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118"/>
          <p:cNvSpPr/>
          <p:nvPr/>
        </p:nvSpPr>
        <p:spPr>
          <a:xfrm flipH="1" rot="10800000">
            <a:off x="7972352" y="2627673"/>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1" name="Google Shape;461;p118"/>
          <p:cNvGrpSpPr/>
          <p:nvPr/>
        </p:nvGrpSpPr>
        <p:grpSpPr>
          <a:xfrm>
            <a:off x="4281415" y="75177"/>
            <a:ext cx="581170" cy="125403"/>
            <a:chOff x="4685288" y="186288"/>
            <a:chExt cx="419375" cy="90485"/>
          </a:xfrm>
        </p:grpSpPr>
        <p:sp>
          <p:nvSpPr>
            <p:cNvPr id="462" name="Google Shape;462;p118"/>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3" name="Google Shape;463;p118"/>
            <p:cNvGrpSpPr/>
            <p:nvPr/>
          </p:nvGrpSpPr>
          <p:grpSpPr>
            <a:xfrm>
              <a:off x="4685288" y="186300"/>
              <a:ext cx="419375" cy="90473"/>
              <a:chOff x="4390000" y="182175"/>
              <a:chExt cx="419375" cy="90473"/>
            </a:xfrm>
          </p:grpSpPr>
          <p:sp>
            <p:nvSpPr>
              <p:cNvPr id="464" name="Google Shape;464;p118"/>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118"/>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66" name="Google Shape;466;p118"/>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467" name="Google Shape;467;p118"/>
          <p:cNvGrpSpPr/>
          <p:nvPr/>
        </p:nvGrpSpPr>
        <p:grpSpPr>
          <a:xfrm flipH="1" rot="-338429">
            <a:off x="7684113" y="462658"/>
            <a:ext cx="1474192" cy="2698474"/>
            <a:chOff x="365696" y="228600"/>
            <a:chExt cx="1473983" cy="2698089"/>
          </a:xfrm>
        </p:grpSpPr>
        <p:grpSp>
          <p:nvGrpSpPr>
            <p:cNvPr id="468" name="Google Shape;468;p118"/>
            <p:cNvGrpSpPr/>
            <p:nvPr/>
          </p:nvGrpSpPr>
          <p:grpSpPr>
            <a:xfrm flipH="1" rot="-617154">
              <a:off x="575967" y="402323"/>
              <a:ext cx="1053440" cy="2450002"/>
              <a:chOff x="3817855" y="1437512"/>
              <a:chExt cx="541146" cy="1128254"/>
            </a:xfrm>
          </p:grpSpPr>
          <p:sp>
            <p:nvSpPr>
              <p:cNvPr id="469" name="Google Shape;469;p118"/>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118"/>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71" name="Google Shape;471;p118"/>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472" name="Shape 472"/>
        <p:cNvGrpSpPr/>
        <p:nvPr/>
      </p:nvGrpSpPr>
      <p:grpSpPr>
        <a:xfrm>
          <a:off x="0" y="0"/>
          <a:ext cx="0" cy="0"/>
          <a:chOff x="0" y="0"/>
          <a:chExt cx="0" cy="0"/>
        </a:xfrm>
      </p:grpSpPr>
      <p:grpSp>
        <p:nvGrpSpPr>
          <p:cNvPr id="473" name="Google Shape;473;p119"/>
          <p:cNvGrpSpPr/>
          <p:nvPr/>
        </p:nvGrpSpPr>
        <p:grpSpPr>
          <a:xfrm flipH="1">
            <a:off x="-24431" y="-29154"/>
            <a:ext cx="9177970" cy="5191717"/>
            <a:chOff x="-9546" y="-29154"/>
            <a:chExt cx="9177970" cy="5191717"/>
          </a:xfrm>
        </p:grpSpPr>
        <p:sp>
          <p:nvSpPr>
            <p:cNvPr id="474" name="Google Shape;474;p119"/>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119"/>
            <p:cNvSpPr/>
            <p:nvPr/>
          </p:nvSpPr>
          <p:spPr>
            <a:xfrm>
              <a:off x="7068464" y="-29154"/>
              <a:ext cx="1600279" cy="119956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119"/>
            <p:cNvSpPr/>
            <p:nvPr/>
          </p:nvSpPr>
          <p:spPr>
            <a:xfrm>
              <a:off x="6578703" y="-6"/>
              <a:ext cx="1250846"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119"/>
            <p:cNvSpPr/>
            <p:nvPr/>
          </p:nvSpPr>
          <p:spPr>
            <a:xfrm>
              <a:off x="743289" y="389782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119"/>
            <p:cNvSpPr/>
            <p:nvPr/>
          </p:nvSpPr>
          <p:spPr>
            <a:xfrm rot="10800000">
              <a:off x="-9546" y="3670090"/>
              <a:ext cx="1124791" cy="106700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119"/>
            <p:cNvSpPr/>
            <p:nvPr/>
          </p:nvSpPr>
          <p:spPr>
            <a:xfrm>
              <a:off x="7972342" y="12287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0" name="Google Shape;480;p119"/>
          <p:cNvGrpSpPr/>
          <p:nvPr/>
        </p:nvGrpSpPr>
        <p:grpSpPr>
          <a:xfrm>
            <a:off x="4281415" y="75177"/>
            <a:ext cx="581170" cy="125403"/>
            <a:chOff x="4685288" y="186288"/>
            <a:chExt cx="419375" cy="90485"/>
          </a:xfrm>
        </p:grpSpPr>
        <p:sp>
          <p:nvSpPr>
            <p:cNvPr id="481" name="Google Shape;481;p119"/>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2" name="Google Shape;482;p119"/>
            <p:cNvGrpSpPr/>
            <p:nvPr/>
          </p:nvGrpSpPr>
          <p:grpSpPr>
            <a:xfrm>
              <a:off x="4685288" y="186300"/>
              <a:ext cx="419375" cy="90473"/>
              <a:chOff x="4390000" y="182175"/>
              <a:chExt cx="419375" cy="90473"/>
            </a:xfrm>
          </p:grpSpPr>
          <p:sp>
            <p:nvSpPr>
              <p:cNvPr id="483" name="Google Shape;483;p119"/>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119"/>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85" name="Google Shape;485;p119"/>
          <p:cNvSpPr txBox="1"/>
          <p:nvPr>
            <p:ph idx="1" type="subTitle"/>
          </p:nvPr>
        </p:nvSpPr>
        <p:spPr>
          <a:xfrm>
            <a:off x="6169696" y="2166691"/>
            <a:ext cx="2263800" cy="446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486" name="Google Shape;486;p119"/>
          <p:cNvSpPr txBox="1"/>
          <p:nvPr>
            <p:ph idx="2" type="subTitle"/>
          </p:nvPr>
        </p:nvSpPr>
        <p:spPr>
          <a:xfrm>
            <a:off x="3845886" y="1860635"/>
            <a:ext cx="1452600" cy="25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Font typeface="Aldrich"/>
              <a:buNone/>
              <a:defRPr b="1">
                <a:latin typeface="Aldrich"/>
                <a:ea typeface="Aldrich"/>
                <a:cs typeface="Aldrich"/>
                <a:sym typeface="Aldrich"/>
              </a:defRPr>
            </a:lvl1pPr>
            <a:lvl2pPr lvl="1" algn="ctr">
              <a:lnSpc>
                <a:spcPct val="100000"/>
              </a:lnSpc>
              <a:spcBef>
                <a:spcPts val="0"/>
              </a:spcBef>
              <a:spcAft>
                <a:spcPts val="0"/>
              </a:spcAft>
              <a:buSzPts val="1600"/>
              <a:buFont typeface="Aldrich"/>
              <a:buNone/>
              <a:defRPr sz="1600">
                <a:latin typeface="Aldrich"/>
                <a:ea typeface="Aldrich"/>
                <a:cs typeface="Aldrich"/>
                <a:sym typeface="Aldrich"/>
              </a:defRPr>
            </a:lvl2pPr>
            <a:lvl3pPr lvl="2" algn="ctr">
              <a:lnSpc>
                <a:spcPct val="100000"/>
              </a:lnSpc>
              <a:spcBef>
                <a:spcPts val="0"/>
              </a:spcBef>
              <a:spcAft>
                <a:spcPts val="0"/>
              </a:spcAft>
              <a:buSzPts val="1600"/>
              <a:buFont typeface="Aldrich"/>
              <a:buNone/>
              <a:defRPr sz="1600">
                <a:latin typeface="Aldrich"/>
                <a:ea typeface="Aldrich"/>
                <a:cs typeface="Aldrich"/>
                <a:sym typeface="Aldrich"/>
              </a:defRPr>
            </a:lvl3pPr>
            <a:lvl4pPr lvl="3" algn="ctr">
              <a:lnSpc>
                <a:spcPct val="100000"/>
              </a:lnSpc>
              <a:spcBef>
                <a:spcPts val="0"/>
              </a:spcBef>
              <a:spcAft>
                <a:spcPts val="0"/>
              </a:spcAft>
              <a:buSzPts val="1600"/>
              <a:buFont typeface="Aldrich"/>
              <a:buNone/>
              <a:defRPr sz="1600">
                <a:latin typeface="Aldrich"/>
                <a:ea typeface="Aldrich"/>
                <a:cs typeface="Aldrich"/>
                <a:sym typeface="Aldrich"/>
              </a:defRPr>
            </a:lvl4pPr>
            <a:lvl5pPr lvl="4" algn="ctr">
              <a:lnSpc>
                <a:spcPct val="100000"/>
              </a:lnSpc>
              <a:spcBef>
                <a:spcPts val="0"/>
              </a:spcBef>
              <a:spcAft>
                <a:spcPts val="0"/>
              </a:spcAft>
              <a:buSzPts val="1600"/>
              <a:buFont typeface="Aldrich"/>
              <a:buNone/>
              <a:defRPr sz="1600">
                <a:latin typeface="Aldrich"/>
                <a:ea typeface="Aldrich"/>
                <a:cs typeface="Aldrich"/>
                <a:sym typeface="Aldrich"/>
              </a:defRPr>
            </a:lvl5pPr>
            <a:lvl6pPr lvl="5" algn="ctr">
              <a:lnSpc>
                <a:spcPct val="100000"/>
              </a:lnSpc>
              <a:spcBef>
                <a:spcPts val="0"/>
              </a:spcBef>
              <a:spcAft>
                <a:spcPts val="0"/>
              </a:spcAft>
              <a:buSzPts val="1600"/>
              <a:buFont typeface="Aldrich"/>
              <a:buNone/>
              <a:defRPr sz="1600">
                <a:latin typeface="Aldrich"/>
                <a:ea typeface="Aldrich"/>
                <a:cs typeface="Aldrich"/>
                <a:sym typeface="Aldrich"/>
              </a:defRPr>
            </a:lvl6pPr>
            <a:lvl7pPr lvl="6" algn="ctr">
              <a:lnSpc>
                <a:spcPct val="100000"/>
              </a:lnSpc>
              <a:spcBef>
                <a:spcPts val="0"/>
              </a:spcBef>
              <a:spcAft>
                <a:spcPts val="0"/>
              </a:spcAft>
              <a:buSzPts val="1600"/>
              <a:buFont typeface="Aldrich"/>
              <a:buNone/>
              <a:defRPr sz="1600">
                <a:latin typeface="Aldrich"/>
                <a:ea typeface="Aldrich"/>
                <a:cs typeface="Aldrich"/>
                <a:sym typeface="Aldrich"/>
              </a:defRPr>
            </a:lvl7pPr>
            <a:lvl8pPr lvl="7" algn="ctr">
              <a:lnSpc>
                <a:spcPct val="100000"/>
              </a:lnSpc>
              <a:spcBef>
                <a:spcPts val="0"/>
              </a:spcBef>
              <a:spcAft>
                <a:spcPts val="0"/>
              </a:spcAft>
              <a:buSzPts val="1600"/>
              <a:buFont typeface="Aldrich"/>
              <a:buNone/>
              <a:defRPr sz="1600">
                <a:latin typeface="Aldrich"/>
                <a:ea typeface="Aldrich"/>
                <a:cs typeface="Aldrich"/>
                <a:sym typeface="Aldrich"/>
              </a:defRPr>
            </a:lvl8pPr>
            <a:lvl9pPr lvl="8"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487" name="Google Shape;487;p119"/>
          <p:cNvSpPr txBox="1"/>
          <p:nvPr>
            <p:ph idx="3" type="subTitle"/>
          </p:nvPr>
        </p:nvSpPr>
        <p:spPr>
          <a:xfrm>
            <a:off x="3438336" y="2165641"/>
            <a:ext cx="2267700" cy="4482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488" name="Google Shape;488;p119"/>
          <p:cNvSpPr txBox="1"/>
          <p:nvPr>
            <p:ph idx="4" type="subTitle"/>
          </p:nvPr>
        </p:nvSpPr>
        <p:spPr>
          <a:xfrm>
            <a:off x="1116125" y="1858985"/>
            <a:ext cx="1452600" cy="255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Font typeface="Aldrich"/>
              <a:buNone/>
              <a:defRPr b="1">
                <a:latin typeface="Aldrich"/>
                <a:ea typeface="Aldrich"/>
                <a:cs typeface="Aldrich"/>
                <a:sym typeface="Aldrich"/>
              </a:defRPr>
            </a:lvl1pPr>
            <a:lvl2pPr lvl="1" algn="ctr">
              <a:lnSpc>
                <a:spcPct val="100000"/>
              </a:lnSpc>
              <a:spcBef>
                <a:spcPts val="0"/>
              </a:spcBef>
              <a:spcAft>
                <a:spcPts val="0"/>
              </a:spcAft>
              <a:buSzPts val="1600"/>
              <a:buFont typeface="Aldrich"/>
              <a:buNone/>
              <a:defRPr sz="1600">
                <a:latin typeface="Aldrich"/>
                <a:ea typeface="Aldrich"/>
                <a:cs typeface="Aldrich"/>
                <a:sym typeface="Aldrich"/>
              </a:defRPr>
            </a:lvl2pPr>
            <a:lvl3pPr lvl="2" algn="ctr">
              <a:lnSpc>
                <a:spcPct val="100000"/>
              </a:lnSpc>
              <a:spcBef>
                <a:spcPts val="0"/>
              </a:spcBef>
              <a:spcAft>
                <a:spcPts val="0"/>
              </a:spcAft>
              <a:buSzPts val="1600"/>
              <a:buFont typeface="Aldrich"/>
              <a:buNone/>
              <a:defRPr sz="1600">
                <a:latin typeface="Aldrich"/>
                <a:ea typeface="Aldrich"/>
                <a:cs typeface="Aldrich"/>
                <a:sym typeface="Aldrich"/>
              </a:defRPr>
            </a:lvl3pPr>
            <a:lvl4pPr lvl="3" algn="ctr">
              <a:lnSpc>
                <a:spcPct val="100000"/>
              </a:lnSpc>
              <a:spcBef>
                <a:spcPts val="0"/>
              </a:spcBef>
              <a:spcAft>
                <a:spcPts val="0"/>
              </a:spcAft>
              <a:buSzPts val="1600"/>
              <a:buFont typeface="Aldrich"/>
              <a:buNone/>
              <a:defRPr sz="1600">
                <a:latin typeface="Aldrich"/>
                <a:ea typeface="Aldrich"/>
                <a:cs typeface="Aldrich"/>
                <a:sym typeface="Aldrich"/>
              </a:defRPr>
            </a:lvl4pPr>
            <a:lvl5pPr lvl="4" algn="ctr">
              <a:lnSpc>
                <a:spcPct val="100000"/>
              </a:lnSpc>
              <a:spcBef>
                <a:spcPts val="0"/>
              </a:spcBef>
              <a:spcAft>
                <a:spcPts val="0"/>
              </a:spcAft>
              <a:buSzPts val="1600"/>
              <a:buFont typeface="Aldrich"/>
              <a:buNone/>
              <a:defRPr sz="1600">
                <a:latin typeface="Aldrich"/>
                <a:ea typeface="Aldrich"/>
                <a:cs typeface="Aldrich"/>
                <a:sym typeface="Aldrich"/>
              </a:defRPr>
            </a:lvl5pPr>
            <a:lvl6pPr lvl="5" algn="ctr">
              <a:lnSpc>
                <a:spcPct val="100000"/>
              </a:lnSpc>
              <a:spcBef>
                <a:spcPts val="0"/>
              </a:spcBef>
              <a:spcAft>
                <a:spcPts val="0"/>
              </a:spcAft>
              <a:buSzPts val="1600"/>
              <a:buFont typeface="Aldrich"/>
              <a:buNone/>
              <a:defRPr sz="1600">
                <a:latin typeface="Aldrich"/>
                <a:ea typeface="Aldrich"/>
                <a:cs typeface="Aldrich"/>
                <a:sym typeface="Aldrich"/>
              </a:defRPr>
            </a:lvl6pPr>
            <a:lvl7pPr lvl="6" algn="ctr">
              <a:lnSpc>
                <a:spcPct val="100000"/>
              </a:lnSpc>
              <a:spcBef>
                <a:spcPts val="0"/>
              </a:spcBef>
              <a:spcAft>
                <a:spcPts val="0"/>
              </a:spcAft>
              <a:buSzPts val="1600"/>
              <a:buFont typeface="Aldrich"/>
              <a:buNone/>
              <a:defRPr sz="1600">
                <a:latin typeface="Aldrich"/>
                <a:ea typeface="Aldrich"/>
                <a:cs typeface="Aldrich"/>
                <a:sym typeface="Aldrich"/>
              </a:defRPr>
            </a:lvl7pPr>
            <a:lvl8pPr lvl="7" algn="ctr">
              <a:lnSpc>
                <a:spcPct val="100000"/>
              </a:lnSpc>
              <a:spcBef>
                <a:spcPts val="0"/>
              </a:spcBef>
              <a:spcAft>
                <a:spcPts val="0"/>
              </a:spcAft>
              <a:buSzPts val="1600"/>
              <a:buFont typeface="Aldrich"/>
              <a:buNone/>
              <a:defRPr sz="1600">
                <a:latin typeface="Aldrich"/>
                <a:ea typeface="Aldrich"/>
                <a:cs typeface="Aldrich"/>
                <a:sym typeface="Aldrich"/>
              </a:defRPr>
            </a:lvl8pPr>
            <a:lvl9pPr lvl="8"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489" name="Google Shape;489;p119"/>
          <p:cNvSpPr txBox="1"/>
          <p:nvPr>
            <p:ph idx="5" type="subTitle"/>
          </p:nvPr>
        </p:nvSpPr>
        <p:spPr>
          <a:xfrm>
            <a:off x="710525" y="2166691"/>
            <a:ext cx="2263800" cy="446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490" name="Google Shape;490;p119"/>
          <p:cNvSpPr txBox="1"/>
          <p:nvPr>
            <p:ph idx="6" type="subTitle"/>
          </p:nvPr>
        </p:nvSpPr>
        <p:spPr>
          <a:xfrm>
            <a:off x="6575296" y="1860635"/>
            <a:ext cx="1452600" cy="25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Font typeface="Aldrich"/>
              <a:buNone/>
              <a:defRPr b="1">
                <a:latin typeface="Aldrich"/>
                <a:ea typeface="Aldrich"/>
                <a:cs typeface="Aldrich"/>
                <a:sym typeface="Aldrich"/>
              </a:defRPr>
            </a:lvl1pPr>
            <a:lvl2pPr lvl="1" algn="ctr">
              <a:lnSpc>
                <a:spcPct val="100000"/>
              </a:lnSpc>
              <a:spcBef>
                <a:spcPts val="0"/>
              </a:spcBef>
              <a:spcAft>
                <a:spcPts val="0"/>
              </a:spcAft>
              <a:buSzPts val="1600"/>
              <a:buFont typeface="Aldrich"/>
              <a:buNone/>
              <a:defRPr sz="1600">
                <a:latin typeface="Aldrich"/>
                <a:ea typeface="Aldrich"/>
                <a:cs typeface="Aldrich"/>
                <a:sym typeface="Aldrich"/>
              </a:defRPr>
            </a:lvl2pPr>
            <a:lvl3pPr lvl="2" algn="ctr">
              <a:lnSpc>
                <a:spcPct val="100000"/>
              </a:lnSpc>
              <a:spcBef>
                <a:spcPts val="0"/>
              </a:spcBef>
              <a:spcAft>
                <a:spcPts val="0"/>
              </a:spcAft>
              <a:buSzPts val="1600"/>
              <a:buFont typeface="Aldrich"/>
              <a:buNone/>
              <a:defRPr sz="1600">
                <a:latin typeface="Aldrich"/>
                <a:ea typeface="Aldrich"/>
                <a:cs typeface="Aldrich"/>
                <a:sym typeface="Aldrich"/>
              </a:defRPr>
            </a:lvl3pPr>
            <a:lvl4pPr lvl="3" algn="ctr">
              <a:lnSpc>
                <a:spcPct val="100000"/>
              </a:lnSpc>
              <a:spcBef>
                <a:spcPts val="0"/>
              </a:spcBef>
              <a:spcAft>
                <a:spcPts val="0"/>
              </a:spcAft>
              <a:buSzPts val="1600"/>
              <a:buFont typeface="Aldrich"/>
              <a:buNone/>
              <a:defRPr sz="1600">
                <a:latin typeface="Aldrich"/>
                <a:ea typeface="Aldrich"/>
                <a:cs typeface="Aldrich"/>
                <a:sym typeface="Aldrich"/>
              </a:defRPr>
            </a:lvl4pPr>
            <a:lvl5pPr lvl="4" algn="ctr">
              <a:lnSpc>
                <a:spcPct val="100000"/>
              </a:lnSpc>
              <a:spcBef>
                <a:spcPts val="0"/>
              </a:spcBef>
              <a:spcAft>
                <a:spcPts val="0"/>
              </a:spcAft>
              <a:buSzPts val="1600"/>
              <a:buFont typeface="Aldrich"/>
              <a:buNone/>
              <a:defRPr sz="1600">
                <a:latin typeface="Aldrich"/>
                <a:ea typeface="Aldrich"/>
                <a:cs typeface="Aldrich"/>
                <a:sym typeface="Aldrich"/>
              </a:defRPr>
            </a:lvl5pPr>
            <a:lvl6pPr lvl="5" algn="ctr">
              <a:lnSpc>
                <a:spcPct val="100000"/>
              </a:lnSpc>
              <a:spcBef>
                <a:spcPts val="0"/>
              </a:spcBef>
              <a:spcAft>
                <a:spcPts val="0"/>
              </a:spcAft>
              <a:buSzPts val="1600"/>
              <a:buFont typeface="Aldrich"/>
              <a:buNone/>
              <a:defRPr sz="1600">
                <a:latin typeface="Aldrich"/>
                <a:ea typeface="Aldrich"/>
                <a:cs typeface="Aldrich"/>
                <a:sym typeface="Aldrich"/>
              </a:defRPr>
            </a:lvl6pPr>
            <a:lvl7pPr lvl="6" algn="ctr">
              <a:lnSpc>
                <a:spcPct val="100000"/>
              </a:lnSpc>
              <a:spcBef>
                <a:spcPts val="0"/>
              </a:spcBef>
              <a:spcAft>
                <a:spcPts val="0"/>
              </a:spcAft>
              <a:buSzPts val="1600"/>
              <a:buFont typeface="Aldrich"/>
              <a:buNone/>
              <a:defRPr sz="1600">
                <a:latin typeface="Aldrich"/>
                <a:ea typeface="Aldrich"/>
                <a:cs typeface="Aldrich"/>
                <a:sym typeface="Aldrich"/>
              </a:defRPr>
            </a:lvl7pPr>
            <a:lvl8pPr lvl="7" algn="ctr">
              <a:lnSpc>
                <a:spcPct val="100000"/>
              </a:lnSpc>
              <a:spcBef>
                <a:spcPts val="0"/>
              </a:spcBef>
              <a:spcAft>
                <a:spcPts val="0"/>
              </a:spcAft>
              <a:buSzPts val="1600"/>
              <a:buFont typeface="Aldrich"/>
              <a:buNone/>
              <a:defRPr sz="1600">
                <a:latin typeface="Aldrich"/>
                <a:ea typeface="Aldrich"/>
                <a:cs typeface="Aldrich"/>
                <a:sym typeface="Aldrich"/>
              </a:defRPr>
            </a:lvl8pPr>
            <a:lvl9pPr lvl="8"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491" name="Google Shape;491;p119"/>
          <p:cNvSpPr txBox="1"/>
          <p:nvPr>
            <p:ph idx="7" type="subTitle"/>
          </p:nvPr>
        </p:nvSpPr>
        <p:spPr>
          <a:xfrm>
            <a:off x="6169696" y="3896075"/>
            <a:ext cx="2263800" cy="446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492" name="Google Shape;492;p119"/>
          <p:cNvSpPr txBox="1"/>
          <p:nvPr>
            <p:ph idx="8" type="subTitle"/>
          </p:nvPr>
        </p:nvSpPr>
        <p:spPr>
          <a:xfrm>
            <a:off x="3440110" y="3896075"/>
            <a:ext cx="2263800" cy="446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493" name="Google Shape;493;p119"/>
          <p:cNvSpPr txBox="1"/>
          <p:nvPr>
            <p:ph idx="9" type="subTitle"/>
          </p:nvPr>
        </p:nvSpPr>
        <p:spPr>
          <a:xfrm>
            <a:off x="710525" y="3896075"/>
            <a:ext cx="2263800" cy="446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494" name="Google Shape;494;p119"/>
          <p:cNvSpPr txBox="1"/>
          <p:nvPr>
            <p:ph idx="13" type="subTitle"/>
          </p:nvPr>
        </p:nvSpPr>
        <p:spPr>
          <a:xfrm>
            <a:off x="3845886" y="3589521"/>
            <a:ext cx="1452600" cy="25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Font typeface="Aldrich"/>
              <a:buNone/>
              <a:defRPr b="1">
                <a:latin typeface="Aldrich"/>
                <a:ea typeface="Aldrich"/>
                <a:cs typeface="Aldrich"/>
                <a:sym typeface="Aldrich"/>
              </a:defRPr>
            </a:lvl1pPr>
            <a:lvl2pPr lvl="1" algn="ctr">
              <a:lnSpc>
                <a:spcPct val="100000"/>
              </a:lnSpc>
              <a:spcBef>
                <a:spcPts val="0"/>
              </a:spcBef>
              <a:spcAft>
                <a:spcPts val="0"/>
              </a:spcAft>
              <a:buSzPts val="1600"/>
              <a:buFont typeface="Aldrich"/>
              <a:buNone/>
              <a:defRPr sz="1600">
                <a:latin typeface="Aldrich"/>
                <a:ea typeface="Aldrich"/>
                <a:cs typeface="Aldrich"/>
                <a:sym typeface="Aldrich"/>
              </a:defRPr>
            </a:lvl2pPr>
            <a:lvl3pPr lvl="2" algn="ctr">
              <a:lnSpc>
                <a:spcPct val="100000"/>
              </a:lnSpc>
              <a:spcBef>
                <a:spcPts val="0"/>
              </a:spcBef>
              <a:spcAft>
                <a:spcPts val="0"/>
              </a:spcAft>
              <a:buSzPts val="1600"/>
              <a:buFont typeface="Aldrich"/>
              <a:buNone/>
              <a:defRPr sz="1600">
                <a:latin typeface="Aldrich"/>
                <a:ea typeface="Aldrich"/>
                <a:cs typeface="Aldrich"/>
                <a:sym typeface="Aldrich"/>
              </a:defRPr>
            </a:lvl3pPr>
            <a:lvl4pPr lvl="3" algn="ctr">
              <a:lnSpc>
                <a:spcPct val="100000"/>
              </a:lnSpc>
              <a:spcBef>
                <a:spcPts val="0"/>
              </a:spcBef>
              <a:spcAft>
                <a:spcPts val="0"/>
              </a:spcAft>
              <a:buSzPts val="1600"/>
              <a:buFont typeface="Aldrich"/>
              <a:buNone/>
              <a:defRPr sz="1600">
                <a:latin typeface="Aldrich"/>
                <a:ea typeface="Aldrich"/>
                <a:cs typeface="Aldrich"/>
                <a:sym typeface="Aldrich"/>
              </a:defRPr>
            </a:lvl4pPr>
            <a:lvl5pPr lvl="4" algn="ctr">
              <a:lnSpc>
                <a:spcPct val="100000"/>
              </a:lnSpc>
              <a:spcBef>
                <a:spcPts val="0"/>
              </a:spcBef>
              <a:spcAft>
                <a:spcPts val="0"/>
              </a:spcAft>
              <a:buSzPts val="1600"/>
              <a:buFont typeface="Aldrich"/>
              <a:buNone/>
              <a:defRPr sz="1600">
                <a:latin typeface="Aldrich"/>
                <a:ea typeface="Aldrich"/>
                <a:cs typeface="Aldrich"/>
                <a:sym typeface="Aldrich"/>
              </a:defRPr>
            </a:lvl5pPr>
            <a:lvl6pPr lvl="5" algn="ctr">
              <a:lnSpc>
                <a:spcPct val="100000"/>
              </a:lnSpc>
              <a:spcBef>
                <a:spcPts val="0"/>
              </a:spcBef>
              <a:spcAft>
                <a:spcPts val="0"/>
              </a:spcAft>
              <a:buSzPts val="1600"/>
              <a:buFont typeface="Aldrich"/>
              <a:buNone/>
              <a:defRPr sz="1600">
                <a:latin typeface="Aldrich"/>
                <a:ea typeface="Aldrich"/>
                <a:cs typeface="Aldrich"/>
                <a:sym typeface="Aldrich"/>
              </a:defRPr>
            </a:lvl6pPr>
            <a:lvl7pPr lvl="6" algn="ctr">
              <a:lnSpc>
                <a:spcPct val="100000"/>
              </a:lnSpc>
              <a:spcBef>
                <a:spcPts val="0"/>
              </a:spcBef>
              <a:spcAft>
                <a:spcPts val="0"/>
              </a:spcAft>
              <a:buSzPts val="1600"/>
              <a:buFont typeface="Aldrich"/>
              <a:buNone/>
              <a:defRPr sz="1600">
                <a:latin typeface="Aldrich"/>
                <a:ea typeface="Aldrich"/>
                <a:cs typeface="Aldrich"/>
                <a:sym typeface="Aldrich"/>
              </a:defRPr>
            </a:lvl7pPr>
            <a:lvl8pPr lvl="7" algn="ctr">
              <a:lnSpc>
                <a:spcPct val="100000"/>
              </a:lnSpc>
              <a:spcBef>
                <a:spcPts val="0"/>
              </a:spcBef>
              <a:spcAft>
                <a:spcPts val="0"/>
              </a:spcAft>
              <a:buSzPts val="1600"/>
              <a:buFont typeface="Aldrich"/>
              <a:buNone/>
              <a:defRPr sz="1600">
                <a:latin typeface="Aldrich"/>
                <a:ea typeface="Aldrich"/>
                <a:cs typeface="Aldrich"/>
                <a:sym typeface="Aldrich"/>
              </a:defRPr>
            </a:lvl8pPr>
            <a:lvl9pPr lvl="8"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495" name="Google Shape;495;p119"/>
          <p:cNvSpPr txBox="1"/>
          <p:nvPr>
            <p:ph idx="14" type="subTitle"/>
          </p:nvPr>
        </p:nvSpPr>
        <p:spPr>
          <a:xfrm>
            <a:off x="1116125" y="3589521"/>
            <a:ext cx="1452600" cy="25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Font typeface="Aldrich"/>
              <a:buNone/>
              <a:defRPr b="1">
                <a:latin typeface="Aldrich"/>
                <a:ea typeface="Aldrich"/>
                <a:cs typeface="Aldrich"/>
                <a:sym typeface="Aldrich"/>
              </a:defRPr>
            </a:lvl1pPr>
            <a:lvl2pPr lvl="1" algn="ctr">
              <a:lnSpc>
                <a:spcPct val="100000"/>
              </a:lnSpc>
              <a:spcBef>
                <a:spcPts val="0"/>
              </a:spcBef>
              <a:spcAft>
                <a:spcPts val="0"/>
              </a:spcAft>
              <a:buSzPts val="1600"/>
              <a:buFont typeface="Aldrich"/>
              <a:buNone/>
              <a:defRPr sz="1600">
                <a:latin typeface="Aldrich"/>
                <a:ea typeface="Aldrich"/>
                <a:cs typeface="Aldrich"/>
                <a:sym typeface="Aldrich"/>
              </a:defRPr>
            </a:lvl2pPr>
            <a:lvl3pPr lvl="2" algn="ctr">
              <a:lnSpc>
                <a:spcPct val="100000"/>
              </a:lnSpc>
              <a:spcBef>
                <a:spcPts val="0"/>
              </a:spcBef>
              <a:spcAft>
                <a:spcPts val="0"/>
              </a:spcAft>
              <a:buSzPts val="1600"/>
              <a:buFont typeface="Aldrich"/>
              <a:buNone/>
              <a:defRPr sz="1600">
                <a:latin typeface="Aldrich"/>
                <a:ea typeface="Aldrich"/>
                <a:cs typeface="Aldrich"/>
                <a:sym typeface="Aldrich"/>
              </a:defRPr>
            </a:lvl3pPr>
            <a:lvl4pPr lvl="3" algn="ctr">
              <a:lnSpc>
                <a:spcPct val="100000"/>
              </a:lnSpc>
              <a:spcBef>
                <a:spcPts val="0"/>
              </a:spcBef>
              <a:spcAft>
                <a:spcPts val="0"/>
              </a:spcAft>
              <a:buSzPts val="1600"/>
              <a:buFont typeface="Aldrich"/>
              <a:buNone/>
              <a:defRPr sz="1600">
                <a:latin typeface="Aldrich"/>
                <a:ea typeface="Aldrich"/>
                <a:cs typeface="Aldrich"/>
                <a:sym typeface="Aldrich"/>
              </a:defRPr>
            </a:lvl4pPr>
            <a:lvl5pPr lvl="4" algn="ctr">
              <a:lnSpc>
                <a:spcPct val="100000"/>
              </a:lnSpc>
              <a:spcBef>
                <a:spcPts val="0"/>
              </a:spcBef>
              <a:spcAft>
                <a:spcPts val="0"/>
              </a:spcAft>
              <a:buSzPts val="1600"/>
              <a:buFont typeface="Aldrich"/>
              <a:buNone/>
              <a:defRPr sz="1600">
                <a:latin typeface="Aldrich"/>
                <a:ea typeface="Aldrich"/>
                <a:cs typeface="Aldrich"/>
                <a:sym typeface="Aldrich"/>
              </a:defRPr>
            </a:lvl5pPr>
            <a:lvl6pPr lvl="5" algn="ctr">
              <a:lnSpc>
                <a:spcPct val="100000"/>
              </a:lnSpc>
              <a:spcBef>
                <a:spcPts val="0"/>
              </a:spcBef>
              <a:spcAft>
                <a:spcPts val="0"/>
              </a:spcAft>
              <a:buSzPts val="1600"/>
              <a:buFont typeface="Aldrich"/>
              <a:buNone/>
              <a:defRPr sz="1600">
                <a:latin typeface="Aldrich"/>
                <a:ea typeface="Aldrich"/>
                <a:cs typeface="Aldrich"/>
                <a:sym typeface="Aldrich"/>
              </a:defRPr>
            </a:lvl6pPr>
            <a:lvl7pPr lvl="6" algn="ctr">
              <a:lnSpc>
                <a:spcPct val="100000"/>
              </a:lnSpc>
              <a:spcBef>
                <a:spcPts val="0"/>
              </a:spcBef>
              <a:spcAft>
                <a:spcPts val="0"/>
              </a:spcAft>
              <a:buSzPts val="1600"/>
              <a:buFont typeface="Aldrich"/>
              <a:buNone/>
              <a:defRPr sz="1600">
                <a:latin typeface="Aldrich"/>
                <a:ea typeface="Aldrich"/>
                <a:cs typeface="Aldrich"/>
                <a:sym typeface="Aldrich"/>
              </a:defRPr>
            </a:lvl7pPr>
            <a:lvl8pPr lvl="7" algn="ctr">
              <a:lnSpc>
                <a:spcPct val="100000"/>
              </a:lnSpc>
              <a:spcBef>
                <a:spcPts val="0"/>
              </a:spcBef>
              <a:spcAft>
                <a:spcPts val="0"/>
              </a:spcAft>
              <a:buSzPts val="1600"/>
              <a:buFont typeface="Aldrich"/>
              <a:buNone/>
              <a:defRPr sz="1600">
                <a:latin typeface="Aldrich"/>
                <a:ea typeface="Aldrich"/>
                <a:cs typeface="Aldrich"/>
                <a:sym typeface="Aldrich"/>
              </a:defRPr>
            </a:lvl8pPr>
            <a:lvl9pPr lvl="8"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496" name="Google Shape;496;p119"/>
          <p:cNvSpPr txBox="1"/>
          <p:nvPr>
            <p:ph idx="15" type="subTitle"/>
          </p:nvPr>
        </p:nvSpPr>
        <p:spPr>
          <a:xfrm>
            <a:off x="6575296" y="3589521"/>
            <a:ext cx="1452600" cy="25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Font typeface="Aldrich"/>
              <a:buNone/>
              <a:defRPr b="1">
                <a:latin typeface="Aldrich"/>
                <a:ea typeface="Aldrich"/>
                <a:cs typeface="Aldrich"/>
                <a:sym typeface="Aldrich"/>
              </a:defRPr>
            </a:lvl1pPr>
            <a:lvl2pPr lvl="1" algn="ctr">
              <a:lnSpc>
                <a:spcPct val="100000"/>
              </a:lnSpc>
              <a:spcBef>
                <a:spcPts val="0"/>
              </a:spcBef>
              <a:spcAft>
                <a:spcPts val="0"/>
              </a:spcAft>
              <a:buSzPts val="1600"/>
              <a:buFont typeface="Aldrich"/>
              <a:buNone/>
              <a:defRPr sz="1600">
                <a:latin typeface="Aldrich"/>
                <a:ea typeface="Aldrich"/>
                <a:cs typeface="Aldrich"/>
                <a:sym typeface="Aldrich"/>
              </a:defRPr>
            </a:lvl2pPr>
            <a:lvl3pPr lvl="2" algn="ctr">
              <a:lnSpc>
                <a:spcPct val="100000"/>
              </a:lnSpc>
              <a:spcBef>
                <a:spcPts val="0"/>
              </a:spcBef>
              <a:spcAft>
                <a:spcPts val="0"/>
              </a:spcAft>
              <a:buSzPts val="1600"/>
              <a:buFont typeface="Aldrich"/>
              <a:buNone/>
              <a:defRPr sz="1600">
                <a:latin typeface="Aldrich"/>
                <a:ea typeface="Aldrich"/>
                <a:cs typeface="Aldrich"/>
                <a:sym typeface="Aldrich"/>
              </a:defRPr>
            </a:lvl3pPr>
            <a:lvl4pPr lvl="3" algn="ctr">
              <a:lnSpc>
                <a:spcPct val="100000"/>
              </a:lnSpc>
              <a:spcBef>
                <a:spcPts val="0"/>
              </a:spcBef>
              <a:spcAft>
                <a:spcPts val="0"/>
              </a:spcAft>
              <a:buSzPts val="1600"/>
              <a:buFont typeface="Aldrich"/>
              <a:buNone/>
              <a:defRPr sz="1600">
                <a:latin typeface="Aldrich"/>
                <a:ea typeface="Aldrich"/>
                <a:cs typeface="Aldrich"/>
                <a:sym typeface="Aldrich"/>
              </a:defRPr>
            </a:lvl4pPr>
            <a:lvl5pPr lvl="4" algn="ctr">
              <a:lnSpc>
                <a:spcPct val="100000"/>
              </a:lnSpc>
              <a:spcBef>
                <a:spcPts val="0"/>
              </a:spcBef>
              <a:spcAft>
                <a:spcPts val="0"/>
              </a:spcAft>
              <a:buSzPts val="1600"/>
              <a:buFont typeface="Aldrich"/>
              <a:buNone/>
              <a:defRPr sz="1600">
                <a:latin typeface="Aldrich"/>
                <a:ea typeface="Aldrich"/>
                <a:cs typeface="Aldrich"/>
                <a:sym typeface="Aldrich"/>
              </a:defRPr>
            </a:lvl5pPr>
            <a:lvl6pPr lvl="5" algn="ctr">
              <a:lnSpc>
                <a:spcPct val="100000"/>
              </a:lnSpc>
              <a:spcBef>
                <a:spcPts val="0"/>
              </a:spcBef>
              <a:spcAft>
                <a:spcPts val="0"/>
              </a:spcAft>
              <a:buSzPts val="1600"/>
              <a:buFont typeface="Aldrich"/>
              <a:buNone/>
              <a:defRPr sz="1600">
                <a:latin typeface="Aldrich"/>
                <a:ea typeface="Aldrich"/>
                <a:cs typeface="Aldrich"/>
                <a:sym typeface="Aldrich"/>
              </a:defRPr>
            </a:lvl6pPr>
            <a:lvl7pPr lvl="6" algn="ctr">
              <a:lnSpc>
                <a:spcPct val="100000"/>
              </a:lnSpc>
              <a:spcBef>
                <a:spcPts val="0"/>
              </a:spcBef>
              <a:spcAft>
                <a:spcPts val="0"/>
              </a:spcAft>
              <a:buSzPts val="1600"/>
              <a:buFont typeface="Aldrich"/>
              <a:buNone/>
              <a:defRPr sz="1600">
                <a:latin typeface="Aldrich"/>
                <a:ea typeface="Aldrich"/>
                <a:cs typeface="Aldrich"/>
                <a:sym typeface="Aldrich"/>
              </a:defRPr>
            </a:lvl7pPr>
            <a:lvl8pPr lvl="7" algn="ctr">
              <a:lnSpc>
                <a:spcPct val="100000"/>
              </a:lnSpc>
              <a:spcBef>
                <a:spcPts val="0"/>
              </a:spcBef>
              <a:spcAft>
                <a:spcPts val="0"/>
              </a:spcAft>
              <a:buSzPts val="1600"/>
              <a:buFont typeface="Aldrich"/>
              <a:buNone/>
              <a:defRPr sz="1600">
                <a:latin typeface="Aldrich"/>
                <a:ea typeface="Aldrich"/>
                <a:cs typeface="Aldrich"/>
                <a:sym typeface="Aldrich"/>
              </a:defRPr>
            </a:lvl8pPr>
            <a:lvl9pPr lvl="8" algn="ctr">
              <a:lnSpc>
                <a:spcPct val="100000"/>
              </a:lnSpc>
              <a:spcBef>
                <a:spcPts val="0"/>
              </a:spcBef>
              <a:spcAft>
                <a:spcPts val="0"/>
              </a:spcAft>
              <a:buSzPts val="1600"/>
              <a:buFont typeface="Aldrich"/>
              <a:buNone/>
              <a:defRPr sz="1600">
                <a:latin typeface="Aldrich"/>
                <a:ea typeface="Aldrich"/>
                <a:cs typeface="Aldrich"/>
                <a:sym typeface="Aldrich"/>
              </a:defRPr>
            </a:lvl9pPr>
          </a:lstStyle>
          <a:p/>
        </p:txBody>
      </p:sp>
      <p:sp>
        <p:nvSpPr>
          <p:cNvPr id="497" name="Google Shape;497;p119"/>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498" name="Google Shape;498;p119"/>
          <p:cNvGrpSpPr/>
          <p:nvPr/>
        </p:nvGrpSpPr>
        <p:grpSpPr>
          <a:xfrm rot="1877870">
            <a:off x="-123047" y="163674"/>
            <a:ext cx="1474020" cy="2698158"/>
            <a:chOff x="365696" y="228600"/>
            <a:chExt cx="1473983" cy="2698089"/>
          </a:xfrm>
        </p:grpSpPr>
        <p:grpSp>
          <p:nvGrpSpPr>
            <p:cNvPr id="499" name="Google Shape;499;p119"/>
            <p:cNvGrpSpPr/>
            <p:nvPr/>
          </p:nvGrpSpPr>
          <p:grpSpPr>
            <a:xfrm flipH="1" rot="-617154">
              <a:off x="575967" y="402323"/>
              <a:ext cx="1053440" cy="2450002"/>
              <a:chOff x="3817855" y="1437512"/>
              <a:chExt cx="541146" cy="1128254"/>
            </a:xfrm>
          </p:grpSpPr>
          <p:sp>
            <p:nvSpPr>
              <p:cNvPr id="500" name="Google Shape;500;p119"/>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119"/>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02" name="Google Shape;502;p119"/>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03" name="Google Shape;503;p119"/>
          <p:cNvGrpSpPr/>
          <p:nvPr/>
        </p:nvGrpSpPr>
        <p:grpSpPr>
          <a:xfrm flipH="1" rot="128945">
            <a:off x="8104969" y="1763421"/>
            <a:ext cx="1473987" cy="2698099"/>
            <a:chOff x="365696" y="228600"/>
            <a:chExt cx="1473983" cy="2698089"/>
          </a:xfrm>
        </p:grpSpPr>
        <p:grpSp>
          <p:nvGrpSpPr>
            <p:cNvPr id="504" name="Google Shape;504;p119"/>
            <p:cNvGrpSpPr/>
            <p:nvPr/>
          </p:nvGrpSpPr>
          <p:grpSpPr>
            <a:xfrm flipH="1" rot="-617154">
              <a:off x="575967" y="402323"/>
              <a:ext cx="1053440" cy="2450002"/>
              <a:chOff x="3817855" y="1437512"/>
              <a:chExt cx="541146" cy="1128254"/>
            </a:xfrm>
          </p:grpSpPr>
          <p:sp>
            <p:nvSpPr>
              <p:cNvPr id="505" name="Google Shape;505;p119"/>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119"/>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07" name="Google Shape;507;p119"/>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accent2"/>
        </a:solidFill>
      </p:bgPr>
    </p:bg>
    <p:spTree>
      <p:nvGrpSpPr>
        <p:cNvPr id="508" name="Shape 508"/>
        <p:cNvGrpSpPr/>
        <p:nvPr/>
      </p:nvGrpSpPr>
      <p:grpSpPr>
        <a:xfrm>
          <a:off x="0" y="0"/>
          <a:ext cx="0" cy="0"/>
          <a:chOff x="0" y="0"/>
          <a:chExt cx="0" cy="0"/>
        </a:xfrm>
      </p:grpSpPr>
      <p:sp>
        <p:nvSpPr>
          <p:cNvPr id="509" name="Google Shape;509;p120"/>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120"/>
          <p:cNvSpPr/>
          <p:nvPr/>
        </p:nvSpPr>
        <p:spPr>
          <a:xfrm flipH="1" rot="10800000">
            <a:off x="4675100" y="579312"/>
            <a:ext cx="3804000" cy="39834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1" name="Google Shape;511;p120"/>
          <p:cNvGrpSpPr/>
          <p:nvPr/>
        </p:nvGrpSpPr>
        <p:grpSpPr>
          <a:xfrm>
            <a:off x="6659628" y="3464137"/>
            <a:ext cx="1805175" cy="1083810"/>
            <a:chOff x="6659628" y="3464137"/>
            <a:chExt cx="1805175" cy="1083810"/>
          </a:xfrm>
        </p:grpSpPr>
        <p:sp>
          <p:nvSpPr>
            <p:cNvPr id="512" name="Google Shape;512;p120"/>
            <p:cNvSpPr/>
            <p:nvPr/>
          </p:nvSpPr>
          <p:spPr>
            <a:xfrm flipH="1">
              <a:off x="6659628" y="3545595"/>
              <a:ext cx="1262868" cy="1002352"/>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120"/>
            <p:cNvSpPr/>
            <p:nvPr/>
          </p:nvSpPr>
          <p:spPr>
            <a:xfrm flipH="1" rot="10800000">
              <a:off x="7611614" y="3464137"/>
              <a:ext cx="853189" cy="845690"/>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14" name="Google Shape;514;p120"/>
          <p:cNvSpPr/>
          <p:nvPr/>
        </p:nvSpPr>
        <p:spPr>
          <a:xfrm flipH="1" rot="10800000">
            <a:off x="661175" y="576012"/>
            <a:ext cx="3807600" cy="39867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120"/>
          <p:cNvSpPr/>
          <p:nvPr/>
        </p:nvSpPr>
        <p:spPr>
          <a:xfrm flipH="1">
            <a:off x="947000" y="591709"/>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120"/>
          <p:cNvSpPr/>
          <p:nvPr/>
        </p:nvSpPr>
        <p:spPr>
          <a:xfrm flipH="1">
            <a:off x="1535518" y="590653"/>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120"/>
          <p:cNvSpPr/>
          <p:nvPr/>
        </p:nvSpPr>
        <p:spPr>
          <a:xfrm flipH="1">
            <a:off x="674764" y="1598807"/>
            <a:ext cx="768932" cy="729508"/>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18" name="Google Shape;518;p120"/>
          <p:cNvGrpSpPr/>
          <p:nvPr/>
        </p:nvGrpSpPr>
        <p:grpSpPr>
          <a:xfrm>
            <a:off x="4281415" y="375214"/>
            <a:ext cx="581170" cy="125403"/>
            <a:chOff x="4685288" y="186288"/>
            <a:chExt cx="419375" cy="90485"/>
          </a:xfrm>
        </p:grpSpPr>
        <p:sp>
          <p:nvSpPr>
            <p:cNvPr id="519" name="Google Shape;519;p120"/>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20" name="Google Shape;520;p120"/>
            <p:cNvGrpSpPr/>
            <p:nvPr/>
          </p:nvGrpSpPr>
          <p:grpSpPr>
            <a:xfrm>
              <a:off x="4685288" y="186300"/>
              <a:ext cx="419375" cy="90473"/>
              <a:chOff x="4390000" y="182175"/>
              <a:chExt cx="419375" cy="90473"/>
            </a:xfrm>
          </p:grpSpPr>
          <p:sp>
            <p:nvSpPr>
              <p:cNvPr id="521" name="Google Shape;521;p120"/>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120"/>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523" name="Google Shape;523;p120"/>
          <p:cNvGrpSpPr/>
          <p:nvPr/>
        </p:nvGrpSpPr>
        <p:grpSpPr>
          <a:xfrm flipH="1" rot="-10283466">
            <a:off x="223212" y="142930"/>
            <a:ext cx="541137" cy="2225321"/>
            <a:chOff x="871338" y="1945155"/>
            <a:chExt cx="247109" cy="1016148"/>
          </a:xfrm>
        </p:grpSpPr>
        <p:sp>
          <p:nvSpPr>
            <p:cNvPr id="524" name="Google Shape;524;p120"/>
            <p:cNvSpPr/>
            <p:nvPr/>
          </p:nvSpPr>
          <p:spPr>
            <a:xfrm>
              <a:off x="1017893" y="2858365"/>
              <a:ext cx="100554" cy="102938"/>
            </a:xfrm>
            <a:custGeom>
              <a:rect b="b" l="l" r="r" t="t"/>
              <a:pathLst>
                <a:path extrusionOk="0" h="5440" w="5314">
                  <a:moveTo>
                    <a:pt x="2707" y="0"/>
                  </a:moveTo>
                  <a:cubicBezTo>
                    <a:pt x="1253" y="0"/>
                    <a:pt x="0" y="1254"/>
                    <a:pt x="0" y="2707"/>
                  </a:cubicBezTo>
                  <a:cubicBezTo>
                    <a:pt x="0" y="4186"/>
                    <a:pt x="1253" y="5439"/>
                    <a:pt x="2707" y="5439"/>
                  </a:cubicBezTo>
                  <a:cubicBezTo>
                    <a:pt x="4161" y="5439"/>
                    <a:pt x="5314" y="4186"/>
                    <a:pt x="5314" y="2707"/>
                  </a:cubicBezTo>
                  <a:cubicBezTo>
                    <a:pt x="5314" y="1254"/>
                    <a:pt x="4161" y="0"/>
                    <a:pt x="270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120"/>
            <p:cNvSpPr/>
            <p:nvPr/>
          </p:nvSpPr>
          <p:spPr>
            <a:xfrm>
              <a:off x="871338" y="2075844"/>
              <a:ext cx="215338" cy="853670"/>
            </a:xfrm>
            <a:custGeom>
              <a:rect b="b" l="l" r="r" t="t"/>
              <a:pathLst>
                <a:path extrusionOk="0" h="45114" w="11380">
                  <a:moveTo>
                    <a:pt x="6066" y="1"/>
                  </a:moveTo>
                  <a:cubicBezTo>
                    <a:pt x="2206" y="5640"/>
                    <a:pt x="1" y="12332"/>
                    <a:pt x="1" y="19625"/>
                  </a:cubicBezTo>
                  <a:cubicBezTo>
                    <a:pt x="1" y="29650"/>
                    <a:pt x="4287" y="38748"/>
                    <a:pt x="11079" y="45114"/>
                  </a:cubicBezTo>
                  <a:lnTo>
                    <a:pt x="11379" y="44813"/>
                  </a:lnTo>
                  <a:cubicBezTo>
                    <a:pt x="4612" y="38547"/>
                    <a:pt x="427" y="29550"/>
                    <a:pt x="427" y="19625"/>
                  </a:cubicBezTo>
                  <a:cubicBezTo>
                    <a:pt x="427" y="12432"/>
                    <a:pt x="2607" y="5740"/>
                    <a:pt x="6367" y="201"/>
                  </a:cubicBezTo>
                  <a:lnTo>
                    <a:pt x="6066"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120"/>
            <p:cNvSpPr/>
            <p:nvPr/>
          </p:nvSpPr>
          <p:spPr>
            <a:xfrm>
              <a:off x="1051083" y="1945155"/>
              <a:ext cx="67364" cy="51242"/>
            </a:xfrm>
            <a:custGeom>
              <a:rect b="b" l="l" r="r" t="t"/>
              <a:pathLst>
                <a:path extrusionOk="0" h="2708" w="3560">
                  <a:moveTo>
                    <a:pt x="1780" y="1"/>
                  </a:moveTo>
                  <a:cubicBezTo>
                    <a:pt x="1" y="1"/>
                    <a:pt x="1" y="2708"/>
                    <a:pt x="1780" y="2708"/>
                  </a:cubicBezTo>
                  <a:cubicBezTo>
                    <a:pt x="3459" y="2708"/>
                    <a:pt x="3560" y="1"/>
                    <a:pt x="178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7" name="Google Shape;527;p120"/>
          <p:cNvGrpSpPr/>
          <p:nvPr/>
        </p:nvGrpSpPr>
        <p:grpSpPr>
          <a:xfrm rot="-1025565">
            <a:off x="7915709" y="165251"/>
            <a:ext cx="961174" cy="1962025"/>
            <a:chOff x="3789888" y="1403830"/>
            <a:chExt cx="569113" cy="1161936"/>
          </a:xfrm>
        </p:grpSpPr>
        <p:sp>
          <p:nvSpPr>
            <p:cNvPr id="528" name="Google Shape;528;p120"/>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120"/>
            <p:cNvSpPr/>
            <p:nvPr/>
          </p:nvSpPr>
          <p:spPr>
            <a:xfrm>
              <a:off x="3789888" y="1403830"/>
              <a:ext cx="81102" cy="79229"/>
            </a:xfrm>
            <a:custGeom>
              <a:rect b="b" l="l" r="r" t="t"/>
              <a:pathLst>
                <a:path extrusionOk="0" h="4187" w="4286">
                  <a:moveTo>
                    <a:pt x="2206" y="1"/>
                  </a:moveTo>
                  <a:cubicBezTo>
                    <a:pt x="1053" y="1"/>
                    <a:pt x="0" y="953"/>
                    <a:pt x="126" y="2106"/>
                  </a:cubicBezTo>
                  <a:cubicBezTo>
                    <a:pt x="126" y="3259"/>
                    <a:pt x="1053" y="4186"/>
                    <a:pt x="2206" y="4186"/>
                  </a:cubicBezTo>
                  <a:cubicBezTo>
                    <a:pt x="3258" y="4186"/>
                    <a:pt x="4286" y="3259"/>
                    <a:pt x="4286" y="2106"/>
                  </a:cubicBezTo>
                  <a:cubicBezTo>
                    <a:pt x="4186" y="953"/>
                    <a:pt x="3359" y="1"/>
                    <a:pt x="2206"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120"/>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1" name="Google Shape;531;p120"/>
          <p:cNvSpPr txBox="1"/>
          <p:nvPr>
            <p:ph idx="1" type="subTitle"/>
          </p:nvPr>
        </p:nvSpPr>
        <p:spPr>
          <a:xfrm>
            <a:off x="1379075" y="3084605"/>
            <a:ext cx="2371800" cy="771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532" name="Google Shape;532;p120"/>
          <p:cNvSpPr txBox="1"/>
          <p:nvPr>
            <p:ph idx="2" type="subTitle"/>
          </p:nvPr>
        </p:nvSpPr>
        <p:spPr>
          <a:xfrm>
            <a:off x="5391200" y="3084606"/>
            <a:ext cx="2371800" cy="7719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533" name="Google Shape;533;p120"/>
          <p:cNvSpPr/>
          <p:nvPr/>
        </p:nvSpPr>
        <p:spPr>
          <a:xfrm>
            <a:off x="3757049" y="4494946"/>
            <a:ext cx="1629891" cy="217696"/>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120"/>
          <p:cNvSpPr txBox="1"/>
          <p:nvPr>
            <p:ph type="title"/>
          </p:nvPr>
        </p:nvSpPr>
        <p:spPr>
          <a:xfrm>
            <a:off x="1276350" y="2638425"/>
            <a:ext cx="2581200" cy="420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800"/>
              <a:buNone/>
              <a:defRPr b="1" sz="1800"/>
            </a:lvl1pPr>
            <a:lvl2pPr lvl="1" algn="l">
              <a:lnSpc>
                <a:spcPct val="100000"/>
              </a:lnSpc>
              <a:spcBef>
                <a:spcPts val="0"/>
              </a:spcBef>
              <a:spcAft>
                <a:spcPts val="0"/>
              </a:spcAft>
              <a:buSzPts val="2800"/>
              <a:buNone/>
              <a:defRPr>
                <a:latin typeface="Didact Gothic"/>
                <a:ea typeface="Didact Gothic"/>
                <a:cs typeface="Didact Gothic"/>
                <a:sym typeface="Didact Gothic"/>
              </a:defRPr>
            </a:lvl2pPr>
            <a:lvl3pPr lvl="2" algn="l">
              <a:lnSpc>
                <a:spcPct val="100000"/>
              </a:lnSpc>
              <a:spcBef>
                <a:spcPts val="0"/>
              </a:spcBef>
              <a:spcAft>
                <a:spcPts val="0"/>
              </a:spcAft>
              <a:buSzPts val="2800"/>
              <a:buNone/>
              <a:defRPr>
                <a:latin typeface="Didact Gothic"/>
                <a:ea typeface="Didact Gothic"/>
                <a:cs typeface="Didact Gothic"/>
                <a:sym typeface="Didact Gothic"/>
              </a:defRPr>
            </a:lvl3pPr>
            <a:lvl4pPr lvl="3" algn="l">
              <a:lnSpc>
                <a:spcPct val="100000"/>
              </a:lnSpc>
              <a:spcBef>
                <a:spcPts val="0"/>
              </a:spcBef>
              <a:spcAft>
                <a:spcPts val="0"/>
              </a:spcAft>
              <a:buSzPts val="2800"/>
              <a:buNone/>
              <a:defRPr>
                <a:latin typeface="Didact Gothic"/>
                <a:ea typeface="Didact Gothic"/>
                <a:cs typeface="Didact Gothic"/>
                <a:sym typeface="Didact Gothic"/>
              </a:defRPr>
            </a:lvl4pPr>
            <a:lvl5pPr lvl="4" algn="l">
              <a:lnSpc>
                <a:spcPct val="100000"/>
              </a:lnSpc>
              <a:spcBef>
                <a:spcPts val="0"/>
              </a:spcBef>
              <a:spcAft>
                <a:spcPts val="0"/>
              </a:spcAft>
              <a:buSzPts val="2800"/>
              <a:buNone/>
              <a:defRPr>
                <a:latin typeface="Didact Gothic"/>
                <a:ea typeface="Didact Gothic"/>
                <a:cs typeface="Didact Gothic"/>
                <a:sym typeface="Didact Gothic"/>
              </a:defRPr>
            </a:lvl5pPr>
            <a:lvl6pPr lvl="5" algn="l">
              <a:lnSpc>
                <a:spcPct val="100000"/>
              </a:lnSpc>
              <a:spcBef>
                <a:spcPts val="0"/>
              </a:spcBef>
              <a:spcAft>
                <a:spcPts val="0"/>
              </a:spcAft>
              <a:buSzPts val="2800"/>
              <a:buNone/>
              <a:defRPr>
                <a:latin typeface="Didact Gothic"/>
                <a:ea typeface="Didact Gothic"/>
                <a:cs typeface="Didact Gothic"/>
                <a:sym typeface="Didact Gothic"/>
              </a:defRPr>
            </a:lvl6pPr>
            <a:lvl7pPr lvl="6" algn="l">
              <a:lnSpc>
                <a:spcPct val="100000"/>
              </a:lnSpc>
              <a:spcBef>
                <a:spcPts val="0"/>
              </a:spcBef>
              <a:spcAft>
                <a:spcPts val="0"/>
              </a:spcAft>
              <a:buSzPts val="2800"/>
              <a:buNone/>
              <a:defRPr>
                <a:latin typeface="Didact Gothic"/>
                <a:ea typeface="Didact Gothic"/>
                <a:cs typeface="Didact Gothic"/>
                <a:sym typeface="Didact Gothic"/>
              </a:defRPr>
            </a:lvl7pPr>
            <a:lvl8pPr lvl="7" algn="l">
              <a:lnSpc>
                <a:spcPct val="100000"/>
              </a:lnSpc>
              <a:spcBef>
                <a:spcPts val="0"/>
              </a:spcBef>
              <a:spcAft>
                <a:spcPts val="0"/>
              </a:spcAft>
              <a:buSzPts val="2800"/>
              <a:buNone/>
              <a:defRPr>
                <a:latin typeface="Didact Gothic"/>
                <a:ea typeface="Didact Gothic"/>
                <a:cs typeface="Didact Gothic"/>
                <a:sym typeface="Didact Gothic"/>
              </a:defRPr>
            </a:lvl8pPr>
            <a:lvl9pPr lvl="8" algn="l">
              <a:lnSpc>
                <a:spcPct val="100000"/>
              </a:lnSpc>
              <a:spcBef>
                <a:spcPts val="0"/>
              </a:spcBef>
              <a:spcAft>
                <a:spcPts val="0"/>
              </a:spcAft>
              <a:buSzPts val="2800"/>
              <a:buNone/>
              <a:defRPr>
                <a:latin typeface="Didact Gothic"/>
                <a:ea typeface="Didact Gothic"/>
                <a:cs typeface="Didact Gothic"/>
                <a:sym typeface="Didact Gothic"/>
              </a:defRPr>
            </a:lvl9pPr>
          </a:lstStyle>
          <a:p/>
        </p:txBody>
      </p:sp>
      <p:sp>
        <p:nvSpPr>
          <p:cNvPr id="535" name="Google Shape;535;p120"/>
          <p:cNvSpPr txBox="1"/>
          <p:nvPr>
            <p:ph idx="3" type="title"/>
          </p:nvPr>
        </p:nvSpPr>
        <p:spPr>
          <a:xfrm>
            <a:off x="5286375" y="2638425"/>
            <a:ext cx="2581200" cy="420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800"/>
              <a:buNone/>
              <a:defRPr b="1" sz="1800"/>
            </a:lvl1pPr>
            <a:lvl2pPr lvl="1" algn="l">
              <a:lnSpc>
                <a:spcPct val="100000"/>
              </a:lnSpc>
              <a:spcBef>
                <a:spcPts val="0"/>
              </a:spcBef>
              <a:spcAft>
                <a:spcPts val="0"/>
              </a:spcAft>
              <a:buSzPts val="2800"/>
              <a:buNone/>
              <a:defRPr>
                <a:latin typeface="Didact Gothic"/>
                <a:ea typeface="Didact Gothic"/>
                <a:cs typeface="Didact Gothic"/>
                <a:sym typeface="Didact Gothic"/>
              </a:defRPr>
            </a:lvl2pPr>
            <a:lvl3pPr lvl="2" algn="l">
              <a:lnSpc>
                <a:spcPct val="100000"/>
              </a:lnSpc>
              <a:spcBef>
                <a:spcPts val="0"/>
              </a:spcBef>
              <a:spcAft>
                <a:spcPts val="0"/>
              </a:spcAft>
              <a:buSzPts val="2800"/>
              <a:buNone/>
              <a:defRPr>
                <a:latin typeface="Didact Gothic"/>
                <a:ea typeface="Didact Gothic"/>
                <a:cs typeface="Didact Gothic"/>
                <a:sym typeface="Didact Gothic"/>
              </a:defRPr>
            </a:lvl3pPr>
            <a:lvl4pPr lvl="3" algn="l">
              <a:lnSpc>
                <a:spcPct val="100000"/>
              </a:lnSpc>
              <a:spcBef>
                <a:spcPts val="0"/>
              </a:spcBef>
              <a:spcAft>
                <a:spcPts val="0"/>
              </a:spcAft>
              <a:buSzPts val="2800"/>
              <a:buNone/>
              <a:defRPr>
                <a:latin typeface="Didact Gothic"/>
                <a:ea typeface="Didact Gothic"/>
                <a:cs typeface="Didact Gothic"/>
                <a:sym typeface="Didact Gothic"/>
              </a:defRPr>
            </a:lvl4pPr>
            <a:lvl5pPr lvl="4" algn="l">
              <a:lnSpc>
                <a:spcPct val="100000"/>
              </a:lnSpc>
              <a:spcBef>
                <a:spcPts val="0"/>
              </a:spcBef>
              <a:spcAft>
                <a:spcPts val="0"/>
              </a:spcAft>
              <a:buSzPts val="2800"/>
              <a:buNone/>
              <a:defRPr>
                <a:latin typeface="Didact Gothic"/>
                <a:ea typeface="Didact Gothic"/>
                <a:cs typeface="Didact Gothic"/>
                <a:sym typeface="Didact Gothic"/>
              </a:defRPr>
            </a:lvl5pPr>
            <a:lvl6pPr lvl="5" algn="l">
              <a:lnSpc>
                <a:spcPct val="100000"/>
              </a:lnSpc>
              <a:spcBef>
                <a:spcPts val="0"/>
              </a:spcBef>
              <a:spcAft>
                <a:spcPts val="0"/>
              </a:spcAft>
              <a:buSzPts val="2800"/>
              <a:buNone/>
              <a:defRPr>
                <a:latin typeface="Didact Gothic"/>
                <a:ea typeface="Didact Gothic"/>
                <a:cs typeface="Didact Gothic"/>
                <a:sym typeface="Didact Gothic"/>
              </a:defRPr>
            </a:lvl6pPr>
            <a:lvl7pPr lvl="6" algn="l">
              <a:lnSpc>
                <a:spcPct val="100000"/>
              </a:lnSpc>
              <a:spcBef>
                <a:spcPts val="0"/>
              </a:spcBef>
              <a:spcAft>
                <a:spcPts val="0"/>
              </a:spcAft>
              <a:buSzPts val="2800"/>
              <a:buNone/>
              <a:defRPr>
                <a:latin typeface="Didact Gothic"/>
                <a:ea typeface="Didact Gothic"/>
                <a:cs typeface="Didact Gothic"/>
                <a:sym typeface="Didact Gothic"/>
              </a:defRPr>
            </a:lvl7pPr>
            <a:lvl8pPr lvl="7" algn="l">
              <a:lnSpc>
                <a:spcPct val="100000"/>
              </a:lnSpc>
              <a:spcBef>
                <a:spcPts val="0"/>
              </a:spcBef>
              <a:spcAft>
                <a:spcPts val="0"/>
              </a:spcAft>
              <a:buSzPts val="2800"/>
              <a:buNone/>
              <a:defRPr>
                <a:latin typeface="Didact Gothic"/>
                <a:ea typeface="Didact Gothic"/>
                <a:cs typeface="Didact Gothic"/>
                <a:sym typeface="Didact Gothic"/>
              </a:defRPr>
            </a:lvl8pPr>
            <a:lvl9pPr lvl="8" algn="l">
              <a:lnSpc>
                <a:spcPct val="100000"/>
              </a:lnSpc>
              <a:spcBef>
                <a:spcPts val="0"/>
              </a:spcBef>
              <a:spcAft>
                <a:spcPts val="0"/>
              </a:spcAft>
              <a:buSzPts val="2800"/>
              <a:buNone/>
              <a:defRPr>
                <a:latin typeface="Didact Gothic"/>
                <a:ea typeface="Didact Gothic"/>
                <a:cs typeface="Didact Gothic"/>
                <a:sym typeface="Didact Gothic"/>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3">
    <p:bg>
      <p:bgPr>
        <a:solidFill>
          <a:schemeClr val="accent2"/>
        </a:solidFill>
      </p:bgPr>
    </p:bg>
    <p:spTree>
      <p:nvGrpSpPr>
        <p:cNvPr id="536" name="Shape 536"/>
        <p:cNvGrpSpPr/>
        <p:nvPr/>
      </p:nvGrpSpPr>
      <p:grpSpPr>
        <a:xfrm>
          <a:off x="0" y="0"/>
          <a:ext cx="0" cy="0"/>
          <a:chOff x="0" y="0"/>
          <a:chExt cx="0" cy="0"/>
        </a:xfrm>
      </p:grpSpPr>
      <p:sp>
        <p:nvSpPr>
          <p:cNvPr id="537" name="Google Shape;537;p121"/>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121"/>
          <p:cNvSpPr/>
          <p:nvPr/>
        </p:nvSpPr>
        <p:spPr>
          <a:xfrm flipH="1" rot="10800000">
            <a:off x="4671500" y="576000"/>
            <a:ext cx="3807600" cy="19005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121"/>
          <p:cNvSpPr/>
          <p:nvPr/>
        </p:nvSpPr>
        <p:spPr>
          <a:xfrm flipH="1" rot="10800000">
            <a:off x="4671500" y="2667000"/>
            <a:ext cx="3807600" cy="18957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121"/>
          <p:cNvSpPr/>
          <p:nvPr/>
        </p:nvSpPr>
        <p:spPr>
          <a:xfrm flipH="1" rot="10800000">
            <a:off x="661175" y="576000"/>
            <a:ext cx="3807600" cy="39867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41" name="Google Shape;541;p121"/>
          <p:cNvGrpSpPr/>
          <p:nvPr/>
        </p:nvGrpSpPr>
        <p:grpSpPr>
          <a:xfrm>
            <a:off x="648492" y="562303"/>
            <a:ext cx="1664885" cy="1737662"/>
            <a:chOff x="674764" y="590653"/>
            <a:chExt cx="1664885" cy="1737662"/>
          </a:xfrm>
        </p:grpSpPr>
        <p:sp>
          <p:nvSpPr>
            <p:cNvPr id="542" name="Google Shape;542;p121"/>
            <p:cNvSpPr/>
            <p:nvPr/>
          </p:nvSpPr>
          <p:spPr>
            <a:xfrm flipH="1">
              <a:off x="947000" y="591709"/>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121"/>
            <p:cNvSpPr/>
            <p:nvPr/>
          </p:nvSpPr>
          <p:spPr>
            <a:xfrm flipH="1">
              <a:off x="1535518" y="590653"/>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121"/>
            <p:cNvSpPr/>
            <p:nvPr/>
          </p:nvSpPr>
          <p:spPr>
            <a:xfrm flipH="1">
              <a:off x="674764" y="1598807"/>
              <a:ext cx="768932" cy="729508"/>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5" name="Google Shape;545;p121"/>
          <p:cNvGrpSpPr/>
          <p:nvPr/>
        </p:nvGrpSpPr>
        <p:grpSpPr>
          <a:xfrm flipH="1" rot="10800000">
            <a:off x="6688203" y="2649749"/>
            <a:ext cx="1805175" cy="1083810"/>
            <a:chOff x="6659628" y="3464137"/>
            <a:chExt cx="1805175" cy="1083810"/>
          </a:xfrm>
        </p:grpSpPr>
        <p:sp>
          <p:nvSpPr>
            <p:cNvPr id="546" name="Google Shape;546;p121"/>
            <p:cNvSpPr/>
            <p:nvPr/>
          </p:nvSpPr>
          <p:spPr>
            <a:xfrm flipH="1">
              <a:off x="6659628" y="3545595"/>
              <a:ext cx="1262868" cy="1002352"/>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121"/>
            <p:cNvSpPr/>
            <p:nvPr/>
          </p:nvSpPr>
          <p:spPr>
            <a:xfrm flipH="1" rot="10800000">
              <a:off x="7611614" y="3464137"/>
              <a:ext cx="853189" cy="845690"/>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8" name="Google Shape;548;p121"/>
          <p:cNvGrpSpPr/>
          <p:nvPr/>
        </p:nvGrpSpPr>
        <p:grpSpPr>
          <a:xfrm flipH="1" rot="10800000">
            <a:off x="6688203" y="559012"/>
            <a:ext cx="1805175" cy="1083810"/>
            <a:chOff x="6659628" y="3464137"/>
            <a:chExt cx="1805175" cy="1083810"/>
          </a:xfrm>
        </p:grpSpPr>
        <p:sp>
          <p:nvSpPr>
            <p:cNvPr id="549" name="Google Shape;549;p121"/>
            <p:cNvSpPr/>
            <p:nvPr/>
          </p:nvSpPr>
          <p:spPr>
            <a:xfrm flipH="1">
              <a:off x="6659628" y="3545595"/>
              <a:ext cx="1262868" cy="1002352"/>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121"/>
            <p:cNvSpPr/>
            <p:nvPr/>
          </p:nvSpPr>
          <p:spPr>
            <a:xfrm flipH="1" rot="10800000">
              <a:off x="7611614" y="3464137"/>
              <a:ext cx="853189" cy="845690"/>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1" name="Google Shape;551;p121"/>
          <p:cNvGrpSpPr/>
          <p:nvPr/>
        </p:nvGrpSpPr>
        <p:grpSpPr>
          <a:xfrm rot="10800000">
            <a:off x="2817889" y="2836934"/>
            <a:ext cx="1664885" cy="1737662"/>
            <a:chOff x="674764" y="590653"/>
            <a:chExt cx="1664885" cy="1737662"/>
          </a:xfrm>
        </p:grpSpPr>
        <p:sp>
          <p:nvSpPr>
            <p:cNvPr id="552" name="Google Shape;552;p121"/>
            <p:cNvSpPr/>
            <p:nvPr/>
          </p:nvSpPr>
          <p:spPr>
            <a:xfrm flipH="1">
              <a:off x="947000" y="591709"/>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121"/>
            <p:cNvSpPr/>
            <p:nvPr/>
          </p:nvSpPr>
          <p:spPr>
            <a:xfrm flipH="1">
              <a:off x="1535518" y="590653"/>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121"/>
            <p:cNvSpPr/>
            <p:nvPr/>
          </p:nvSpPr>
          <p:spPr>
            <a:xfrm flipH="1">
              <a:off x="674764" y="1598807"/>
              <a:ext cx="768932" cy="729508"/>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55" name="Google Shape;555;p121"/>
          <p:cNvSpPr txBox="1"/>
          <p:nvPr>
            <p:ph type="title"/>
          </p:nvPr>
        </p:nvSpPr>
        <p:spPr>
          <a:xfrm>
            <a:off x="1256775" y="1958850"/>
            <a:ext cx="2610900" cy="1225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556" name="Google Shape;556;p121"/>
          <p:cNvSpPr txBox="1"/>
          <p:nvPr>
            <p:ph idx="2" type="title"/>
          </p:nvPr>
        </p:nvSpPr>
        <p:spPr>
          <a:xfrm>
            <a:off x="4895850" y="2893326"/>
            <a:ext cx="33147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b="1" sz="18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57" name="Google Shape;557;p121"/>
          <p:cNvSpPr txBox="1"/>
          <p:nvPr>
            <p:ph idx="1" type="subTitle"/>
          </p:nvPr>
        </p:nvSpPr>
        <p:spPr>
          <a:xfrm>
            <a:off x="4895850" y="3409216"/>
            <a:ext cx="3314700" cy="9600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8" name="Google Shape;558;p121"/>
          <p:cNvSpPr txBox="1"/>
          <p:nvPr>
            <p:ph idx="3" type="title"/>
          </p:nvPr>
        </p:nvSpPr>
        <p:spPr>
          <a:xfrm>
            <a:off x="4895850" y="774284"/>
            <a:ext cx="3314700" cy="52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b="1" sz="18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59" name="Google Shape;559;p121"/>
          <p:cNvSpPr txBox="1"/>
          <p:nvPr>
            <p:ph idx="4" type="subTitle"/>
          </p:nvPr>
        </p:nvSpPr>
        <p:spPr>
          <a:xfrm>
            <a:off x="4895850" y="1292608"/>
            <a:ext cx="3314700" cy="956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400"/>
              <a:buNone/>
              <a:defRPr sz="1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560" name="Google Shape;560;p121"/>
          <p:cNvGrpSpPr/>
          <p:nvPr/>
        </p:nvGrpSpPr>
        <p:grpSpPr>
          <a:xfrm>
            <a:off x="4281415" y="375214"/>
            <a:ext cx="581170" cy="125403"/>
            <a:chOff x="4685288" y="186288"/>
            <a:chExt cx="419375" cy="90485"/>
          </a:xfrm>
        </p:grpSpPr>
        <p:sp>
          <p:nvSpPr>
            <p:cNvPr id="561" name="Google Shape;561;p121"/>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62" name="Google Shape;562;p121"/>
            <p:cNvGrpSpPr/>
            <p:nvPr/>
          </p:nvGrpSpPr>
          <p:grpSpPr>
            <a:xfrm>
              <a:off x="4685288" y="186300"/>
              <a:ext cx="419375" cy="90473"/>
              <a:chOff x="4390000" y="182175"/>
              <a:chExt cx="419375" cy="90473"/>
            </a:xfrm>
          </p:grpSpPr>
          <p:sp>
            <p:nvSpPr>
              <p:cNvPr id="563" name="Google Shape;563;p121"/>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121"/>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565" name="Shape 565"/>
        <p:cNvGrpSpPr/>
        <p:nvPr/>
      </p:nvGrpSpPr>
      <p:grpSpPr>
        <a:xfrm>
          <a:off x="0" y="0"/>
          <a:ext cx="0" cy="0"/>
          <a:chOff x="0" y="0"/>
          <a:chExt cx="0" cy="0"/>
        </a:xfrm>
      </p:grpSpPr>
      <p:grpSp>
        <p:nvGrpSpPr>
          <p:cNvPr id="566" name="Google Shape;566;p122"/>
          <p:cNvGrpSpPr/>
          <p:nvPr/>
        </p:nvGrpSpPr>
        <p:grpSpPr>
          <a:xfrm>
            <a:off x="319043" y="283350"/>
            <a:ext cx="8505900" cy="4576800"/>
            <a:chOff x="319043" y="283350"/>
            <a:chExt cx="8505900" cy="4576800"/>
          </a:xfrm>
        </p:grpSpPr>
        <p:sp>
          <p:nvSpPr>
            <p:cNvPr id="567" name="Google Shape;567;p122"/>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122"/>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122"/>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122"/>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1" name="Google Shape;571;p122"/>
          <p:cNvGrpSpPr/>
          <p:nvPr/>
        </p:nvGrpSpPr>
        <p:grpSpPr>
          <a:xfrm>
            <a:off x="4281415" y="375214"/>
            <a:ext cx="581170" cy="125403"/>
            <a:chOff x="4685288" y="186288"/>
            <a:chExt cx="419375" cy="90485"/>
          </a:xfrm>
        </p:grpSpPr>
        <p:sp>
          <p:nvSpPr>
            <p:cNvPr id="572" name="Google Shape;572;p122"/>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73" name="Google Shape;573;p122"/>
            <p:cNvGrpSpPr/>
            <p:nvPr/>
          </p:nvGrpSpPr>
          <p:grpSpPr>
            <a:xfrm>
              <a:off x="4685288" y="186300"/>
              <a:ext cx="419375" cy="90473"/>
              <a:chOff x="4390000" y="182175"/>
              <a:chExt cx="419375" cy="90473"/>
            </a:xfrm>
          </p:grpSpPr>
          <p:sp>
            <p:nvSpPr>
              <p:cNvPr id="574" name="Google Shape;574;p122"/>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122"/>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576" name="Google Shape;576;p122"/>
          <p:cNvSpPr txBox="1"/>
          <p:nvPr>
            <p:ph type="title"/>
          </p:nvPr>
        </p:nvSpPr>
        <p:spPr>
          <a:xfrm>
            <a:off x="2046600" y="1414500"/>
            <a:ext cx="5050800" cy="2314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CUSTOM_14">
    <p:bg>
      <p:bgPr>
        <a:solidFill>
          <a:schemeClr val="accent4"/>
        </a:solidFill>
      </p:bgPr>
    </p:bg>
    <p:spTree>
      <p:nvGrpSpPr>
        <p:cNvPr id="577" name="Shape 577"/>
        <p:cNvGrpSpPr/>
        <p:nvPr/>
      </p:nvGrpSpPr>
      <p:grpSpPr>
        <a:xfrm>
          <a:off x="0" y="0"/>
          <a:ext cx="0" cy="0"/>
          <a:chOff x="0" y="0"/>
          <a:chExt cx="0" cy="0"/>
        </a:xfrm>
      </p:grpSpPr>
      <p:sp>
        <p:nvSpPr>
          <p:cNvPr id="578" name="Google Shape;578;p123"/>
          <p:cNvSpPr txBox="1"/>
          <p:nvPr>
            <p:ph type="title"/>
          </p:nvPr>
        </p:nvSpPr>
        <p:spPr>
          <a:xfrm rot="359553">
            <a:off x="3429351" y="733198"/>
            <a:ext cx="3773018" cy="2314565"/>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grpSp>
        <p:nvGrpSpPr>
          <p:cNvPr id="579" name="Google Shape;579;p123"/>
          <p:cNvGrpSpPr/>
          <p:nvPr/>
        </p:nvGrpSpPr>
        <p:grpSpPr>
          <a:xfrm>
            <a:off x="0" y="-95400"/>
            <a:ext cx="9144000" cy="5277000"/>
            <a:chOff x="0" y="-95400"/>
            <a:chExt cx="9144000" cy="5277000"/>
          </a:xfrm>
        </p:grpSpPr>
        <p:sp>
          <p:nvSpPr>
            <p:cNvPr id="580" name="Google Shape;580;p123"/>
            <p:cNvSpPr/>
            <p:nvPr/>
          </p:nvSpPr>
          <p:spPr>
            <a:xfrm>
              <a:off x="151475" y="85200"/>
              <a:ext cx="8868795" cy="4973079"/>
            </a:xfrm>
            <a:custGeom>
              <a:rect b="b" l="l" r="r" t="t"/>
              <a:pathLst>
                <a:path extrusionOk="0" h="160112" w="284644">
                  <a:moveTo>
                    <a:pt x="273218" y="5812"/>
                  </a:moveTo>
                  <a:cubicBezTo>
                    <a:pt x="276045" y="5812"/>
                    <a:pt x="278338" y="8105"/>
                    <a:pt x="278358" y="10932"/>
                  </a:cubicBezTo>
                  <a:lnTo>
                    <a:pt x="278358" y="149180"/>
                  </a:lnTo>
                  <a:cubicBezTo>
                    <a:pt x="278338" y="152007"/>
                    <a:pt x="276045" y="154300"/>
                    <a:pt x="273218" y="154320"/>
                  </a:cubicBezTo>
                  <a:lnTo>
                    <a:pt x="11426" y="154320"/>
                  </a:lnTo>
                  <a:cubicBezTo>
                    <a:pt x="8599" y="154300"/>
                    <a:pt x="6306" y="152007"/>
                    <a:pt x="6306" y="149180"/>
                  </a:cubicBezTo>
                  <a:lnTo>
                    <a:pt x="6306" y="10932"/>
                  </a:lnTo>
                  <a:cubicBezTo>
                    <a:pt x="6306" y="8105"/>
                    <a:pt x="8599" y="5812"/>
                    <a:pt x="11426" y="5812"/>
                  </a:cubicBezTo>
                  <a:close/>
                  <a:moveTo>
                    <a:pt x="1" y="1"/>
                  </a:moveTo>
                  <a:lnTo>
                    <a:pt x="1" y="160111"/>
                  </a:lnTo>
                  <a:lnTo>
                    <a:pt x="284644" y="160111"/>
                  </a:lnTo>
                  <a:lnTo>
                    <a:pt x="284644" y="1"/>
                  </a:lnTo>
                  <a:close/>
                </a:path>
              </a:pathLst>
            </a:custGeom>
            <a:solidFill>
              <a:schemeClr val="accent1"/>
            </a:solidFill>
            <a:ln cap="flat" cmpd="sng" w="28575">
              <a:solidFill>
                <a:schemeClr val="accent5"/>
              </a:solidFill>
              <a:prstDash val="solid"/>
              <a:miter lim="1"/>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123"/>
            <p:cNvSpPr/>
            <p:nvPr/>
          </p:nvSpPr>
          <p:spPr>
            <a:xfrm>
              <a:off x="0" y="-95400"/>
              <a:ext cx="9144000" cy="5277000"/>
            </a:xfrm>
            <a:prstGeom prst="frame">
              <a:avLst>
                <a:gd fmla="val 4225" name="adj1"/>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2" name="Google Shape;582;p123"/>
          <p:cNvGrpSpPr/>
          <p:nvPr/>
        </p:nvGrpSpPr>
        <p:grpSpPr>
          <a:xfrm>
            <a:off x="-36024" y="-23818"/>
            <a:ext cx="9216047" cy="5191136"/>
            <a:chOff x="-28563" y="-28573"/>
            <a:chExt cx="9216047" cy="5191136"/>
          </a:xfrm>
        </p:grpSpPr>
        <p:sp>
          <p:nvSpPr>
            <p:cNvPr id="583" name="Google Shape;583;p123"/>
            <p:cNvSpPr/>
            <p:nvPr/>
          </p:nvSpPr>
          <p:spPr>
            <a:xfrm>
              <a:off x="7132742" y="-28573"/>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123"/>
            <p:cNvSpPr/>
            <p:nvPr/>
          </p:nvSpPr>
          <p:spPr>
            <a:xfrm>
              <a:off x="6426313" y="-1905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123"/>
            <p:cNvSpPr/>
            <p:nvPr/>
          </p:nvSpPr>
          <p:spPr>
            <a:xfrm>
              <a:off x="743298" y="389782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123"/>
            <p:cNvSpPr/>
            <p:nvPr/>
          </p:nvSpPr>
          <p:spPr>
            <a:xfrm rot="10800000">
              <a:off x="-2856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123"/>
            <p:cNvSpPr/>
            <p:nvPr/>
          </p:nvSpPr>
          <p:spPr>
            <a:xfrm rot="10800000">
              <a:off x="-19038"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123"/>
            <p:cNvSpPr/>
            <p:nvPr/>
          </p:nvSpPr>
          <p:spPr>
            <a:xfrm>
              <a:off x="799140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9" name="Google Shape;589;p123"/>
          <p:cNvGrpSpPr/>
          <p:nvPr/>
        </p:nvGrpSpPr>
        <p:grpSpPr>
          <a:xfrm>
            <a:off x="4281415" y="75177"/>
            <a:ext cx="581170" cy="125403"/>
            <a:chOff x="4685288" y="186288"/>
            <a:chExt cx="419375" cy="90485"/>
          </a:xfrm>
        </p:grpSpPr>
        <p:sp>
          <p:nvSpPr>
            <p:cNvPr id="590" name="Google Shape;590;p123"/>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91" name="Google Shape;591;p123"/>
            <p:cNvGrpSpPr/>
            <p:nvPr/>
          </p:nvGrpSpPr>
          <p:grpSpPr>
            <a:xfrm>
              <a:off x="4685288" y="186300"/>
              <a:ext cx="419375" cy="90473"/>
              <a:chOff x="4390000" y="182175"/>
              <a:chExt cx="419375" cy="90473"/>
            </a:xfrm>
          </p:grpSpPr>
          <p:sp>
            <p:nvSpPr>
              <p:cNvPr id="592" name="Google Shape;592;p123"/>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123"/>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12_1">
    <p:bg>
      <p:bgPr>
        <a:solidFill>
          <a:schemeClr val="accent2"/>
        </a:solidFill>
      </p:bgPr>
    </p:bg>
    <p:spTree>
      <p:nvGrpSpPr>
        <p:cNvPr id="594" name="Shape 594"/>
        <p:cNvGrpSpPr/>
        <p:nvPr/>
      </p:nvGrpSpPr>
      <p:grpSpPr>
        <a:xfrm>
          <a:off x="0" y="0"/>
          <a:ext cx="0" cy="0"/>
          <a:chOff x="0" y="0"/>
          <a:chExt cx="0" cy="0"/>
        </a:xfrm>
      </p:grpSpPr>
      <p:grpSp>
        <p:nvGrpSpPr>
          <p:cNvPr id="595" name="Google Shape;595;p124"/>
          <p:cNvGrpSpPr/>
          <p:nvPr/>
        </p:nvGrpSpPr>
        <p:grpSpPr>
          <a:xfrm>
            <a:off x="319043" y="283350"/>
            <a:ext cx="8505900" cy="4576800"/>
            <a:chOff x="319043" y="283350"/>
            <a:chExt cx="8505900" cy="4576800"/>
          </a:xfrm>
        </p:grpSpPr>
        <p:sp>
          <p:nvSpPr>
            <p:cNvPr id="596" name="Google Shape;596;p124"/>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7" name="Google Shape;597;p124"/>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8" name="Google Shape;598;p124"/>
          <p:cNvGrpSpPr/>
          <p:nvPr/>
        </p:nvGrpSpPr>
        <p:grpSpPr>
          <a:xfrm rot="10800000">
            <a:off x="304801" y="269300"/>
            <a:ext cx="8534303" cy="4605119"/>
            <a:chOff x="-9513" y="284925"/>
            <a:chExt cx="9036746" cy="4876238"/>
          </a:xfrm>
        </p:grpSpPr>
        <p:sp>
          <p:nvSpPr>
            <p:cNvPr id="599" name="Google Shape;599;p124"/>
            <p:cNvSpPr/>
            <p:nvPr/>
          </p:nvSpPr>
          <p:spPr>
            <a:xfrm>
              <a:off x="6729311" y="284925"/>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124"/>
            <p:cNvSpPr/>
            <p:nvPr/>
          </p:nvSpPr>
          <p:spPr>
            <a:xfrm>
              <a:off x="743298" y="389642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124"/>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124"/>
            <p:cNvSpPr/>
            <p:nvPr/>
          </p:nvSpPr>
          <p:spPr>
            <a:xfrm rot="10800000">
              <a:off x="-9513" y="999323"/>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124"/>
            <p:cNvSpPr/>
            <p:nvPr/>
          </p:nvSpPr>
          <p:spPr>
            <a:xfrm>
              <a:off x="7831151" y="2833475"/>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4" name="Google Shape;604;p124"/>
          <p:cNvGrpSpPr/>
          <p:nvPr/>
        </p:nvGrpSpPr>
        <p:grpSpPr>
          <a:xfrm>
            <a:off x="4281415" y="375214"/>
            <a:ext cx="581170" cy="125403"/>
            <a:chOff x="4685288" y="186288"/>
            <a:chExt cx="419375" cy="90485"/>
          </a:xfrm>
        </p:grpSpPr>
        <p:sp>
          <p:nvSpPr>
            <p:cNvPr id="605" name="Google Shape;605;p124"/>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06" name="Google Shape;606;p124"/>
            <p:cNvGrpSpPr/>
            <p:nvPr/>
          </p:nvGrpSpPr>
          <p:grpSpPr>
            <a:xfrm>
              <a:off x="4685288" y="186300"/>
              <a:ext cx="419375" cy="90473"/>
              <a:chOff x="4390000" y="182175"/>
              <a:chExt cx="419375" cy="90473"/>
            </a:xfrm>
          </p:grpSpPr>
          <p:sp>
            <p:nvSpPr>
              <p:cNvPr id="607" name="Google Shape;607;p124"/>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124"/>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09" name="Google Shape;609;p124"/>
          <p:cNvSpPr txBox="1"/>
          <p:nvPr>
            <p:ph type="ctrTitle"/>
          </p:nvPr>
        </p:nvSpPr>
        <p:spPr>
          <a:xfrm flipH="1">
            <a:off x="1290638" y="1714500"/>
            <a:ext cx="4229100" cy="12894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8000"/>
              <a:buNone/>
              <a:defRPr sz="34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610" name="Google Shape;610;p124"/>
          <p:cNvSpPr txBox="1"/>
          <p:nvPr>
            <p:ph idx="1" type="subTitle"/>
          </p:nvPr>
        </p:nvSpPr>
        <p:spPr>
          <a:xfrm flipH="1">
            <a:off x="1290638" y="3095225"/>
            <a:ext cx="4229100" cy="336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11" name="Google Shape;611;p124"/>
          <p:cNvSpPr txBox="1"/>
          <p:nvPr>
            <p:ph idx="2" type="title"/>
          </p:nvPr>
        </p:nvSpPr>
        <p:spPr>
          <a:xfrm flipH="1">
            <a:off x="5938763" y="1714500"/>
            <a:ext cx="1914600" cy="12858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Clr>
                <a:schemeClr val="accent2"/>
              </a:buClr>
              <a:buSzPts val="5000"/>
              <a:buNone/>
              <a:defRPr sz="9600">
                <a:solidFill>
                  <a:schemeClr val="accent3"/>
                </a:solidFill>
              </a:defRPr>
            </a:lvl1pPr>
            <a:lvl2pPr lvl="1" algn="ctr">
              <a:lnSpc>
                <a:spcPct val="100000"/>
              </a:lnSpc>
              <a:spcBef>
                <a:spcPts val="0"/>
              </a:spcBef>
              <a:spcAft>
                <a:spcPts val="0"/>
              </a:spcAft>
              <a:buSzPts val="10000"/>
              <a:buNone/>
              <a:defRPr sz="10000"/>
            </a:lvl2pPr>
            <a:lvl3pPr lvl="2" algn="ctr">
              <a:lnSpc>
                <a:spcPct val="100000"/>
              </a:lnSpc>
              <a:spcBef>
                <a:spcPts val="0"/>
              </a:spcBef>
              <a:spcAft>
                <a:spcPts val="0"/>
              </a:spcAft>
              <a:buSzPts val="10000"/>
              <a:buNone/>
              <a:defRPr sz="10000"/>
            </a:lvl3pPr>
            <a:lvl4pPr lvl="3" algn="ctr">
              <a:lnSpc>
                <a:spcPct val="100000"/>
              </a:lnSpc>
              <a:spcBef>
                <a:spcPts val="0"/>
              </a:spcBef>
              <a:spcAft>
                <a:spcPts val="0"/>
              </a:spcAft>
              <a:buSzPts val="10000"/>
              <a:buNone/>
              <a:defRPr sz="10000"/>
            </a:lvl4pPr>
            <a:lvl5pPr lvl="4" algn="ctr">
              <a:lnSpc>
                <a:spcPct val="100000"/>
              </a:lnSpc>
              <a:spcBef>
                <a:spcPts val="0"/>
              </a:spcBef>
              <a:spcAft>
                <a:spcPts val="0"/>
              </a:spcAft>
              <a:buSzPts val="10000"/>
              <a:buNone/>
              <a:defRPr sz="10000"/>
            </a:lvl5pPr>
            <a:lvl6pPr lvl="5" algn="ctr">
              <a:lnSpc>
                <a:spcPct val="100000"/>
              </a:lnSpc>
              <a:spcBef>
                <a:spcPts val="0"/>
              </a:spcBef>
              <a:spcAft>
                <a:spcPts val="0"/>
              </a:spcAft>
              <a:buSzPts val="10000"/>
              <a:buNone/>
              <a:defRPr sz="10000"/>
            </a:lvl6pPr>
            <a:lvl7pPr lvl="6" algn="ctr">
              <a:lnSpc>
                <a:spcPct val="100000"/>
              </a:lnSpc>
              <a:spcBef>
                <a:spcPts val="0"/>
              </a:spcBef>
              <a:spcAft>
                <a:spcPts val="0"/>
              </a:spcAft>
              <a:buSzPts val="10000"/>
              <a:buNone/>
              <a:defRPr sz="10000"/>
            </a:lvl7pPr>
            <a:lvl8pPr lvl="7" algn="ctr">
              <a:lnSpc>
                <a:spcPct val="100000"/>
              </a:lnSpc>
              <a:spcBef>
                <a:spcPts val="0"/>
              </a:spcBef>
              <a:spcAft>
                <a:spcPts val="0"/>
              </a:spcAft>
              <a:buSzPts val="10000"/>
              <a:buNone/>
              <a:defRPr sz="10000"/>
            </a:lvl8pPr>
            <a:lvl9pPr lvl="8" algn="ctr">
              <a:lnSpc>
                <a:spcPct val="100000"/>
              </a:lnSpc>
              <a:spcBef>
                <a:spcPts val="0"/>
              </a:spcBef>
              <a:spcAft>
                <a:spcPts val="0"/>
              </a:spcAft>
              <a:buSzPts val="10000"/>
              <a:buNone/>
              <a:defRPr sz="100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12" name="Shape 612"/>
        <p:cNvGrpSpPr/>
        <p:nvPr/>
      </p:nvGrpSpPr>
      <p:grpSpPr>
        <a:xfrm>
          <a:off x="0" y="0"/>
          <a:ext cx="0" cy="0"/>
          <a:chOff x="0" y="0"/>
          <a:chExt cx="0" cy="0"/>
        </a:xfrm>
      </p:grpSpPr>
      <p:sp>
        <p:nvSpPr>
          <p:cNvPr id="613" name="Google Shape;613;p125"/>
          <p:cNvSpPr txBox="1"/>
          <p:nvPr>
            <p:ph type="ctrTitle"/>
          </p:nvPr>
        </p:nvSpPr>
        <p:spPr>
          <a:xfrm>
            <a:off x="712850" y="539500"/>
            <a:ext cx="4278300" cy="11736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3000"/>
              <a:buNone/>
              <a:defRPr sz="2400">
                <a:solidFill>
                  <a:schemeClr val="accent5"/>
                </a:solidFill>
              </a:defRPr>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1">
  <p:cSld name="CUSTOM_15">
    <p:spTree>
      <p:nvGrpSpPr>
        <p:cNvPr id="614" name="Shape 614"/>
        <p:cNvGrpSpPr/>
        <p:nvPr/>
      </p:nvGrpSpPr>
      <p:grpSpPr>
        <a:xfrm>
          <a:off x="0" y="0"/>
          <a:ext cx="0" cy="0"/>
          <a:chOff x="0" y="0"/>
          <a:chExt cx="0" cy="0"/>
        </a:xfrm>
      </p:grpSpPr>
      <p:grpSp>
        <p:nvGrpSpPr>
          <p:cNvPr id="615" name="Google Shape;615;p126"/>
          <p:cNvGrpSpPr/>
          <p:nvPr/>
        </p:nvGrpSpPr>
        <p:grpSpPr>
          <a:xfrm flipH="1" rot="10800000">
            <a:off x="-28563" y="-28574"/>
            <a:ext cx="9216047" cy="5191136"/>
            <a:chOff x="-28563" y="-28573"/>
            <a:chExt cx="9216047" cy="5191136"/>
          </a:xfrm>
        </p:grpSpPr>
        <p:sp>
          <p:nvSpPr>
            <p:cNvPr id="616" name="Google Shape;616;p126"/>
            <p:cNvSpPr/>
            <p:nvPr/>
          </p:nvSpPr>
          <p:spPr>
            <a:xfrm>
              <a:off x="319050" y="283350"/>
              <a:ext cx="8505900" cy="4576800"/>
            </a:xfrm>
            <a:prstGeom prst="roundRect">
              <a:avLst>
                <a:gd fmla="val 3396"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126"/>
            <p:cNvSpPr/>
            <p:nvPr/>
          </p:nvSpPr>
          <p:spPr>
            <a:xfrm>
              <a:off x="7132742" y="-28573"/>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126"/>
            <p:cNvSpPr/>
            <p:nvPr/>
          </p:nvSpPr>
          <p:spPr>
            <a:xfrm>
              <a:off x="6426313" y="-1905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126"/>
            <p:cNvSpPr/>
            <p:nvPr/>
          </p:nvSpPr>
          <p:spPr>
            <a:xfrm>
              <a:off x="743298" y="389782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126"/>
            <p:cNvSpPr/>
            <p:nvPr/>
          </p:nvSpPr>
          <p:spPr>
            <a:xfrm rot="10800000">
              <a:off x="-2856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126"/>
            <p:cNvSpPr/>
            <p:nvPr/>
          </p:nvSpPr>
          <p:spPr>
            <a:xfrm rot="10800000">
              <a:off x="-19038" y="27744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126"/>
            <p:cNvSpPr/>
            <p:nvPr/>
          </p:nvSpPr>
          <p:spPr>
            <a:xfrm>
              <a:off x="799140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23" name="Google Shape;623;p126"/>
          <p:cNvGrpSpPr/>
          <p:nvPr/>
        </p:nvGrpSpPr>
        <p:grpSpPr>
          <a:xfrm>
            <a:off x="4281415" y="75177"/>
            <a:ext cx="581170" cy="125403"/>
            <a:chOff x="4685288" y="186288"/>
            <a:chExt cx="419375" cy="90485"/>
          </a:xfrm>
        </p:grpSpPr>
        <p:sp>
          <p:nvSpPr>
            <p:cNvPr id="624" name="Google Shape;624;p126"/>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25" name="Google Shape;625;p126"/>
            <p:cNvGrpSpPr/>
            <p:nvPr/>
          </p:nvGrpSpPr>
          <p:grpSpPr>
            <a:xfrm>
              <a:off x="4685288" y="186300"/>
              <a:ext cx="419375" cy="90473"/>
              <a:chOff x="4390000" y="182175"/>
              <a:chExt cx="419375" cy="90473"/>
            </a:xfrm>
          </p:grpSpPr>
          <p:sp>
            <p:nvSpPr>
              <p:cNvPr id="626" name="Google Shape;626;p126"/>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126"/>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28" name="Google Shape;628;p126"/>
          <p:cNvSpPr txBox="1"/>
          <p:nvPr>
            <p:ph type="title"/>
          </p:nvPr>
        </p:nvSpPr>
        <p:spPr>
          <a:xfrm>
            <a:off x="3888375" y="906650"/>
            <a:ext cx="4320000" cy="1031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2"/>
        </a:solidFill>
      </p:bgPr>
    </p:bg>
    <p:spTree>
      <p:nvGrpSpPr>
        <p:cNvPr id="629" name="Shape 629"/>
        <p:cNvGrpSpPr/>
        <p:nvPr/>
      </p:nvGrpSpPr>
      <p:grpSpPr>
        <a:xfrm>
          <a:off x="0" y="0"/>
          <a:ext cx="0" cy="0"/>
          <a:chOff x="0" y="0"/>
          <a:chExt cx="0" cy="0"/>
        </a:xfrm>
      </p:grpSpPr>
      <p:grpSp>
        <p:nvGrpSpPr>
          <p:cNvPr id="630" name="Google Shape;630;p127"/>
          <p:cNvGrpSpPr/>
          <p:nvPr/>
        </p:nvGrpSpPr>
        <p:grpSpPr>
          <a:xfrm>
            <a:off x="319043" y="283350"/>
            <a:ext cx="8505900" cy="4576800"/>
            <a:chOff x="319043" y="283350"/>
            <a:chExt cx="8505900" cy="4576800"/>
          </a:xfrm>
        </p:grpSpPr>
        <p:sp>
          <p:nvSpPr>
            <p:cNvPr id="631" name="Google Shape;631;p127"/>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127"/>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127"/>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127"/>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35" name="Google Shape;635;p127"/>
          <p:cNvGrpSpPr/>
          <p:nvPr/>
        </p:nvGrpSpPr>
        <p:grpSpPr>
          <a:xfrm>
            <a:off x="4281415" y="375214"/>
            <a:ext cx="581170" cy="125403"/>
            <a:chOff x="4685288" y="186288"/>
            <a:chExt cx="419375" cy="90485"/>
          </a:xfrm>
        </p:grpSpPr>
        <p:sp>
          <p:nvSpPr>
            <p:cNvPr id="636" name="Google Shape;636;p127"/>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7" name="Google Shape;637;p127"/>
            <p:cNvGrpSpPr/>
            <p:nvPr/>
          </p:nvGrpSpPr>
          <p:grpSpPr>
            <a:xfrm>
              <a:off x="4685288" y="186300"/>
              <a:ext cx="419375" cy="90473"/>
              <a:chOff x="4390000" y="182175"/>
              <a:chExt cx="419375" cy="90473"/>
            </a:xfrm>
          </p:grpSpPr>
          <p:sp>
            <p:nvSpPr>
              <p:cNvPr id="638" name="Google Shape;638;p127"/>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127"/>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40" name="Google Shape;640;p127"/>
          <p:cNvSpPr/>
          <p:nvPr/>
        </p:nvSpPr>
        <p:spPr>
          <a:xfrm flipH="1" rot="10800000">
            <a:off x="6388800" y="3636168"/>
            <a:ext cx="1611114" cy="1209957"/>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127"/>
          <p:cNvSpPr/>
          <p:nvPr/>
        </p:nvSpPr>
        <p:spPr>
          <a:xfrm flipH="1" rot="10800000">
            <a:off x="5778850" y="3842942"/>
            <a:ext cx="1348069" cy="100435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127"/>
          <p:cNvSpPr txBox="1"/>
          <p:nvPr>
            <p:ph hasCustomPrompt="1" type="title"/>
          </p:nvPr>
        </p:nvSpPr>
        <p:spPr>
          <a:xfrm>
            <a:off x="1057200" y="1106125"/>
            <a:ext cx="7029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8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43" name="Google Shape;643;p127"/>
          <p:cNvSpPr txBox="1"/>
          <p:nvPr>
            <p:ph idx="1" type="subTitle"/>
          </p:nvPr>
        </p:nvSpPr>
        <p:spPr>
          <a:xfrm>
            <a:off x="1284000" y="3069625"/>
            <a:ext cx="6576000" cy="713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160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4">
  <p:cSld name="CUSTOM_6_1_1_1_1">
    <p:spTree>
      <p:nvGrpSpPr>
        <p:cNvPr id="644" name="Shape 644"/>
        <p:cNvGrpSpPr/>
        <p:nvPr/>
      </p:nvGrpSpPr>
      <p:grpSpPr>
        <a:xfrm>
          <a:off x="0" y="0"/>
          <a:ext cx="0" cy="0"/>
          <a:chOff x="0" y="0"/>
          <a:chExt cx="0" cy="0"/>
        </a:xfrm>
      </p:grpSpPr>
      <p:sp>
        <p:nvSpPr>
          <p:cNvPr id="645" name="Google Shape;645;p128"/>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46" name="Google Shape;646;p128"/>
          <p:cNvGrpSpPr/>
          <p:nvPr/>
        </p:nvGrpSpPr>
        <p:grpSpPr>
          <a:xfrm>
            <a:off x="-9513" y="1381124"/>
            <a:ext cx="9177947" cy="3762389"/>
            <a:chOff x="-9513" y="1381124"/>
            <a:chExt cx="9177947" cy="3762389"/>
          </a:xfrm>
        </p:grpSpPr>
        <p:sp>
          <p:nvSpPr>
            <p:cNvPr id="647" name="Google Shape;647;p128"/>
            <p:cNvSpPr/>
            <p:nvPr/>
          </p:nvSpPr>
          <p:spPr>
            <a:xfrm>
              <a:off x="743298"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128"/>
            <p:cNvSpPr/>
            <p:nvPr/>
          </p:nvSpPr>
          <p:spPr>
            <a:xfrm rot="10800000">
              <a:off x="-9513" y="36520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128"/>
            <p:cNvSpPr/>
            <p:nvPr/>
          </p:nvSpPr>
          <p:spPr>
            <a:xfrm>
              <a:off x="7972352" y="13811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0" name="Google Shape;650;p128"/>
          <p:cNvGrpSpPr/>
          <p:nvPr/>
        </p:nvGrpSpPr>
        <p:grpSpPr>
          <a:xfrm>
            <a:off x="4281415" y="75177"/>
            <a:ext cx="581170" cy="125403"/>
            <a:chOff x="4685288" y="186288"/>
            <a:chExt cx="419375" cy="90485"/>
          </a:xfrm>
        </p:grpSpPr>
        <p:sp>
          <p:nvSpPr>
            <p:cNvPr id="651" name="Google Shape;651;p128"/>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52" name="Google Shape;652;p128"/>
            <p:cNvGrpSpPr/>
            <p:nvPr/>
          </p:nvGrpSpPr>
          <p:grpSpPr>
            <a:xfrm>
              <a:off x="4685288" y="186300"/>
              <a:ext cx="419375" cy="90473"/>
              <a:chOff x="4390000" y="182175"/>
              <a:chExt cx="419375" cy="90473"/>
            </a:xfrm>
          </p:grpSpPr>
          <p:sp>
            <p:nvSpPr>
              <p:cNvPr id="653" name="Google Shape;653;p128"/>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128"/>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55" name="Google Shape;655;p128"/>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6" name="Google Shape;656;p128"/>
          <p:cNvSpPr txBox="1"/>
          <p:nvPr>
            <p:ph idx="2" type="title"/>
          </p:nvPr>
        </p:nvSpPr>
        <p:spPr>
          <a:xfrm>
            <a:off x="1525659" y="2772538"/>
            <a:ext cx="912600" cy="390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b="1" sz="1800"/>
            </a:lvl1pPr>
            <a:lvl2pPr lvl="1" algn="ctr">
              <a:lnSpc>
                <a:spcPct val="100000"/>
              </a:lnSpc>
              <a:spcBef>
                <a:spcPts val="0"/>
              </a:spcBef>
              <a:spcAft>
                <a:spcPts val="0"/>
              </a:spcAft>
              <a:buClr>
                <a:schemeClr val="accent5"/>
              </a:buClr>
              <a:buSzPts val="12000"/>
              <a:buNone/>
              <a:defRPr b="1" sz="12000">
                <a:solidFill>
                  <a:schemeClr val="accent5"/>
                </a:solidFill>
              </a:defRPr>
            </a:lvl2pPr>
            <a:lvl3pPr lvl="2" algn="ctr">
              <a:lnSpc>
                <a:spcPct val="100000"/>
              </a:lnSpc>
              <a:spcBef>
                <a:spcPts val="0"/>
              </a:spcBef>
              <a:spcAft>
                <a:spcPts val="0"/>
              </a:spcAft>
              <a:buClr>
                <a:schemeClr val="accent5"/>
              </a:buClr>
              <a:buSzPts val="12000"/>
              <a:buNone/>
              <a:defRPr b="1" sz="12000">
                <a:solidFill>
                  <a:schemeClr val="accent5"/>
                </a:solidFill>
              </a:defRPr>
            </a:lvl3pPr>
            <a:lvl4pPr lvl="3" algn="ctr">
              <a:lnSpc>
                <a:spcPct val="100000"/>
              </a:lnSpc>
              <a:spcBef>
                <a:spcPts val="0"/>
              </a:spcBef>
              <a:spcAft>
                <a:spcPts val="0"/>
              </a:spcAft>
              <a:buClr>
                <a:schemeClr val="accent5"/>
              </a:buClr>
              <a:buSzPts val="12000"/>
              <a:buNone/>
              <a:defRPr b="1" sz="12000">
                <a:solidFill>
                  <a:schemeClr val="accent5"/>
                </a:solidFill>
              </a:defRPr>
            </a:lvl4pPr>
            <a:lvl5pPr lvl="4" algn="ctr">
              <a:lnSpc>
                <a:spcPct val="100000"/>
              </a:lnSpc>
              <a:spcBef>
                <a:spcPts val="0"/>
              </a:spcBef>
              <a:spcAft>
                <a:spcPts val="0"/>
              </a:spcAft>
              <a:buClr>
                <a:schemeClr val="accent5"/>
              </a:buClr>
              <a:buSzPts val="12000"/>
              <a:buNone/>
              <a:defRPr b="1" sz="12000">
                <a:solidFill>
                  <a:schemeClr val="accent5"/>
                </a:solidFill>
              </a:defRPr>
            </a:lvl5pPr>
            <a:lvl6pPr lvl="5" algn="ctr">
              <a:lnSpc>
                <a:spcPct val="100000"/>
              </a:lnSpc>
              <a:spcBef>
                <a:spcPts val="0"/>
              </a:spcBef>
              <a:spcAft>
                <a:spcPts val="0"/>
              </a:spcAft>
              <a:buClr>
                <a:schemeClr val="accent5"/>
              </a:buClr>
              <a:buSzPts val="12000"/>
              <a:buNone/>
              <a:defRPr b="1" sz="12000">
                <a:solidFill>
                  <a:schemeClr val="accent5"/>
                </a:solidFill>
              </a:defRPr>
            </a:lvl6pPr>
            <a:lvl7pPr lvl="6" algn="ctr">
              <a:lnSpc>
                <a:spcPct val="100000"/>
              </a:lnSpc>
              <a:spcBef>
                <a:spcPts val="0"/>
              </a:spcBef>
              <a:spcAft>
                <a:spcPts val="0"/>
              </a:spcAft>
              <a:buClr>
                <a:schemeClr val="accent5"/>
              </a:buClr>
              <a:buSzPts val="12000"/>
              <a:buNone/>
              <a:defRPr b="1" sz="12000">
                <a:solidFill>
                  <a:schemeClr val="accent5"/>
                </a:solidFill>
              </a:defRPr>
            </a:lvl7pPr>
            <a:lvl8pPr lvl="7" algn="ctr">
              <a:lnSpc>
                <a:spcPct val="100000"/>
              </a:lnSpc>
              <a:spcBef>
                <a:spcPts val="0"/>
              </a:spcBef>
              <a:spcAft>
                <a:spcPts val="0"/>
              </a:spcAft>
              <a:buClr>
                <a:schemeClr val="accent5"/>
              </a:buClr>
              <a:buSzPts val="12000"/>
              <a:buNone/>
              <a:defRPr b="1" sz="12000">
                <a:solidFill>
                  <a:schemeClr val="accent5"/>
                </a:solidFill>
              </a:defRPr>
            </a:lvl8pPr>
            <a:lvl9pPr lvl="8" algn="ctr">
              <a:lnSpc>
                <a:spcPct val="100000"/>
              </a:lnSpc>
              <a:spcBef>
                <a:spcPts val="0"/>
              </a:spcBef>
              <a:spcAft>
                <a:spcPts val="0"/>
              </a:spcAft>
              <a:buClr>
                <a:schemeClr val="accent5"/>
              </a:buClr>
              <a:buSzPts val="12000"/>
              <a:buNone/>
              <a:defRPr b="1" sz="12000">
                <a:solidFill>
                  <a:schemeClr val="accent5"/>
                </a:solidFill>
              </a:defRPr>
            </a:lvl9pPr>
          </a:lstStyle>
          <a:p/>
        </p:txBody>
      </p:sp>
      <p:sp>
        <p:nvSpPr>
          <p:cNvPr id="657" name="Google Shape;657;p128"/>
          <p:cNvSpPr txBox="1"/>
          <p:nvPr>
            <p:ph idx="3" type="title"/>
          </p:nvPr>
        </p:nvSpPr>
        <p:spPr>
          <a:xfrm>
            <a:off x="992859" y="1841025"/>
            <a:ext cx="1978200" cy="390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Clr>
                <a:schemeClr val="accent5"/>
              </a:buClr>
              <a:buSzPts val="1800"/>
              <a:buNone/>
              <a:defRPr b="1" sz="1800">
                <a:solidFill>
                  <a:schemeClr val="accent5"/>
                </a:solidFill>
              </a:defRPr>
            </a:lvl2pPr>
            <a:lvl3pPr lvl="2" algn="ctr">
              <a:lnSpc>
                <a:spcPct val="100000"/>
              </a:lnSpc>
              <a:spcBef>
                <a:spcPts val="0"/>
              </a:spcBef>
              <a:spcAft>
                <a:spcPts val="0"/>
              </a:spcAft>
              <a:buClr>
                <a:schemeClr val="accent5"/>
              </a:buClr>
              <a:buSzPts val="1800"/>
              <a:buNone/>
              <a:defRPr b="1" sz="1800">
                <a:solidFill>
                  <a:schemeClr val="accent5"/>
                </a:solidFill>
              </a:defRPr>
            </a:lvl3pPr>
            <a:lvl4pPr lvl="3" algn="ctr">
              <a:lnSpc>
                <a:spcPct val="100000"/>
              </a:lnSpc>
              <a:spcBef>
                <a:spcPts val="0"/>
              </a:spcBef>
              <a:spcAft>
                <a:spcPts val="0"/>
              </a:spcAft>
              <a:buClr>
                <a:schemeClr val="accent5"/>
              </a:buClr>
              <a:buSzPts val="1800"/>
              <a:buNone/>
              <a:defRPr b="1" sz="1800">
                <a:solidFill>
                  <a:schemeClr val="accent5"/>
                </a:solidFill>
              </a:defRPr>
            </a:lvl4pPr>
            <a:lvl5pPr lvl="4" algn="ctr">
              <a:lnSpc>
                <a:spcPct val="100000"/>
              </a:lnSpc>
              <a:spcBef>
                <a:spcPts val="0"/>
              </a:spcBef>
              <a:spcAft>
                <a:spcPts val="0"/>
              </a:spcAft>
              <a:buClr>
                <a:schemeClr val="accent5"/>
              </a:buClr>
              <a:buSzPts val="1800"/>
              <a:buNone/>
              <a:defRPr b="1" sz="1800">
                <a:solidFill>
                  <a:schemeClr val="accent5"/>
                </a:solidFill>
              </a:defRPr>
            </a:lvl5pPr>
            <a:lvl6pPr lvl="5" algn="ctr">
              <a:lnSpc>
                <a:spcPct val="100000"/>
              </a:lnSpc>
              <a:spcBef>
                <a:spcPts val="0"/>
              </a:spcBef>
              <a:spcAft>
                <a:spcPts val="0"/>
              </a:spcAft>
              <a:buClr>
                <a:schemeClr val="accent5"/>
              </a:buClr>
              <a:buSzPts val="1800"/>
              <a:buNone/>
              <a:defRPr b="1" sz="1800">
                <a:solidFill>
                  <a:schemeClr val="accent5"/>
                </a:solidFill>
              </a:defRPr>
            </a:lvl6pPr>
            <a:lvl7pPr lvl="6" algn="ctr">
              <a:lnSpc>
                <a:spcPct val="100000"/>
              </a:lnSpc>
              <a:spcBef>
                <a:spcPts val="0"/>
              </a:spcBef>
              <a:spcAft>
                <a:spcPts val="0"/>
              </a:spcAft>
              <a:buClr>
                <a:schemeClr val="accent5"/>
              </a:buClr>
              <a:buSzPts val="1800"/>
              <a:buNone/>
              <a:defRPr b="1" sz="1800">
                <a:solidFill>
                  <a:schemeClr val="accent5"/>
                </a:solidFill>
              </a:defRPr>
            </a:lvl7pPr>
            <a:lvl8pPr lvl="7" algn="ctr">
              <a:lnSpc>
                <a:spcPct val="100000"/>
              </a:lnSpc>
              <a:spcBef>
                <a:spcPts val="0"/>
              </a:spcBef>
              <a:spcAft>
                <a:spcPts val="0"/>
              </a:spcAft>
              <a:buClr>
                <a:schemeClr val="accent5"/>
              </a:buClr>
              <a:buSzPts val="1800"/>
              <a:buNone/>
              <a:defRPr b="1" sz="1800">
                <a:solidFill>
                  <a:schemeClr val="accent5"/>
                </a:solidFill>
              </a:defRPr>
            </a:lvl8pPr>
            <a:lvl9pPr lvl="8" algn="ctr">
              <a:lnSpc>
                <a:spcPct val="100000"/>
              </a:lnSpc>
              <a:spcBef>
                <a:spcPts val="0"/>
              </a:spcBef>
              <a:spcAft>
                <a:spcPts val="0"/>
              </a:spcAft>
              <a:buClr>
                <a:schemeClr val="accent5"/>
              </a:buClr>
              <a:buSzPts val="1800"/>
              <a:buNone/>
              <a:defRPr b="1" sz="1800">
                <a:solidFill>
                  <a:schemeClr val="accent5"/>
                </a:solidFill>
              </a:defRPr>
            </a:lvl9pPr>
          </a:lstStyle>
          <a:p/>
        </p:txBody>
      </p:sp>
      <p:sp>
        <p:nvSpPr>
          <p:cNvPr id="658" name="Google Shape;658;p128"/>
          <p:cNvSpPr txBox="1"/>
          <p:nvPr>
            <p:ph idx="1" type="subTitle"/>
          </p:nvPr>
        </p:nvSpPr>
        <p:spPr>
          <a:xfrm>
            <a:off x="992859" y="1265259"/>
            <a:ext cx="19782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
        <p:nvSpPr>
          <p:cNvPr id="659" name="Google Shape;659;p128"/>
          <p:cNvSpPr txBox="1"/>
          <p:nvPr>
            <p:ph idx="4" type="title"/>
          </p:nvPr>
        </p:nvSpPr>
        <p:spPr>
          <a:xfrm>
            <a:off x="3294130" y="2771188"/>
            <a:ext cx="912600" cy="393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b="1" sz="1800"/>
            </a:lvl1pPr>
            <a:lvl2pPr lvl="1" algn="ctr">
              <a:lnSpc>
                <a:spcPct val="100000"/>
              </a:lnSpc>
              <a:spcBef>
                <a:spcPts val="0"/>
              </a:spcBef>
              <a:spcAft>
                <a:spcPts val="0"/>
              </a:spcAft>
              <a:buClr>
                <a:schemeClr val="accent5"/>
              </a:buClr>
              <a:buSzPts val="12000"/>
              <a:buNone/>
              <a:defRPr b="1" sz="12000">
                <a:solidFill>
                  <a:schemeClr val="accent5"/>
                </a:solidFill>
              </a:defRPr>
            </a:lvl2pPr>
            <a:lvl3pPr lvl="2" algn="ctr">
              <a:lnSpc>
                <a:spcPct val="100000"/>
              </a:lnSpc>
              <a:spcBef>
                <a:spcPts val="0"/>
              </a:spcBef>
              <a:spcAft>
                <a:spcPts val="0"/>
              </a:spcAft>
              <a:buClr>
                <a:schemeClr val="accent5"/>
              </a:buClr>
              <a:buSzPts val="12000"/>
              <a:buNone/>
              <a:defRPr b="1" sz="12000">
                <a:solidFill>
                  <a:schemeClr val="accent5"/>
                </a:solidFill>
              </a:defRPr>
            </a:lvl3pPr>
            <a:lvl4pPr lvl="3" algn="ctr">
              <a:lnSpc>
                <a:spcPct val="100000"/>
              </a:lnSpc>
              <a:spcBef>
                <a:spcPts val="0"/>
              </a:spcBef>
              <a:spcAft>
                <a:spcPts val="0"/>
              </a:spcAft>
              <a:buClr>
                <a:schemeClr val="accent5"/>
              </a:buClr>
              <a:buSzPts val="12000"/>
              <a:buNone/>
              <a:defRPr b="1" sz="12000">
                <a:solidFill>
                  <a:schemeClr val="accent5"/>
                </a:solidFill>
              </a:defRPr>
            </a:lvl4pPr>
            <a:lvl5pPr lvl="4" algn="ctr">
              <a:lnSpc>
                <a:spcPct val="100000"/>
              </a:lnSpc>
              <a:spcBef>
                <a:spcPts val="0"/>
              </a:spcBef>
              <a:spcAft>
                <a:spcPts val="0"/>
              </a:spcAft>
              <a:buClr>
                <a:schemeClr val="accent5"/>
              </a:buClr>
              <a:buSzPts val="12000"/>
              <a:buNone/>
              <a:defRPr b="1" sz="12000">
                <a:solidFill>
                  <a:schemeClr val="accent5"/>
                </a:solidFill>
              </a:defRPr>
            </a:lvl5pPr>
            <a:lvl6pPr lvl="5" algn="ctr">
              <a:lnSpc>
                <a:spcPct val="100000"/>
              </a:lnSpc>
              <a:spcBef>
                <a:spcPts val="0"/>
              </a:spcBef>
              <a:spcAft>
                <a:spcPts val="0"/>
              </a:spcAft>
              <a:buClr>
                <a:schemeClr val="accent5"/>
              </a:buClr>
              <a:buSzPts val="12000"/>
              <a:buNone/>
              <a:defRPr b="1" sz="12000">
                <a:solidFill>
                  <a:schemeClr val="accent5"/>
                </a:solidFill>
              </a:defRPr>
            </a:lvl6pPr>
            <a:lvl7pPr lvl="6" algn="ctr">
              <a:lnSpc>
                <a:spcPct val="100000"/>
              </a:lnSpc>
              <a:spcBef>
                <a:spcPts val="0"/>
              </a:spcBef>
              <a:spcAft>
                <a:spcPts val="0"/>
              </a:spcAft>
              <a:buClr>
                <a:schemeClr val="accent5"/>
              </a:buClr>
              <a:buSzPts val="12000"/>
              <a:buNone/>
              <a:defRPr b="1" sz="12000">
                <a:solidFill>
                  <a:schemeClr val="accent5"/>
                </a:solidFill>
              </a:defRPr>
            </a:lvl7pPr>
            <a:lvl8pPr lvl="7" algn="ctr">
              <a:lnSpc>
                <a:spcPct val="100000"/>
              </a:lnSpc>
              <a:spcBef>
                <a:spcPts val="0"/>
              </a:spcBef>
              <a:spcAft>
                <a:spcPts val="0"/>
              </a:spcAft>
              <a:buClr>
                <a:schemeClr val="accent5"/>
              </a:buClr>
              <a:buSzPts val="12000"/>
              <a:buNone/>
              <a:defRPr b="1" sz="12000">
                <a:solidFill>
                  <a:schemeClr val="accent5"/>
                </a:solidFill>
              </a:defRPr>
            </a:lvl8pPr>
            <a:lvl9pPr lvl="8" algn="ctr">
              <a:lnSpc>
                <a:spcPct val="100000"/>
              </a:lnSpc>
              <a:spcBef>
                <a:spcPts val="0"/>
              </a:spcBef>
              <a:spcAft>
                <a:spcPts val="0"/>
              </a:spcAft>
              <a:buClr>
                <a:schemeClr val="accent5"/>
              </a:buClr>
              <a:buSzPts val="12000"/>
              <a:buNone/>
              <a:defRPr b="1" sz="12000">
                <a:solidFill>
                  <a:schemeClr val="accent5"/>
                </a:solidFill>
              </a:defRPr>
            </a:lvl9pPr>
          </a:lstStyle>
          <a:p/>
        </p:txBody>
      </p:sp>
      <p:sp>
        <p:nvSpPr>
          <p:cNvPr id="660" name="Google Shape;660;p128"/>
          <p:cNvSpPr txBox="1"/>
          <p:nvPr>
            <p:ph idx="5" type="title"/>
          </p:nvPr>
        </p:nvSpPr>
        <p:spPr>
          <a:xfrm>
            <a:off x="2761330" y="3699500"/>
            <a:ext cx="1978200" cy="393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Clr>
                <a:schemeClr val="accent5"/>
              </a:buClr>
              <a:buSzPts val="1800"/>
              <a:buNone/>
              <a:defRPr b="1" sz="1800">
                <a:solidFill>
                  <a:schemeClr val="accent5"/>
                </a:solidFill>
              </a:defRPr>
            </a:lvl2pPr>
            <a:lvl3pPr lvl="2" algn="ctr">
              <a:lnSpc>
                <a:spcPct val="100000"/>
              </a:lnSpc>
              <a:spcBef>
                <a:spcPts val="0"/>
              </a:spcBef>
              <a:spcAft>
                <a:spcPts val="0"/>
              </a:spcAft>
              <a:buClr>
                <a:schemeClr val="accent5"/>
              </a:buClr>
              <a:buSzPts val="1800"/>
              <a:buNone/>
              <a:defRPr b="1" sz="1800">
                <a:solidFill>
                  <a:schemeClr val="accent5"/>
                </a:solidFill>
              </a:defRPr>
            </a:lvl3pPr>
            <a:lvl4pPr lvl="3" algn="ctr">
              <a:lnSpc>
                <a:spcPct val="100000"/>
              </a:lnSpc>
              <a:spcBef>
                <a:spcPts val="0"/>
              </a:spcBef>
              <a:spcAft>
                <a:spcPts val="0"/>
              </a:spcAft>
              <a:buClr>
                <a:schemeClr val="accent5"/>
              </a:buClr>
              <a:buSzPts val="1800"/>
              <a:buNone/>
              <a:defRPr b="1" sz="1800">
                <a:solidFill>
                  <a:schemeClr val="accent5"/>
                </a:solidFill>
              </a:defRPr>
            </a:lvl4pPr>
            <a:lvl5pPr lvl="4" algn="ctr">
              <a:lnSpc>
                <a:spcPct val="100000"/>
              </a:lnSpc>
              <a:spcBef>
                <a:spcPts val="0"/>
              </a:spcBef>
              <a:spcAft>
                <a:spcPts val="0"/>
              </a:spcAft>
              <a:buClr>
                <a:schemeClr val="accent5"/>
              </a:buClr>
              <a:buSzPts val="1800"/>
              <a:buNone/>
              <a:defRPr b="1" sz="1800">
                <a:solidFill>
                  <a:schemeClr val="accent5"/>
                </a:solidFill>
              </a:defRPr>
            </a:lvl5pPr>
            <a:lvl6pPr lvl="5" algn="ctr">
              <a:lnSpc>
                <a:spcPct val="100000"/>
              </a:lnSpc>
              <a:spcBef>
                <a:spcPts val="0"/>
              </a:spcBef>
              <a:spcAft>
                <a:spcPts val="0"/>
              </a:spcAft>
              <a:buClr>
                <a:schemeClr val="accent5"/>
              </a:buClr>
              <a:buSzPts val="1800"/>
              <a:buNone/>
              <a:defRPr b="1" sz="1800">
                <a:solidFill>
                  <a:schemeClr val="accent5"/>
                </a:solidFill>
              </a:defRPr>
            </a:lvl6pPr>
            <a:lvl7pPr lvl="6" algn="ctr">
              <a:lnSpc>
                <a:spcPct val="100000"/>
              </a:lnSpc>
              <a:spcBef>
                <a:spcPts val="0"/>
              </a:spcBef>
              <a:spcAft>
                <a:spcPts val="0"/>
              </a:spcAft>
              <a:buClr>
                <a:schemeClr val="accent5"/>
              </a:buClr>
              <a:buSzPts val="1800"/>
              <a:buNone/>
              <a:defRPr b="1" sz="1800">
                <a:solidFill>
                  <a:schemeClr val="accent5"/>
                </a:solidFill>
              </a:defRPr>
            </a:lvl7pPr>
            <a:lvl8pPr lvl="7" algn="ctr">
              <a:lnSpc>
                <a:spcPct val="100000"/>
              </a:lnSpc>
              <a:spcBef>
                <a:spcPts val="0"/>
              </a:spcBef>
              <a:spcAft>
                <a:spcPts val="0"/>
              </a:spcAft>
              <a:buClr>
                <a:schemeClr val="accent5"/>
              </a:buClr>
              <a:buSzPts val="1800"/>
              <a:buNone/>
              <a:defRPr b="1" sz="1800">
                <a:solidFill>
                  <a:schemeClr val="accent5"/>
                </a:solidFill>
              </a:defRPr>
            </a:lvl8pPr>
            <a:lvl9pPr lvl="8" algn="ctr">
              <a:lnSpc>
                <a:spcPct val="100000"/>
              </a:lnSpc>
              <a:spcBef>
                <a:spcPts val="0"/>
              </a:spcBef>
              <a:spcAft>
                <a:spcPts val="0"/>
              </a:spcAft>
              <a:buClr>
                <a:schemeClr val="accent5"/>
              </a:buClr>
              <a:buSzPts val="1800"/>
              <a:buNone/>
              <a:defRPr b="1" sz="1800">
                <a:solidFill>
                  <a:schemeClr val="accent5"/>
                </a:solidFill>
              </a:defRPr>
            </a:lvl9pPr>
          </a:lstStyle>
          <a:p/>
        </p:txBody>
      </p:sp>
      <p:sp>
        <p:nvSpPr>
          <p:cNvPr id="661" name="Google Shape;661;p128"/>
          <p:cNvSpPr txBox="1"/>
          <p:nvPr>
            <p:ph idx="6" type="subTitle"/>
          </p:nvPr>
        </p:nvSpPr>
        <p:spPr>
          <a:xfrm>
            <a:off x="2761330" y="4092825"/>
            <a:ext cx="19782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
        <p:nvSpPr>
          <p:cNvPr id="662" name="Google Shape;662;p128"/>
          <p:cNvSpPr txBox="1"/>
          <p:nvPr>
            <p:ph idx="7" type="title"/>
          </p:nvPr>
        </p:nvSpPr>
        <p:spPr>
          <a:xfrm>
            <a:off x="5062601" y="2771188"/>
            <a:ext cx="912600" cy="393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b="1" sz="1800"/>
            </a:lvl1pPr>
            <a:lvl2pPr lvl="1" algn="ctr">
              <a:lnSpc>
                <a:spcPct val="100000"/>
              </a:lnSpc>
              <a:spcBef>
                <a:spcPts val="0"/>
              </a:spcBef>
              <a:spcAft>
                <a:spcPts val="0"/>
              </a:spcAft>
              <a:buClr>
                <a:schemeClr val="accent5"/>
              </a:buClr>
              <a:buSzPts val="12000"/>
              <a:buNone/>
              <a:defRPr b="1" sz="12000">
                <a:solidFill>
                  <a:schemeClr val="accent5"/>
                </a:solidFill>
              </a:defRPr>
            </a:lvl2pPr>
            <a:lvl3pPr lvl="2" algn="ctr">
              <a:lnSpc>
                <a:spcPct val="100000"/>
              </a:lnSpc>
              <a:spcBef>
                <a:spcPts val="0"/>
              </a:spcBef>
              <a:spcAft>
                <a:spcPts val="0"/>
              </a:spcAft>
              <a:buClr>
                <a:schemeClr val="accent5"/>
              </a:buClr>
              <a:buSzPts val="12000"/>
              <a:buNone/>
              <a:defRPr b="1" sz="12000">
                <a:solidFill>
                  <a:schemeClr val="accent5"/>
                </a:solidFill>
              </a:defRPr>
            </a:lvl3pPr>
            <a:lvl4pPr lvl="3" algn="ctr">
              <a:lnSpc>
                <a:spcPct val="100000"/>
              </a:lnSpc>
              <a:spcBef>
                <a:spcPts val="0"/>
              </a:spcBef>
              <a:spcAft>
                <a:spcPts val="0"/>
              </a:spcAft>
              <a:buClr>
                <a:schemeClr val="accent5"/>
              </a:buClr>
              <a:buSzPts val="12000"/>
              <a:buNone/>
              <a:defRPr b="1" sz="12000">
                <a:solidFill>
                  <a:schemeClr val="accent5"/>
                </a:solidFill>
              </a:defRPr>
            </a:lvl4pPr>
            <a:lvl5pPr lvl="4" algn="ctr">
              <a:lnSpc>
                <a:spcPct val="100000"/>
              </a:lnSpc>
              <a:spcBef>
                <a:spcPts val="0"/>
              </a:spcBef>
              <a:spcAft>
                <a:spcPts val="0"/>
              </a:spcAft>
              <a:buClr>
                <a:schemeClr val="accent5"/>
              </a:buClr>
              <a:buSzPts val="12000"/>
              <a:buNone/>
              <a:defRPr b="1" sz="12000">
                <a:solidFill>
                  <a:schemeClr val="accent5"/>
                </a:solidFill>
              </a:defRPr>
            </a:lvl5pPr>
            <a:lvl6pPr lvl="5" algn="ctr">
              <a:lnSpc>
                <a:spcPct val="100000"/>
              </a:lnSpc>
              <a:spcBef>
                <a:spcPts val="0"/>
              </a:spcBef>
              <a:spcAft>
                <a:spcPts val="0"/>
              </a:spcAft>
              <a:buClr>
                <a:schemeClr val="accent5"/>
              </a:buClr>
              <a:buSzPts val="12000"/>
              <a:buNone/>
              <a:defRPr b="1" sz="12000">
                <a:solidFill>
                  <a:schemeClr val="accent5"/>
                </a:solidFill>
              </a:defRPr>
            </a:lvl6pPr>
            <a:lvl7pPr lvl="6" algn="ctr">
              <a:lnSpc>
                <a:spcPct val="100000"/>
              </a:lnSpc>
              <a:spcBef>
                <a:spcPts val="0"/>
              </a:spcBef>
              <a:spcAft>
                <a:spcPts val="0"/>
              </a:spcAft>
              <a:buClr>
                <a:schemeClr val="accent5"/>
              </a:buClr>
              <a:buSzPts val="12000"/>
              <a:buNone/>
              <a:defRPr b="1" sz="12000">
                <a:solidFill>
                  <a:schemeClr val="accent5"/>
                </a:solidFill>
              </a:defRPr>
            </a:lvl7pPr>
            <a:lvl8pPr lvl="7" algn="ctr">
              <a:lnSpc>
                <a:spcPct val="100000"/>
              </a:lnSpc>
              <a:spcBef>
                <a:spcPts val="0"/>
              </a:spcBef>
              <a:spcAft>
                <a:spcPts val="0"/>
              </a:spcAft>
              <a:buClr>
                <a:schemeClr val="accent5"/>
              </a:buClr>
              <a:buSzPts val="12000"/>
              <a:buNone/>
              <a:defRPr b="1" sz="12000">
                <a:solidFill>
                  <a:schemeClr val="accent5"/>
                </a:solidFill>
              </a:defRPr>
            </a:lvl8pPr>
            <a:lvl9pPr lvl="8" algn="ctr">
              <a:lnSpc>
                <a:spcPct val="100000"/>
              </a:lnSpc>
              <a:spcBef>
                <a:spcPts val="0"/>
              </a:spcBef>
              <a:spcAft>
                <a:spcPts val="0"/>
              </a:spcAft>
              <a:buClr>
                <a:schemeClr val="accent5"/>
              </a:buClr>
              <a:buSzPts val="12000"/>
              <a:buNone/>
              <a:defRPr b="1" sz="12000">
                <a:solidFill>
                  <a:schemeClr val="accent5"/>
                </a:solidFill>
              </a:defRPr>
            </a:lvl9pPr>
          </a:lstStyle>
          <a:p/>
        </p:txBody>
      </p:sp>
      <p:sp>
        <p:nvSpPr>
          <p:cNvPr id="663" name="Google Shape;663;p128"/>
          <p:cNvSpPr txBox="1"/>
          <p:nvPr>
            <p:ph idx="8" type="title"/>
          </p:nvPr>
        </p:nvSpPr>
        <p:spPr>
          <a:xfrm>
            <a:off x="4529801" y="1833350"/>
            <a:ext cx="1978200" cy="390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Clr>
                <a:schemeClr val="accent5"/>
              </a:buClr>
              <a:buSzPts val="1800"/>
              <a:buNone/>
              <a:defRPr b="1" sz="1800">
                <a:solidFill>
                  <a:schemeClr val="accent5"/>
                </a:solidFill>
              </a:defRPr>
            </a:lvl2pPr>
            <a:lvl3pPr lvl="2" algn="ctr">
              <a:lnSpc>
                <a:spcPct val="100000"/>
              </a:lnSpc>
              <a:spcBef>
                <a:spcPts val="0"/>
              </a:spcBef>
              <a:spcAft>
                <a:spcPts val="0"/>
              </a:spcAft>
              <a:buClr>
                <a:schemeClr val="accent5"/>
              </a:buClr>
              <a:buSzPts val="1800"/>
              <a:buNone/>
              <a:defRPr b="1" sz="1800">
                <a:solidFill>
                  <a:schemeClr val="accent5"/>
                </a:solidFill>
              </a:defRPr>
            </a:lvl3pPr>
            <a:lvl4pPr lvl="3" algn="ctr">
              <a:lnSpc>
                <a:spcPct val="100000"/>
              </a:lnSpc>
              <a:spcBef>
                <a:spcPts val="0"/>
              </a:spcBef>
              <a:spcAft>
                <a:spcPts val="0"/>
              </a:spcAft>
              <a:buClr>
                <a:schemeClr val="accent5"/>
              </a:buClr>
              <a:buSzPts val="1800"/>
              <a:buNone/>
              <a:defRPr b="1" sz="1800">
                <a:solidFill>
                  <a:schemeClr val="accent5"/>
                </a:solidFill>
              </a:defRPr>
            </a:lvl4pPr>
            <a:lvl5pPr lvl="4" algn="ctr">
              <a:lnSpc>
                <a:spcPct val="100000"/>
              </a:lnSpc>
              <a:spcBef>
                <a:spcPts val="0"/>
              </a:spcBef>
              <a:spcAft>
                <a:spcPts val="0"/>
              </a:spcAft>
              <a:buClr>
                <a:schemeClr val="accent5"/>
              </a:buClr>
              <a:buSzPts val="1800"/>
              <a:buNone/>
              <a:defRPr b="1" sz="1800">
                <a:solidFill>
                  <a:schemeClr val="accent5"/>
                </a:solidFill>
              </a:defRPr>
            </a:lvl5pPr>
            <a:lvl6pPr lvl="5" algn="ctr">
              <a:lnSpc>
                <a:spcPct val="100000"/>
              </a:lnSpc>
              <a:spcBef>
                <a:spcPts val="0"/>
              </a:spcBef>
              <a:spcAft>
                <a:spcPts val="0"/>
              </a:spcAft>
              <a:buClr>
                <a:schemeClr val="accent5"/>
              </a:buClr>
              <a:buSzPts val="1800"/>
              <a:buNone/>
              <a:defRPr b="1" sz="1800">
                <a:solidFill>
                  <a:schemeClr val="accent5"/>
                </a:solidFill>
              </a:defRPr>
            </a:lvl6pPr>
            <a:lvl7pPr lvl="6" algn="ctr">
              <a:lnSpc>
                <a:spcPct val="100000"/>
              </a:lnSpc>
              <a:spcBef>
                <a:spcPts val="0"/>
              </a:spcBef>
              <a:spcAft>
                <a:spcPts val="0"/>
              </a:spcAft>
              <a:buClr>
                <a:schemeClr val="accent5"/>
              </a:buClr>
              <a:buSzPts val="1800"/>
              <a:buNone/>
              <a:defRPr b="1" sz="1800">
                <a:solidFill>
                  <a:schemeClr val="accent5"/>
                </a:solidFill>
              </a:defRPr>
            </a:lvl7pPr>
            <a:lvl8pPr lvl="7" algn="ctr">
              <a:lnSpc>
                <a:spcPct val="100000"/>
              </a:lnSpc>
              <a:spcBef>
                <a:spcPts val="0"/>
              </a:spcBef>
              <a:spcAft>
                <a:spcPts val="0"/>
              </a:spcAft>
              <a:buClr>
                <a:schemeClr val="accent5"/>
              </a:buClr>
              <a:buSzPts val="1800"/>
              <a:buNone/>
              <a:defRPr b="1" sz="1800">
                <a:solidFill>
                  <a:schemeClr val="accent5"/>
                </a:solidFill>
              </a:defRPr>
            </a:lvl8pPr>
            <a:lvl9pPr lvl="8" algn="ctr">
              <a:lnSpc>
                <a:spcPct val="100000"/>
              </a:lnSpc>
              <a:spcBef>
                <a:spcPts val="0"/>
              </a:spcBef>
              <a:spcAft>
                <a:spcPts val="0"/>
              </a:spcAft>
              <a:buClr>
                <a:schemeClr val="accent5"/>
              </a:buClr>
              <a:buSzPts val="1800"/>
              <a:buNone/>
              <a:defRPr b="1" sz="1800">
                <a:solidFill>
                  <a:schemeClr val="accent5"/>
                </a:solidFill>
              </a:defRPr>
            </a:lvl9pPr>
          </a:lstStyle>
          <a:p/>
        </p:txBody>
      </p:sp>
      <p:sp>
        <p:nvSpPr>
          <p:cNvPr id="664" name="Google Shape;664;p128"/>
          <p:cNvSpPr txBox="1"/>
          <p:nvPr>
            <p:ph idx="9" type="subTitle"/>
          </p:nvPr>
        </p:nvSpPr>
        <p:spPr>
          <a:xfrm>
            <a:off x="4529801" y="1265259"/>
            <a:ext cx="19782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
        <p:nvSpPr>
          <p:cNvPr id="665" name="Google Shape;665;p128"/>
          <p:cNvSpPr txBox="1"/>
          <p:nvPr>
            <p:ph idx="13" type="title"/>
          </p:nvPr>
        </p:nvSpPr>
        <p:spPr>
          <a:xfrm>
            <a:off x="6831071" y="2771188"/>
            <a:ext cx="912600" cy="393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b="1" sz="1800"/>
            </a:lvl1pPr>
            <a:lvl2pPr lvl="1" algn="ctr">
              <a:lnSpc>
                <a:spcPct val="100000"/>
              </a:lnSpc>
              <a:spcBef>
                <a:spcPts val="0"/>
              </a:spcBef>
              <a:spcAft>
                <a:spcPts val="0"/>
              </a:spcAft>
              <a:buClr>
                <a:schemeClr val="accent5"/>
              </a:buClr>
              <a:buSzPts val="12000"/>
              <a:buNone/>
              <a:defRPr b="1" sz="12000">
                <a:solidFill>
                  <a:schemeClr val="accent5"/>
                </a:solidFill>
              </a:defRPr>
            </a:lvl2pPr>
            <a:lvl3pPr lvl="2" algn="ctr">
              <a:lnSpc>
                <a:spcPct val="100000"/>
              </a:lnSpc>
              <a:spcBef>
                <a:spcPts val="0"/>
              </a:spcBef>
              <a:spcAft>
                <a:spcPts val="0"/>
              </a:spcAft>
              <a:buClr>
                <a:schemeClr val="accent5"/>
              </a:buClr>
              <a:buSzPts val="12000"/>
              <a:buNone/>
              <a:defRPr b="1" sz="12000">
                <a:solidFill>
                  <a:schemeClr val="accent5"/>
                </a:solidFill>
              </a:defRPr>
            </a:lvl3pPr>
            <a:lvl4pPr lvl="3" algn="ctr">
              <a:lnSpc>
                <a:spcPct val="100000"/>
              </a:lnSpc>
              <a:spcBef>
                <a:spcPts val="0"/>
              </a:spcBef>
              <a:spcAft>
                <a:spcPts val="0"/>
              </a:spcAft>
              <a:buClr>
                <a:schemeClr val="accent5"/>
              </a:buClr>
              <a:buSzPts val="12000"/>
              <a:buNone/>
              <a:defRPr b="1" sz="12000">
                <a:solidFill>
                  <a:schemeClr val="accent5"/>
                </a:solidFill>
              </a:defRPr>
            </a:lvl4pPr>
            <a:lvl5pPr lvl="4" algn="ctr">
              <a:lnSpc>
                <a:spcPct val="100000"/>
              </a:lnSpc>
              <a:spcBef>
                <a:spcPts val="0"/>
              </a:spcBef>
              <a:spcAft>
                <a:spcPts val="0"/>
              </a:spcAft>
              <a:buClr>
                <a:schemeClr val="accent5"/>
              </a:buClr>
              <a:buSzPts val="12000"/>
              <a:buNone/>
              <a:defRPr b="1" sz="12000">
                <a:solidFill>
                  <a:schemeClr val="accent5"/>
                </a:solidFill>
              </a:defRPr>
            </a:lvl5pPr>
            <a:lvl6pPr lvl="5" algn="ctr">
              <a:lnSpc>
                <a:spcPct val="100000"/>
              </a:lnSpc>
              <a:spcBef>
                <a:spcPts val="0"/>
              </a:spcBef>
              <a:spcAft>
                <a:spcPts val="0"/>
              </a:spcAft>
              <a:buClr>
                <a:schemeClr val="accent5"/>
              </a:buClr>
              <a:buSzPts val="12000"/>
              <a:buNone/>
              <a:defRPr b="1" sz="12000">
                <a:solidFill>
                  <a:schemeClr val="accent5"/>
                </a:solidFill>
              </a:defRPr>
            </a:lvl6pPr>
            <a:lvl7pPr lvl="6" algn="ctr">
              <a:lnSpc>
                <a:spcPct val="100000"/>
              </a:lnSpc>
              <a:spcBef>
                <a:spcPts val="0"/>
              </a:spcBef>
              <a:spcAft>
                <a:spcPts val="0"/>
              </a:spcAft>
              <a:buClr>
                <a:schemeClr val="accent5"/>
              </a:buClr>
              <a:buSzPts val="12000"/>
              <a:buNone/>
              <a:defRPr b="1" sz="12000">
                <a:solidFill>
                  <a:schemeClr val="accent5"/>
                </a:solidFill>
              </a:defRPr>
            </a:lvl7pPr>
            <a:lvl8pPr lvl="7" algn="ctr">
              <a:lnSpc>
                <a:spcPct val="100000"/>
              </a:lnSpc>
              <a:spcBef>
                <a:spcPts val="0"/>
              </a:spcBef>
              <a:spcAft>
                <a:spcPts val="0"/>
              </a:spcAft>
              <a:buClr>
                <a:schemeClr val="accent5"/>
              </a:buClr>
              <a:buSzPts val="12000"/>
              <a:buNone/>
              <a:defRPr b="1" sz="12000">
                <a:solidFill>
                  <a:schemeClr val="accent5"/>
                </a:solidFill>
              </a:defRPr>
            </a:lvl8pPr>
            <a:lvl9pPr lvl="8" algn="ctr">
              <a:lnSpc>
                <a:spcPct val="100000"/>
              </a:lnSpc>
              <a:spcBef>
                <a:spcPts val="0"/>
              </a:spcBef>
              <a:spcAft>
                <a:spcPts val="0"/>
              </a:spcAft>
              <a:buClr>
                <a:schemeClr val="accent5"/>
              </a:buClr>
              <a:buSzPts val="12000"/>
              <a:buNone/>
              <a:defRPr b="1" sz="12000">
                <a:solidFill>
                  <a:schemeClr val="accent5"/>
                </a:solidFill>
              </a:defRPr>
            </a:lvl9pPr>
          </a:lstStyle>
          <a:p/>
        </p:txBody>
      </p:sp>
      <p:sp>
        <p:nvSpPr>
          <p:cNvPr id="666" name="Google Shape;666;p128"/>
          <p:cNvSpPr txBox="1"/>
          <p:nvPr>
            <p:ph idx="14" type="title"/>
          </p:nvPr>
        </p:nvSpPr>
        <p:spPr>
          <a:xfrm>
            <a:off x="6298271" y="3699500"/>
            <a:ext cx="1978200" cy="393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1800"/>
            </a:lvl1pPr>
            <a:lvl2pPr lvl="1" algn="ctr">
              <a:lnSpc>
                <a:spcPct val="100000"/>
              </a:lnSpc>
              <a:spcBef>
                <a:spcPts val="0"/>
              </a:spcBef>
              <a:spcAft>
                <a:spcPts val="0"/>
              </a:spcAft>
              <a:buClr>
                <a:schemeClr val="accent5"/>
              </a:buClr>
              <a:buSzPts val="1800"/>
              <a:buNone/>
              <a:defRPr b="1" sz="1800">
                <a:solidFill>
                  <a:schemeClr val="accent5"/>
                </a:solidFill>
              </a:defRPr>
            </a:lvl2pPr>
            <a:lvl3pPr lvl="2" algn="ctr">
              <a:lnSpc>
                <a:spcPct val="100000"/>
              </a:lnSpc>
              <a:spcBef>
                <a:spcPts val="0"/>
              </a:spcBef>
              <a:spcAft>
                <a:spcPts val="0"/>
              </a:spcAft>
              <a:buClr>
                <a:schemeClr val="accent5"/>
              </a:buClr>
              <a:buSzPts val="1800"/>
              <a:buNone/>
              <a:defRPr b="1" sz="1800">
                <a:solidFill>
                  <a:schemeClr val="accent5"/>
                </a:solidFill>
              </a:defRPr>
            </a:lvl3pPr>
            <a:lvl4pPr lvl="3" algn="ctr">
              <a:lnSpc>
                <a:spcPct val="100000"/>
              </a:lnSpc>
              <a:spcBef>
                <a:spcPts val="0"/>
              </a:spcBef>
              <a:spcAft>
                <a:spcPts val="0"/>
              </a:spcAft>
              <a:buClr>
                <a:schemeClr val="accent5"/>
              </a:buClr>
              <a:buSzPts val="1800"/>
              <a:buNone/>
              <a:defRPr b="1" sz="1800">
                <a:solidFill>
                  <a:schemeClr val="accent5"/>
                </a:solidFill>
              </a:defRPr>
            </a:lvl4pPr>
            <a:lvl5pPr lvl="4" algn="ctr">
              <a:lnSpc>
                <a:spcPct val="100000"/>
              </a:lnSpc>
              <a:spcBef>
                <a:spcPts val="0"/>
              </a:spcBef>
              <a:spcAft>
                <a:spcPts val="0"/>
              </a:spcAft>
              <a:buClr>
                <a:schemeClr val="accent5"/>
              </a:buClr>
              <a:buSzPts val="1800"/>
              <a:buNone/>
              <a:defRPr b="1" sz="1800">
                <a:solidFill>
                  <a:schemeClr val="accent5"/>
                </a:solidFill>
              </a:defRPr>
            </a:lvl5pPr>
            <a:lvl6pPr lvl="5" algn="ctr">
              <a:lnSpc>
                <a:spcPct val="100000"/>
              </a:lnSpc>
              <a:spcBef>
                <a:spcPts val="0"/>
              </a:spcBef>
              <a:spcAft>
                <a:spcPts val="0"/>
              </a:spcAft>
              <a:buClr>
                <a:schemeClr val="accent5"/>
              </a:buClr>
              <a:buSzPts val="1800"/>
              <a:buNone/>
              <a:defRPr b="1" sz="1800">
                <a:solidFill>
                  <a:schemeClr val="accent5"/>
                </a:solidFill>
              </a:defRPr>
            </a:lvl6pPr>
            <a:lvl7pPr lvl="6" algn="ctr">
              <a:lnSpc>
                <a:spcPct val="100000"/>
              </a:lnSpc>
              <a:spcBef>
                <a:spcPts val="0"/>
              </a:spcBef>
              <a:spcAft>
                <a:spcPts val="0"/>
              </a:spcAft>
              <a:buClr>
                <a:schemeClr val="accent5"/>
              </a:buClr>
              <a:buSzPts val="1800"/>
              <a:buNone/>
              <a:defRPr b="1" sz="1800">
                <a:solidFill>
                  <a:schemeClr val="accent5"/>
                </a:solidFill>
              </a:defRPr>
            </a:lvl7pPr>
            <a:lvl8pPr lvl="7" algn="ctr">
              <a:lnSpc>
                <a:spcPct val="100000"/>
              </a:lnSpc>
              <a:spcBef>
                <a:spcPts val="0"/>
              </a:spcBef>
              <a:spcAft>
                <a:spcPts val="0"/>
              </a:spcAft>
              <a:buClr>
                <a:schemeClr val="accent5"/>
              </a:buClr>
              <a:buSzPts val="1800"/>
              <a:buNone/>
              <a:defRPr b="1" sz="1800">
                <a:solidFill>
                  <a:schemeClr val="accent5"/>
                </a:solidFill>
              </a:defRPr>
            </a:lvl8pPr>
            <a:lvl9pPr lvl="8" algn="ctr">
              <a:lnSpc>
                <a:spcPct val="100000"/>
              </a:lnSpc>
              <a:spcBef>
                <a:spcPts val="0"/>
              </a:spcBef>
              <a:spcAft>
                <a:spcPts val="0"/>
              </a:spcAft>
              <a:buClr>
                <a:schemeClr val="accent5"/>
              </a:buClr>
              <a:buSzPts val="1800"/>
              <a:buNone/>
              <a:defRPr b="1" sz="1800">
                <a:solidFill>
                  <a:schemeClr val="accent5"/>
                </a:solidFill>
              </a:defRPr>
            </a:lvl9pPr>
          </a:lstStyle>
          <a:p/>
        </p:txBody>
      </p:sp>
      <p:sp>
        <p:nvSpPr>
          <p:cNvPr id="667" name="Google Shape;667;p128"/>
          <p:cNvSpPr txBox="1"/>
          <p:nvPr>
            <p:ph idx="15" type="subTitle"/>
          </p:nvPr>
        </p:nvSpPr>
        <p:spPr>
          <a:xfrm>
            <a:off x="6298271" y="4092825"/>
            <a:ext cx="1978200" cy="527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1600"/>
              </a:spcBef>
              <a:spcAft>
                <a:spcPts val="0"/>
              </a:spcAft>
              <a:buSzPts val="1600"/>
              <a:buNone/>
              <a:defRPr sz="1600"/>
            </a:lvl3pPr>
            <a:lvl4pPr lvl="3" algn="ctr">
              <a:lnSpc>
                <a:spcPct val="100000"/>
              </a:lnSpc>
              <a:spcBef>
                <a:spcPts val="1600"/>
              </a:spcBef>
              <a:spcAft>
                <a:spcPts val="0"/>
              </a:spcAft>
              <a:buSzPts val="1600"/>
              <a:buNone/>
              <a:defRPr sz="1600"/>
            </a:lvl4pPr>
            <a:lvl5pPr lvl="4" algn="ctr">
              <a:lnSpc>
                <a:spcPct val="100000"/>
              </a:lnSpc>
              <a:spcBef>
                <a:spcPts val="1600"/>
              </a:spcBef>
              <a:spcAft>
                <a:spcPts val="0"/>
              </a:spcAft>
              <a:buSzPts val="1600"/>
              <a:buNone/>
              <a:defRPr sz="1600"/>
            </a:lvl5pPr>
            <a:lvl6pPr lvl="5" algn="ctr">
              <a:lnSpc>
                <a:spcPct val="100000"/>
              </a:lnSpc>
              <a:spcBef>
                <a:spcPts val="1600"/>
              </a:spcBef>
              <a:spcAft>
                <a:spcPts val="0"/>
              </a:spcAft>
              <a:buSzPts val="1600"/>
              <a:buNone/>
              <a:defRPr sz="1600"/>
            </a:lvl6pPr>
            <a:lvl7pPr lvl="6" algn="ctr">
              <a:lnSpc>
                <a:spcPct val="100000"/>
              </a:lnSpc>
              <a:spcBef>
                <a:spcPts val="1600"/>
              </a:spcBef>
              <a:spcAft>
                <a:spcPts val="0"/>
              </a:spcAft>
              <a:buSzPts val="1600"/>
              <a:buNone/>
              <a:defRPr sz="1600"/>
            </a:lvl7pPr>
            <a:lvl8pPr lvl="7" algn="ctr">
              <a:lnSpc>
                <a:spcPct val="100000"/>
              </a:lnSpc>
              <a:spcBef>
                <a:spcPts val="1600"/>
              </a:spcBef>
              <a:spcAft>
                <a:spcPts val="0"/>
              </a:spcAft>
              <a:buSzPts val="1600"/>
              <a:buNone/>
              <a:defRPr sz="1600"/>
            </a:lvl8pPr>
            <a:lvl9pPr lvl="8"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12_1_1">
    <p:bg>
      <p:bgPr>
        <a:solidFill>
          <a:schemeClr val="accent2"/>
        </a:solidFill>
      </p:bgPr>
    </p:bg>
    <p:spTree>
      <p:nvGrpSpPr>
        <p:cNvPr id="668" name="Shape 668"/>
        <p:cNvGrpSpPr/>
        <p:nvPr/>
      </p:nvGrpSpPr>
      <p:grpSpPr>
        <a:xfrm>
          <a:off x="0" y="0"/>
          <a:ext cx="0" cy="0"/>
          <a:chOff x="0" y="0"/>
          <a:chExt cx="0" cy="0"/>
        </a:xfrm>
      </p:grpSpPr>
      <p:sp>
        <p:nvSpPr>
          <p:cNvPr id="669" name="Google Shape;669;p129"/>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129"/>
          <p:cNvSpPr/>
          <p:nvPr/>
        </p:nvSpPr>
        <p:spPr>
          <a:xfrm flipH="1" rot="10800000">
            <a:off x="3486150" y="579300"/>
            <a:ext cx="4992900" cy="39834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71" name="Google Shape;671;p129"/>
          <p:cNvGrpSpPr/>
          <p:nvPr/>
        </p:nvGrpSpPr>
        <p:grpSpPr>
          <a:xfrm>
            <a:off x="6659628" y="3464137"/>
            <a:ext cx="1805175" cy="1083810"/>
            <a:chOff x="6659628" y="3464137"/>
            <a:chExt cx="1805175" cy="1083810"/>
          </a:xfrm>
        </p:grpSpPr>
        <p:sp>
          <p:nvSpPr>
            <p:cNvPr id="672" name="Google Shape;672;p129"/>
            <p:cNvSpPr/>
            <p:nvPr/>
          </p:nvSpPr>
          <p:spPr>
            <a:xfrm flipH="1">
              <a:off x="6659628" y="3545595"/>
              <a:ext cx="1262868" cy="1002352"/>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129"/>
            <p:cNvSpPr/>
            <p:nvPr/>
          </p:nvSpPr>
          <p:spPr>
            <a:xfrm flipH="1" rot="10800000">
              <a:off x="7611614" y="3464137"/>
              <a:ext cx="853189" cy="845690"/>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74" name="Google Shape;674;p129"/>
          <p:cNvSpPr/>
          <p:nvPr/>
        </p:nvSpPr>
        <p:spPr>
          <a:xfrm flipH="1" rot="10800000">
            <a:off x="661175" y="576000"/>
            <a:ext cx="2682000" cy="3986700"/>
          </a:xfrm>
          <a:prstGeom prst="roundRect">
            <a:avLst>
              <a:gd fmla="val 6245"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129"/>
          <p:cNvSpPr/>
          <p:nvPr/>
        </p:nvSpPr>
        <p:spPr>
          <a:xfrm flipH="1">
            <a:off x="947000" y="591709"/>
            <a:ext cx="1028800" cy="82064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129"/>
          <p:cNvSpPr/>
          <p:nvPr/>
        </p:nvSpPr>
        <p:spPr>
          <a:xfrm flipH="1">
            <a:off x="1535518" y="590653"/>
            <a:ext cx="804131" cy="64139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77" name="Google Shape;677;p129"/>
          <p:cNvGrpSpPr/>
          <p:nvPr/>
        </p:nvGrpSpPr>
        <p:grpSpPr>
          <a:xfrm>
            <a:off x="4281415" y="375214"/>
            <a:ext cx="581170" cy="125403"/>
            <a:chOff x="4685288" y="186288"/>
            <a:chExt cx="419375" cy="90485"/>
          </a:xfrm>
        </p:grpSpPr>
        <p:sp>
          <p:nvSpPr>
            <p:cNvPr id="678" name="Google Shape;678;p129"/>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79" name="Google Shape;679;p129"/>
            <p:cNvGrpSpPr/>
            <p:nvPr/>
          </p:nvGrpSpPr>
          <p:grpSpPr>
            <a:xfrm>
              <a:off x="4685288" y="186300"/>
              <a:ext cx="419375" cy="90473"/>
              <a:chOff x="4390000" y="182175"/>
              <a:chExt cx="419375" cy="90473"/>
            </a:xfrm>
          </p:grpSpPr>
          <p:sp>
            <p:nvSpPr>
              <p:cNvPr id="680" name="Google Shape;680;p129"/>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129"/>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82" name="Google Shape;682;p129"/>
          <p:cNvSpPr txBox="1"/>
          <p:nvPr>
            <p:ph type="ctrTitle"/>
          </p:nvPr>
        </p:nvSpPr>
        <p:spPr>
          <a:xfrm>
            <a:off x="4302700" y="1714500"/>
            <a:ext cx="3374100" cy="1289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8000"/>
              <a:buNone/>
              <a:defRPr sz="34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683" name="Google Shape;683;p129"/>
          <p:cNvSpPr txBox="1"/>
          <p:nvPr>
            <p:ph idx="1" type="subTitle"/>
          </p:nvPr>
        </p:nvSpPr>
        <p:spPr>
          <a:xfrm>
            <a:off x="4302700" y="3095225"/>
            <a:ext cx="2862000" cy="585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84" name="Google Shape;684;p129"/>
          <p:cNvSpPr txBox="1"/>
          <p:nvPr>
            <p:ph idx="2" type="title"/>
          </p:nvPr>
        </p:nvSpPr>
        <p:spPr>
          <a:xfrm>
            <a:off x="1044875" y="1714500"/>
            <a:ext cx="1914600" cy="12858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Clr>
                <a:schemeClr val="accent2"/>
              </a:buClr>
              <a:buSzPts val="5000"/>
              <a:buNone/>
              <a:defRPr sz="9600">
                <a:solidFill>
                  <a:schemeClr val="accent3"/>
                </a:solidFill>
              </a:defRPr>
            </a:lvl1pPr>
            <a:lvl2pPr lvl="1" algn="ctr">
              <a:lnSpc>
                <a:spcPct val="100000"/>
              </a:lnSpc>
              <a:spcBef>
                <a:spcPts val="0"/>
              </a:spcBef>
              <a:spcAft>
                <a:spcPts val="0"/>
              </a:spcAft>
              <a:buSzPts val="10000"/>
              <a:buNone/>
              <a:defRPr sz="10000"/>
            </a:lvl2pPr>
            <a:lvl3pPr lvl="2" algn="ctr">
              <a:lnSpc>
                <a:spcPct val="100000"/>
              </a:lnSpc>
              <a:spcBef>
                <a:spcPts val="0"/>
              </a:spcBef>
              <a:spcAft>
                <a:spcPts val="0"/>
              </a:spcAft>
              <a:buSzPts val="10000"/>
              <a:buNone/>
              <a:defRPr sz="10000"/>
            </a:lvl3pPr>
            <a:lvl4pPr lvl="3" algn="ctr">
              <a:lnSpc>
                <a:spcPct val="100000"/>
              </a:lnSpc>
              <a:spcBef>
                <a:spcPts val="0"/>
              </a:spcBef>
              <a:spcAft>
                <a:spcPts val="0"/>
              </a:spcAft>
              <a:buSzPts val="10000"/>
              <a:buNone/>
              <a:defRPr sz="10000"/>
            </a:lvl4pPr>
            <a:lvl5pPr lvl="4" algn="ctr">
              <a:lnSpc>
                <a:spcPct val="100000"/>
              </a:lnSpc>
              <a:spcBef>
                <a:spcPts val="0"/>
              </a:spcBef>
              <a:spcAft>
                <a:spcPts val="0"/>
              </a:spcAft>
              <a:buSzPts val="10000"/>
              <a:buNone/>
              <a:defRPr sz="10000"/>
            </a:lvl5pPr>
            <a:lvl6pPr lvl="5" algn="ctr">
              <a:lnSpc>
                <a:spcPct val="100000"/>
              </a:lnSpc>
              <a:spcBef>
                <a:spcPts val="0"/>
              </a:spcBef>
              <a:spcAft>
                <a:spcPts val="0"/>
              </a:spcAft>
              <a:buSzPts val="10000"/>
              <a:buNone/>
              <a:defRPr sz="10000"/>
            </a:lvl6pPr>
            <a:lvl7pPr lvl="6" algn="ctr">
              <a:lnSpc>
                <a:spcPct val="100000"/>
              </a:lnSpc>
              <a:spcBef>
                <a:spcPts val="0"/>
              </a:spcBef>
              <a:spcAft>
                <a:spcPts val="0"/>
              </a:spcAft>
              <a:buSzPts val="10000"/>
              <a:buNone/>
              <a:defRPr sz="10000"/>
            </a:lvl7pPr>
            <a:lvl8pPr lvl="7" algn="ctr">
              <a:lnSpc>
                <a:spcPct val="100000"/>
              </a:lnSpc>
              <a:spcBef>
                <a:spcPts val="0"/>
              </a:spcBef>
              <a:spcAft>
                <a:spcPts val="0"/>
              </a:spcAft>
              <a:buSzPts val="10000"/>
              <a:buNone/>
              <a:defRPr sz="10000"/>
            </a:lvl8pPr>
            <a:lvl9pPr lvl="8" algn="ctr">
              <a:lnSpc>
                <a:spcPct val="100000"/>
              </a:lnSpc>
              <a:spcBef>
                <a:spcPts val="0"/>
              </a:spcBef>
              <a:spcAft>
                <a:spcPts val="0"/>
              </a:spcAft>
              <a:buSzPts val="10000"/>
              <a:buNone/>
              <a:defRPr sz="100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1_1_1">
    <p:bg>
      <p:bgPr>
        <a:solidFill>
          <a:schemeClr val="accent2"/>
        </a:solidFill>
      </p:bgPr>
    </p:bg>
    <p:spTree>
      <p:nvGrpSpPr>
        <p:cNvPr id="685" name="Shape 685"/>
        <p:cNvGrpSpPr/>
        <p:nvPr/>
      </p:nvGrpSpPr>
      <p:grpSpPr>
        <a:xfrm>
          <a:off x="0" y="0"/>
          <a:ext cx="0" cy="0"/>
          <a:chOff x="0" y="0"/>
          <a:chExt cx="0" cy="0"/>
        </a:xfrm>
      </p:grpSpPr>
      <p:sp>
        <p:nvSpPr>
          <p:cNvPr id="686" name="Google Shape;686;p130"/>
          <p:cNvSpPr txBox="1"/>
          <p:nvPr>
            <p:ph idx="1" type="body"/>
          </p:nvPr>
        </p:nvSpPr>
        <p:spPr>
          <a:xfrm>
            <a:off x="720000" y="1157450"/>
            <a:ext cx="4090200" cy="2616600"/>
          </a:xfrm>
          <a:prstGeom prst="rect">
            <a:avLst/>
          </a:prstGeom>
          <a:noFill/>
          <a:ln>
            <a:noFill/>
          </a:ln>
        </p:spPr>
        <p:txBody>
          <a:bodyPr anchorCtr="0" anchor="ctr" bIns="91425" lIns="91425" spcFirstLastPara="1" rIns="91425" wrap="square" tIns="91425">
            <a:noAutofit/>
          </a:bodyPr>
          <a:lstStyle>
            <a:lvl1pPr indent="-292100" lvl="0" marL="457200" algn="l">
              <a:lnSpc>
                <a:spcPct val="100000"/>
              </a:lnSpc>
              <a:spcBef>
                <a:spcPts val="0"/>
              </a:spcBef>
              <a:spcAft>
                <a:spcPts val="0"/>
              </a:spcAft>
              <a:buSzPts val="1000"/>
              <a:buChar char="●"/>
              <a:defRPr sz="1600">
                <a:solidFill>
                  <a:srgbClr val="434343"/>
                </a:solidFill>
              </a:defRPr>
            </a:lvl1pPr>
            <a:lvl2pPr indent="-317500" lvl="1" marL="914400" algn="l">
              <a:lnSpc>
                <a:spcPct val="115000"/>
              </a:lnSpc>
              <a:spcBef>
                <a:spcPts val="0"/>
              </a:spcBef>
              <a:spcAft>
                <a:spcPts val="0"/>
              </a:spcAft>
              <a:buSzPts val="1400"/>
              <a:buChar char="○"/>
              <a:defRPr>
                <a:solidFill>
                  <a:srgbClr val="434343"/>
                </a:solidFill>
              </a:defRPr>
            </a:lvl2pPr>
            <a:lvl3pPr indent="-317500" lvl="2" marL="1371600" algn="l">
              <a:lnSpc>
                <a:spcPct val="115000"/>
              </a:lnSpc>
              <a:spcBef>
                <a:spcPts val="1600"/>
              </a:spcBef>
              <a:spcAft>
                <a:spcPts val="0"/>
              </a:spcAft>
              <a:buSzPts val="1400"/>
              <a:buChar char="■"/>
              <a:defRPr>
                <a:solidFill>
                  <a:srgbClr val="434343"/>
                </a:solidFill>
              </a:defRPr>
            </a:lvl3pPr>
            <a:lvl4pPr indent="-317500" lvl="3" marL="1828800" algn="l">
              <a:lnSpc>
                <a:spcPct val="115000"/>
              </a:lnSpc>
              <a:spcBef>
                <a:spcPts val="1600"/>
              </a:spcBef>
              <a:spcAft>
                <a:spcPts val="0"/>
              </a:spcAft>
              <a:buSzPts val="1400"/>
              <a:buChar char="●"/>
              <a:defRPr>
                <a:solidFill>
                  <a:srgbClr val="434343"/>
                </a:solidFill>
              </a:defRPr>
            </a:lvl4pPr>
            <a:lvl5pPr indent="-317500" lvl="4" marL="2286000" algn="l">
              <a:lnSpc>
                <a:spcPct val="115000"/>
              </a:lnSpc>
              <a:spcBef>
                <a:spcPts val="1600"/>
              </a:spcBef>
              <a:spcAft>
                <a:spcPts val="0"/>
              </a:spcAft>
              <a:buSzPts val="1400"/>
              <a:buChar char="○"/>
              <a:defRPr>
                <a:solidFill>
                  <a:srgbClr val="434343"/>
                </a:solidFill>
              </a:defRPr>
            </a:lvl5pPr>
            <a:lvl6pPr indent="-317500" lvl="5" marL="2743200" algn="l">
              <a:lnSpc>
                <a:spcPct val="115000"/>
              </a:lnSpc>
              <a:spcBef>
                <a:spcPts val="1600"/>
              </a:spcBef>
              <a:spcAft>
                <a:spcPts val="0"/>
              </a:spcAft>
              <a:buSzPts val="1400"/>
              <a:buChar char="■"/>
              <a:defRPr>
                <a:solidFill>
                  <a:srgbClr val="434343"/>
                </a:solidFill>
              </a:defRPr>
            </a:lvl6pPr>
            <a:lvl7pPr indent="-317500" lvl="6" marL="3200400" algn="l">
              <a:lnSpc>
                <a:spcPct val="115000"/>
              </a:lnSpc>
              <a:spcBef>
                <a:spcPts val="1600"/>
              </a:spcBef>
              <a:spcAft>
                <a:spcPts val="0"/>
              </a:spcAft>
              <a:buSzPts val="1400"/>
              <a:buChar char="●"/>
              <a:defRPr>
                <a:solidFill>
                  <a:srgbClr val="434343"/>
                </a:solidFill>
              </a:defRPr>
            </a:lvl7pPr>
            <a:lvl8pPr indent="-317500" lvl="7" marL="3657600" algn="l">
              <a:lnSpc>
                <a:spcPct val="115000"/>
              </a:lnSpc>
              <a:spcBef>
                <a:spcPts val="1600"/>
              </a:spcBef>
              <a:spcAft>
                <a:spcPts val="0"/>
              </a:spcAft>
              <a:buSzPts val="1400"/>
              <a:buChar char="○"/>
              <a:defRPr>
                <a:solidFill>
                  <a:srgbClr val="434343"/>
                </a:solidFill>
              </a:defRPr>
            </a:lvl8pPr>
            <a:lvl9pPr indent="-317500" lvl="8" marL="4114800" algn="l">
              <a:lnSpc>
                <a:spcPct val="115000"/>
              </a:lnSpc>
              <a:spcBef>
                <a:spcPts val="1600"/>
              </a:spcBef>
              <a:spcAft>
                <a:spcPts val="1600"/>
              </a:spcAft>
              <a:buSzPts val="1400"/>
              <a:buChar char="■"/>
              <a:defRPr>
                <a:solidFill>
                  <a:srgbClr val="434343"/>
                </a:solidFill>
              </a:defRPr>
            </a:lvl9pPr>
          </a:lstStyle>
          <a:p/>
        </p:txBody>
      </p:sp>
      <p:sp>
        <p:nvSpPr>
          <p:cNvPr id="687" name="Google Shape;687;p130"/>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6_1_1">
    <p:spTree>
      <p:nvGrpSpPr>
        <p:cNvPr id="688" name="Shape 688"/>
        <p:cNvGrpSpPr/>
        <p:nvPr/>
      </p:nvGrpSpPr>
      <p:grpSpPr>
        <a:xfrm>
          <a:off x="0" y="0"/>
          <a:ext cx="0" cy="0"/>
          <a:chOff x="0" y="0"/>
          <a:chExt cx="0" cy="0"/>
        </a:xfrm>
      </p:grpSpPr>
      <p:sp>
        <p:nvSpPr>
          <p:cNvPr id="689" name="Google Shape;689;p131"/>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131"/>
          <p:cNvSpPr/>
          <p:nvPr/>
        </p:nvSpPr>
        <p:spPr>
          <a:xfrm flipH="1" rot="10800000">
            <a:off x="7132742" y="3935018"/>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p131"/>
          <p:cNvSpPr/>
          <p:nvPr/>
        </p:nvSpPr>
        <p:spPr>
          <a:xfrm flipH="1" rot="10800000">
            <a:off x="743298" y="-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131"/>
          <p:cNvSpPr/>
          <p:nvPr/>
        </p:nvSpPr>
        <p:spPr>
          <a:xfrm flipH="1">
            <a:off x="-9513" y="406410"/>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131"/>
          <p:cNvSpPr/>
          <p:nvPr/>
        </p:nvSpPr>
        <p:spPr>
          <a:xfrm flipH="1">
            <a:off x="-9513" y="1284033"/>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94" name="Google Shape;694;p131"/>
          <p:cNvGrpSpPr/>
          <p:nvPr/>
        </p:nvGrpSpPr>
        <p:grpSpPr>
          <a:xfrm>
            <a:off x="4281415" y="75177"/>
            <a:ext cx="581170" cy="125403"/>
            <a:chOff x="4685288" y="186288"/>
            <a:chExt cx="419375" cy="90485"/>
          </a:xfrm>
        </p:grpSpPr>
        <p:sp>
          <p:nvSpPr>
            <p:cNvPr id="695" name="Google Shape;695;p131"/>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96" name="Google Shape;696;p131"/>
            <p:cNvGrpSpPr/>
            <p:nvPr/>
          </p:nvGrpSpPr>
          <p:grpSpPr>
            <a:xfrm>
              <a:off x="4685288" y="186300"/>
              <a:ext cx="419375" cy="90473"/>
              <a:chOff x="4390000" y="182175"/>
              <a:chExt cx="419375" cy="90473"/>
            </a:xfrm>
          </p:grpSpPr>
          <p:sp>
            <p:nvSpPr>
              <p:cNvPr id="697" name="Google Shape;697;p131"/>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131"/>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699" name="Google Shape;699;p131"/>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00" name="Google Shape;700;p131"/>
          <p:cNvSpPr txBox="1"/>
          <p:nvPr>
            <p:ph idx="2" type="title"/>
          </p:nvPr>
        </p:nvSpPr>
        <p:spPr>
          <a:xfrm>
            <a:off x="720000" y="3247722"/>
            <a:ext cx="2336400" cy="40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000"/>
              <a:buNone/>
              <a:defRPr b="1" sz="1800"/>
            </a:lvl1pPr>
            <a:lvl2pPr lvl="1" algn="ctr">
              <a:lnSpc>
                <a:spcPct val="100000"/>
              </a:lnSpc>
              <a:spcBef>
                <a:spcPts val="0"/>
              </a:spcBef>
              <a:spcAft>
                <a:spcPts val="0"/>
              </a:spcAft>
              <a:buSzPts val="2000"/>
              <a:buNone/>
              <a:defRPr sz="2000"/>
            </a:lvl2pPr>
            <a:lvl3pPr lvl="2" algn="ctr">
              <a:lnSpc>
                <a:spcPct val="100000"/>
              </a:lnSpc>
              <a:spcBef>
                <a:spcPts val="0"/>
              </a:spcBef>
              <a:spcAft>
                <a:spcPts val="0"/>
              </a:spcAft>
              <a:buSzPts val="2000"/>
              <a:buNone/>
              <a:defRPr sz="2000"/>
            </a:lvl3pPr>
            <a:lvl4pPr lvl="3" algn="ctr">
              <a:lnSpc>
                <a:spcPct val="100000"/>
              </a:lnSpc>
              <a:spcBef>
                <a:spcPts val="0"/>
              </a:spcBef>
              <a:spcAft>
                <a:spcPts val="0"/>
              </a:spcAft>
              <a:buSzPts val="2000"/>
              <a:buNone/>
              <a:defRPr sz="2000"/>
            </a:lvl4pPr>
            <a:lvl5pPr lvl="4" algn="ctr">
              <a:lnSpc>
                <a:spcPct val="100000"/>
              </a:lnSpc>
              <a:spcBef>
                <a:spcPts val="0"/>
              </a:spcBef>
              <a:spcAft>
                <a:spcPts val="0"/>
              </a:spcAft>
              <a:buSzPts val="2000"/>
              <a:buNone/>
              <a:defRPr sz="2000"/>
            </a:lvl5pPr>
            <a:lvl6pPr lvl="5" algn="ctr">
              <a:lnSpc>
                <a:spcPct val="100000"/>
              </a:lnSpc>
              <a:spcBef>
                <a:spcPts val="0"/>
              </a:spcBef>
              <a:spcAft>
                <a:spcPts val="0"/>
              </a:spcAft>
              <a:buSzPts val="2000"/>
              <a:buNone/>
              <a:defRPr sz="2000"/>
            </a:lvl6pPr>
            <a:lvl7pPr lvl="6" algn="ctr">
              <a:lnSpc>
                <a:spcPct val="100000"/>
              </a:lnSpc>
              <a:spcBef>
                <a:spcPts val="0"/>
              </a:spcBef>
              <a:spcAft>
                <a:spcPts val="0"/>
              </a:spcAft>
              <a:buSzPts val="2000"/>
              <a:buNone/>
              <a:defRPr sz="2000"/>
            </a:lvl7pPr>
            <a:lvl8pPr lvl="7" algn="ctr">
              <a:lnSpc>
                <a:spcPct val="100000"/>
              </a:lnSpc>
              <a:spcBef>
                <a:spcPts val="0"/>
              </a:spcBef>
              <a:spcAft>
                <a:spcPts val="0"/>
              </a:spcAft>
              <a:buSzPts val="2000"/>
              <a:buNone/>
              <a:defRPr sz="2000"/>
            </a:lvl8pPr>
            <a:lvl9pPr lvl="8" algn="ctr">
              <a:lnSpc>
                <a:spcPct val="100000"/>
              </a:lnSpc>
              <a:spcBef>
                <a:spcPts val="0"/>
              </a:spcBef>
              <a:spcAft>
                <a:spcPts val="0"/>
              </a:spcAft>
              <a:buSzPts val="2000"/>
              <a:buNone/>
              <a:defRPr sz="2000"/>
            </a:lvl9pPr>
          </a:lstStyle>
          <a:p/>
        </p:txBody>
      </p:sp>
      <p:sp>
        <p:nvSpPr>
          <p:cNvPr id="701" name="Google Shape;701;p131"/>
          <p:cNvSpPr txBox="1"/>
          <p:nvPr>
            <p:ph idx="1" type="subTitle"/>
          </p:nvPr>
        </p:nvSpPr>
        <p:spPr>
          <a:xfrm>
            <a:off x="720000" y="3638507"/>
            <a:ext cx="2336400" cy="762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2" name="Google Shape;702;p131"/>
          <p:cNvSpPr txBox="1"/>
          <p:nvPr>
            <p:ph idx="3" type="title"/>
          </p:nvPr>
        </p:nvSpPr>
        <p:spPr>
          <a:xfrm flipH="1">
            <a:off x="3403800" y="2193497"/>
            <a:ext cx="2336400" cy="40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000"/>
              <a:buNone/>
              <a:defRPr b="1" sz="1800"/>
            </a:lvl1pPr>
            <a:lvl2pPr lvl="1" algn="ctr">
              <a:lnSpc>
                <a:spcPct val="100000"/>
              </a:lnSpc>
              <a:spcBef>
                <a:spcPts val="0"/>
              </a:spcBef>
              <a:spcAft>
                <a:spcPts val="0"/>
              </a:spcAft>
              <a:buSzPts val="2000"/>
              <a:buNone/>
              <a:defRPr sz="2000"/>
            </a:lvl2pPr>
            <a:lvl3pPr lvl="2" algn="ctr">
              <a:lnSpc>
                <a:spcPct val="100000"/>
              </a:lnSpc>
              <a:spcBef>
                <a:spcPts val="0"/>
              </a:spcBef>
              <a:spcAft>
                <a:spcPts val="0"/>
              </a:spcAft>
              <a:buSzPts val="2000"/>
              <a:buNone/>
              <a:defRPr sz="2000"/>
            </a:lvl3pPr>
            <a:lvl4pPr lvl="3" algn="ctr">
              <a:lnSpc>
                <a:spcPct val="100000"/>
              </a:lnSpc>
              <a:spcBef>
                <a:spcPts val="0"/>
              </a:spcBef>
              <a:spcAft>
                <a:spcPts val="0"/>
              </a:spcAft>
              <a:buSzPts val="2000"/>
              <a:buNone/>
              <a:defRPr sz="2000"/>
            </a:lvl4pPr>
            <a:lvl5pPr lvl="4" algn="ctr">
              <a:lnSpc>
                <a:spcPct val="100000"/>
              </a:lnSpc>
              <a:spcBef>
                <a:spcPts val="0"/>
              </a:spcBef>
              <a:spcAft>
                <a:spcPts val="0"/>
              </a:spcAft>
              <a:buSzPts val="2000"/>
              <a:buNone/>
              <a:defRPr sz="2000"/>
            </a:lvl5pPr>
            <a:lvl6pPr lvl="5" algn="ctr">
              <a:lnSpc>
                <a:spcPct val="100000"/>
              </a:lnSpc>
              <a:spcBef>
                <a:spcPts val="0"/>
              </a:spcBef>
              <a:spcAft>
                <a:spcPts val="0"/>
              </a:spcAft>
              <a:buSzPts val="2000"/>
              <a:buNone/>
              <a:defRPr sz="2000"/>
            </a:lvl6pPr>
            <a:lvl7pPr lvl="6" algn="ctr">
              <a:lnSpc>
                <a:spcPct val="100000"/>
              </a:lnSpc>
              <a:spcBef>
                <a:spcPts val="0"/>
              </a:spcBef>
              <a:spcAft>
                <a:spcPts val="0"/>
              </a:spcAft>
              <a:buSzPts val="2000"/>
              <a:buNone/>
              <a:defRPr sz="2000"/>
            </a:lvl7pPr>
            <a:lvl8pPr lvl="7" algn="ctr">
              <a:lnSpc>
                <a:spcPct val="100000"/>
              </a:lnSpc>
              <a:spcBef>
                <a:spcPts val="0"/>
              </a:spcBef>
              <a:spcAft>
                <a:spcPts val="0"/>
              </a:spcAft>
              <a:buSzPts val="2000"/>
              <a:buNone/>
              <a:defRPr sz="2000"/>
            </a:lvl8pPr>
            <a:lvl9pPr lvl="8" algn="ctr">
              <a:lnSpc>
                <a:spcPct val="100000"/>
              </a:lnSpc>
              <a:spcBef>
                <a:spcPts val="0"/>
              </a:spcBef>
              <a:spcAft>
                <a:spcPts val="0"/>
              </a:spcAft>
              <a:buSzPts val="2000"/>
              <a:buNone/>
              <a:defRPr sz="2000"/>
            </a:lvl9pPr>
          </a:lstStyle>
          <a:p/>
        </p:txBody>
      </p:sp>
      <p:sp>
        <p:nvSpPr>
          <p:cNvPr id="703" name="Google Shape;703;p131"/>
          <p:cNvSpPr txBox="1"/>
          <p:nvPr>
            <p:ph idx="4" type="subTitle"/>
          </p:nvPr>
        </p:nvSpPr>
        <p:spPr>
          <a:xfrm flipH="1">
            <a:off x="3403800" y="1405563"/>
            <a:ext cx="2336400" cy="762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4" name="Google Shape;704;p131"/>
          <p:cNvSpPr txBox="1"/>
          <p:nvPr>
            <p:ph idx="5" type="title"/>
          </p:nvPr>
        </p:nvSpPr>
        <p:spPr>
          <a:xfrm>
            <a:off x="6087600" y="3247722"/>
            <a:ext cx="2336400" cy="408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000"/>
              <a:buNone/>
              <a:defRPr b="1" sz="1800"/>
            </a:lvl1pPr>
            <a:lvl2pPr lvl="1" algn="ctr">
              <a:lnSpc>
                <a:spcPct val="100000"/>
              </a:lnSpc>
              <a:spcBef>
                <a:spcPts val="0"/>
              </a:spcBef>
              <a:spcAft>
                <a:spcPts val="0"/>
              </a:spcAft>
              <a:buSzPts val="2000"/>
              <a:buNone/>
              <a:defRPr sz="2000"/>
            </a:lvl2pPr>
            <a:lvl3pPr lvl="2" algn="ctr">
              <a:lnSpc>
                <a:spcPct val="100000"/>
              </a:lnSpc>
              <a:spcBef>
                <a:spcPts val="0"/>
              </a:spcBef>
              <a:spcAft>
                <a:spcPts val="0"/>
              </a:spcAft>
              <a:buSzPts val="2000"/>
              <a:buNone/>
              <a:defRPr sz="2000"/>
            </a:lvl3pPr>
            <a:lvl4pPr lvl="3" algn="ctr">
              <a:lnSpc>
                <a:spcPct val="100000"/>
              </a:lnSpc>
              <a:spcBef>
                <a:spcPts val="0"/>
              </a:spcBef>
              <a:spcAft>
                <a:spcPts val="0"/>
              </a:spcAft>
              <a:buSzPts val="2000"/>
              <a:buNone/>
              <a:defRPr sz="2000"/>
            </a:lvl4pPr>
            <a:lvl5pPr lvl="4" algn="ctr">
              <a:lnSpc>
                <a:spcPct val="100000"/>
              </a:lnSpc>
              <a:spcBef>
                <a:spcPts val="0"/>
              </a:spcBef>
              <a:spcAft>
                <a:spcPts val="0"/>
              </a:spcAft>
              <a:buSzPts val="2000"/>
              <a:buNone/>
              <a:defRPr sz="2000"/>
            </a:lvl5pPr>
            <a:lvl6pPr lvl="5" algn="ctr">
              <a:lnSpc>
                <a:spcPct val="100000"/>
              </a:lnSpc>
              <a:spcBef>
                <a:spcPts val="0"/>
              </a:spcBef>
              <a:spcAft>
                <a:spcPts val="0"/>
              </a:spcAft>
              <a:buSzPts val="2000"/>
              <a:buNone/>
              <a:defRPr sz="2000"/>
            </a:lvl6pPr>
            <a:lvl7pPr lvl="6" algn="ctr">
              <a:lnSpc>
                <a:spcPct val="100000"/>
              </a:lnSpc>
              <a:spcBef>
                <a:spcPts val="0"/>
              </a:spcBef>
              <a:spcAft>
                <a:spcPts val="0"/>
              </a:spcAft>
              <a:buSzPts val="2000"/>
              <a:buNone/>
              <a:defRPr sz="2000"/>
            </a:lvl7pPr>
            <a:lvl8pPr lvl="7" algn="ctr">
              <a:lnSpc>
                <a:spcPct val="100000"/>
              </a:lnSpc>
              <a:spcBef>
                <a:spcPts val="0"/>
              </a:spcBef>
              <a:spcAft>
                <a:spcPts val="0"/>
              </a:spcAft>
              <a:buSzPts val="2000"/>
              <a:buNone/>
              <a:defRPr sz="2000"/>
            </a:lvl8pPr>
            <a:lvl9pPr lvl="8" algn="ctr">
              <a:lnSpc>
                <a:spcPct val="100000"/>
              </a:lnSpc>
              <a:spcBef>
                <a:spcPts val="0"/>
              </a:spcBef>
              <a:spcAft>
                <a:spcPts val="0"/>
              </a:spcAft>
              <a:buSzPts val="2000"/>
              <a:buNone/>
              <a:defRPr sz="2000"/>
            </a:lvl9pPr>
          </a:lstStyle>
          <a:p/>
        </p:txBody>
      </p:sp>
      <p:sp>
        <p:nvSpPr>
          <p:cNvPr id="705" name="Google Shape;705;p131"/>
          <p:cNvSpPr txBox="1"/>
          <p:nvPr>
            <p:ph idx="6" type="subTitle"/>
          </p:nvPr>
        </p:nvSpPr>
        <p:spPr>
          <a:xfrm>
            <a:off x="6087600" y="3638507"/>
            <a:ext cx="2336400" cy="762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6" name="Google Shape;706;p131"/>
          <p:cNvSpPr txBox="1"/>
          <p:nvPr>
            <p:ph idx="7" type="title"/>
          </p:nvPr>
        </p:nvSpPr>
        <p:spPr>
          <a:xfrm>
            <a:off x="1328550" y="1877400"/>
            <a:ext cx="1119300" cy="614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b="1" sz="25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707" name="Google Shape;707;p131"/>
          <p:cNvSpPr txBox="1"/>
          <p:nvPr>
            <p:ph idx="8" type="title"/>
          </p:nvPr>
        </p:nvSpPr>
        <p:spPr>
          <a:xfrm flipH="1">
            <a:off x="4014650" y="3363244"/>
            <a:ext cx="1119300" cy="614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b="1" sz="2500"/>
            </a:lvl1pPr>
            <a:lvl2pPr lvl="1" algn="ctr">
              <a:lnSpc>
                <a:spcPct val="100000"/>
              </a:lnSpc>
              <a:spcBef>
                <a:spcPts val="0"/>
              </a:spcBef>
              <a:spcAft>
                <a:spcPts val="0"/>
              </a:spcAft>
              <a:buClr>
                <a:schemeClr val="accent2"/>
              </a:buClr>
              <a:buSzPts val="4800"/>
              <a:buNone/>
              <a:defRPr sz="4800">
                <a:solidFill>
                  <a:schemeClr val="accent2"/>
                </a:solidFill>
              </a:defRPr>
            </a:lvl2pPr>
            <a:lvl3pPr lvl="2" algn="ctr">
              <a:lnSpc>
                <a:spcPct val="100000"/>
              </a:lnSpc>
              <a:spcBef>
                <a:spcPts val="0"/>
              </a:spcBef>
              <a:spcAft>
                <a:spcPts val="0"/>
              </a:spcAft>
              <a:buClr>
                <a:schemeClr val="accent2"/>
              </a:buClr>
              <a:buSzPts val="4800"/>
              <a:buNone/>
              <a:defRPr sz="4800">
                <a:solidFill>
                  <a:schemeClr val="accent2"/>
                </a:solidFill>
              </a:defRPr>
            </a:lvl3pPr>
            <a:lvl4pPr lvl="3" algn="ctr">
              <a:lnSpc>
                <a:spcPct val="100000"/>
              </a:lnSpc>
              <a:spcBef>
                <a:spcPts val="0"/>
              </a:spcBef>
              <a:spcAft>
                <a:spcPts val="0"/>
              </a:spcAft>
              <a:buClr>
                <a:schemeClr val="accent2"/>
              </a:buClr>
              <a:buSzPts val="4800"/>
              <a:buNone/>
              <a:defRPr sz="4800">
                <a:solidFill>
                  <a:schemeClr val="accent2"/>
                </a:solidFill>
              </a:defRPr>
            </a:lvl4pPr>
            <a:lvl5pPr lvl="4" algn="ctr">
              <a:lnSpc>
                <a:spcPct val="100000"/>
              </a:lnSpc>
              <a:spcBef>
                <a:spcPts val="0"/>
              </a:spcBef>
              <a:spcAft>
                <a:spcPts val="0"/>
              </a:spcAft>
              <a:buClr>
                <a:schemeClr val="accent2"/>
              </a:buClr>
              <a:buSzPts val="4800"/>
              <a:buNone/>
              <a:defRPr sz="4800">
                <a:solidFill>
                  <a:schemeClr val="accent2"/>
                </a:solidFill>
              </a:defRPr>
            </a:lvl5pPr>
            <a:lvl6pPr lvl="5" algn="ctr">
              <a:lnSpc>
                <a:spcPct val="100000"/>
              </a:lnSpc>
              <a:spcBef>
                <a:spcPts val="0"/>
              </a:spcBef>
              <a:spcAft>
                <a:spcPts val="0"/>
              </a:spcAft>
              <a:buClr>
                <a:schemeClr val="accent2"/>
              </a:buClr>
              <a:buSzPts val="4800"/>
              <a:buNone/>
              <a:defRPr sz="4800">
                <a:solidFill>
                  <a:schemeClr val="accent2"/>
                </a:solidFill>
              </a:defRPr>
            </a:lvl6pPr>
            <a:lvl7pPr lvl="6" algn="ctr">
              <a:lnSpc>
                <a:spcPct val="100000"/>
              </a:lnSpc>
              <a:spcBef>
                <a:spcPts val="0"/>
              </a:spcBef>
              <a:spcAft>
                <a:spcPts val="0"/>
              </a:spcAft>
              <a:buClr>
                <a:schemeClr val="accent2"/>
              </a:buClr>
              <a:buSzPts val="4800"/>
              <a:buNone/>
              <a:defRPr sz="4800">
                <a:solidFill>
                  <a:schemeClr val="accent2"/>
                </a:solidFill>
              </a:defRPr>
            </a:lvl7pPr>
            <a:lvl8pPr lvl="7" algn="ctr">
              <a:lnSpc>
                <a:spcPct val="100000"/>
              </a:lnSpc>
              <a:spcBef>
                <a:spcPts val="0"/>
              </a:spcBef>
              <a:spcAft>
                <a:spcPts val="0"/>
              </a:spcAft>
              <a:buClr>
                <a:schemeClr val="accent2"/>
              </a:buClr>
              <a:buSzPts val="4800"/>
              <a:buNone/>
              <a:defRPr sz="4800">
                <a:solidFill>
                  <a:schemeClr val="accent2"/>
                </a:solidFill>
              </a:defRPr>
            </a:lvl8pPr>
            <a:lvl9pPr lvl="8" algn="ctr">
              <a:lnSpc>
                <a:spcPct val="100000"/>
              </a:lnSpc>
              <a:spcBef>
                <a:spcPts val="0"/>
              </a:spcBef>
              <a:spcAft>
                <a:spcPts val="0"/>
              </a:spcAft>
              <a:buClr>
                <a:schemeClr val="accent2"/>
              </a:buClr>
              <a:buSzPts val="4800"/>
              <a:buNone/>
              <a:defRPr sz="4800">
                <a:solidFill>
                  <a:schemeClr val="accent2"/>
                </a:solidFill>
              </a:defRPr>
            </a:lvl9pPr>
          </a:lstStyle>
          <a:p/>
        </p:txBody>
      </p:sp>
      <p:sp>
        <p:nvSpPr>
          <p:cNvPr id="708" name="Google Shape;708;p131"/>
          <p:cNvSpPr txBox="1"/>
          <p:nvPr>
            <p:ph idx="9" type="title"/>
          </p:nvPr>
        </p:nvSpPr>
        <p:spPr>
          <a:xfrm>
            <a:off x="6711300" y="1877400"/>
            <a:ext cx="1089000" cy="614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b="1" sz="2500"/>
            </a:lvl1pPr>
            <a:lvl2pPr lvl="1" algn="ctr">
              <a:lnSpc>
                <a:spcPct val="100000"/>
              </a:lnSpc>
              <a:spcBef>
                <a:spcPts val="0"/>
              </a:spcBef>
              <a:spcAft>
                <a:spcPts val="0"/>
              </a:spcAft>
              <a:buClr>
                <a:schemeClr val="accent2"/>
              </a:buClr>
              <a:buSzPts val="4800"/>
              <a:buNone/>
              <a:defRPr sz="4800">
                <a:solidFill>
                  <a:schemeClr val="accent2"/>
                </a:solidFill>
              </a:defRPr>
            </a:lvl2pPr>
            <a:lvl3pPr lvl="2" algn="ctr">
              <a:lnSpc>
                <a:spcPct val="100000"/>
              </a:lnSpc>
              <a:spcBef>
                <a:spcPts val="0"/>
              </a:spcBef>
              <a:spcAft>
                <a:spcPts val="0"/>
              </a:spcAft>
              <a:buClr>
                <a:schemeClr val="accent2"/>
              </a:buClr>
              <a:buSzPts val="4800"/>
              <a:buNone/>
              <a:defRPr sz="4800">
                <a:solidFill>
                  <a:schemeClr val="accent2"/>
                </a:solidFill>
              </a:defRPr>
            </a:lvl3pPr>
            <a:lvl4pPr lvl="3" algn="ctr">
              <a:lnSpc>
                <a:spcPct val="100000"/>
              </a:lnSpc>
              <a:spcBef>
                <a:spcPts val="0"/>
              </a:spcBef>
              <a:spcAft>
                <a:spcPts val="0"/>
              </a:spcAft>
              <a:buClr>
                <a:schemeClr val="accent2"/>
              </a:buClr>
              <a:buSzPts val="4800"/>
              <a:buNone/>
              <a:defRPr sz="4800">
                <a:solidFill>
                  <a:schemeClr val="accent2"/>
                </a:solidFill>
              </a:defRPr>
            </a:lvl4pPr>
            <a:lvl5pPr lvl="4" algn="ctr">
              <a:lnSpc>
                <a:spcPct val="100000"/>
              </a:lnSpc>
              <a:spcBef>
                <a:spcPts val="0"/>
              </a:spcBef>
              <a:spcAft>
                <a:spcPts val="0"/>
              </a:spcAft>
              <a:buClr>
                <a:schemeClr val="accent2"/>
              </a:buClr>
              <a:buSzPts val="4800"/>
              <a:buNone/>
              <a:defRPr sz="4800">
                <a:solidFill>
                  <a:schemeClr val="accent2"/>
                </a:solidFill>
              </a:defRPr>
            </a:lvl5pPr>
            <a:lvl6pPr lvl="5" algn="ctr">
              <a:lnSpc>
                <a:spcPct val="100000"/>
              </a:lnSpc>
              <a:spcBef>
                <a:spcPts val="0"/>
              </a:spcBef>
              <a:spcAft>
                <a:spcPts val="0"/>
              </a:spcAft>
              <a:buClr>
                <a:schemeClr val="accent2"/>
              </a:buClr>
              <a:buSzPts val="4800"/>
              <a:buNone/>
              <a:defRPr sz="4800">
                <a:solidFill>
                  <a:schemeClr val="accent2"/>
                </a:solidFill>
              </a:defRPr>
            </a:lvl6pPr>
            <a:lvl7pPr lvl="6" algn="ctr">
              <a:lnSpc>
                <a:spcPct val="100000"/>
              </a:lnSpc>
              <a:spcBef>
                <a:spcPts val="0"/>
              </a:spcBef>
              <a:spcAft>
                <a:spcPts val="0"/>
              </a:spcAft>
              <a:buClr>
                <a:schemeClr val="accent2"/>
              </a:buClr>
              <a:buSzPts val="4800"/>
              <a:buNone/>
              <a:defRPr sz="4800">
                <a:solidFill>
                  <a:schemeClr val="accent2"/>
                </a:solidFill>
              </a:defRPr>
            </a:lvl7pPr>
            <a:lvl8pPr lvl="7" algn="ctr">
              <a:lnSpc>
                <a:spcPct val="100000"/>
              </a:lnSpc>
              <a:spcBef>
                <a:spcPts val="0"/>
              </a:spcBef>
              <a:spcAft>
                <a:spcPts val="0"/>
              </a:spcAft>
              <a:buClr>
                <a:schemeClr val="accent2"/>
              </a:buClr>
              <a:buSzPts val="4800"/>
              <a:buNone/>
              <a:defRPr sz="4800">
                <a:solidFill>
                  <a:schemeClr val="accent2"/>
                </a:solidFill>
              </a:defRPr>
            </a:lvl8pPr>
            <a:lvl9pPr lvl="8" algn="ctr">
              <a:lnSpc>
                <a:spcPct val="100000"/>
              </a:lnSpc>
              <a:spcBef>
                <a:spcPts val="0"/>
              </a:spcBef>
              <a:spcAft>
                <a:spcPts val="0"/>
              </a:spcAft>
              <a:buClr>
                <a:schemeClr val="accent2"/>
              </a:buClr>
              <a:buSzPts val="4800"/>
              <a:buNone/>
              <a:defRPr sz="4800">
                <a:solidFill>
                  <a:schemeClr val="accent2"/>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1_2">
    <p:spTree>
      <p:nvGrpSpPr>
        <p:cNvPr id="709" name="Shape 709"/>
        <p:cNvGrpSpPr/>
        <p:nvPr/>
      </p:nvGrpSpPr>
      <p:grpSpPr>
        <a:xfrm>
          <a:off x="0" y="0"/>
          <a:ext cx="0" cy="0"/>
          <a:chOff x="0" y="0"/>
          <a:chExt cx="0" cy="0"/>
        </a:xfrm>
      </p:grpSpPr>
      <p:grpSp>
        <p:nvGrpSpPr>
          <p:cNvPr id="710" name="Google Shape;710;p132"/>
          <p:cNvGrpSpPr/>
          <p:nvPr/>
        </p:nvGrpSpPr>
        <p:grpSpPr>
          <a:xfrm>
            <a:off x="-97597" y="-6"/>
            <a:ext cx="9411262" cy="5153378"/>
            <a:chOff x="-97597" y="-6"/>
            <a:chExt cx="9411262" cy="5153378"/>
          </a:xfrm>
        </p:grpSpPr>
        <p:sp>
          <p:nvSpPr>
            <p:cNvPr id="711" name="Google Shape;711;p132"/>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132"/>
            <p:cNvSpPr/>
            <p:nvPr/>
          </p:nvSpPr>
          <p:spPr>
            <a:xfrm flipH="1">
              <a:off x="399046" y="0"/>
              <a:ext cx="1600279"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132"/>
            <p:cNvSpPr/>
            <p:nvPr/>
          </p:nvSpPr>
          <p:spPr>
            <a:xfrm flipH="1">
              <a:off x="1314444" y="-6"/>
              <a:ext cx="1250846"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132"/>
            <p:cNvSpPr/>
            <p:nvPr/>
          </p:nvSpPr>
          <p:spPr>
            <a:xfrm flipH="1">
              <a:off x="6735804"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132"/>
            <p:cNvSpPr/>
            <p:nvPr/>
          </p:nvSpPr>
          <p:spPr>
            <a:xfrm flipH="1" rot="10800000">
              <a:off x="8009700" y="3670093"/>
              <a:ext cx="1135497" cy="106700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16" name="Google Shape;716;p132"/>
            <p:cNvGrpSpPr/>
            <p:nvPr/>
          </p:nvGrpSpPr>
          <p:grpSpPr>
            <a:xfrm>
              <a:off x="4281415" y="75177"/>
              <a:ext cx="581170" cy="125403"/>
              <a:chOff x="4685288" y="186288"/>
              <a:chExt cx="419375" cy="90485"/>
            </a:xfrm>
          </p:grpSpPr>
          <p:sp>
            <p:nvSpPr>
              <p:cNvPr id="717" name="Google Shape;717;p132"/>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18" name="Google Shape;718;p132"/>
              <p:cNvGrpSpPr/>
              <p:nvPr/>
            </p:nvGrpSpPr>
            <p:grpSpPr>
              <a:xfrm>
                <a:off x="4685288" y="186300"/>
                <a:ext cx="419375" cy="90473"/>
                <a:chOff x="4390000" y="182175"/>
                <a:chExt cx="419375" cy="90473"/>
              </a:xfrm>
            </p:grpSpPr>
            <p:sp>
              <p:nvSpPr>
                <p:cNvPr id="719" name="Google Shape;719;p132"/>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132"/>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721" name="Google Shape;721;p132"/>
            <p:cNvGrpSpPr/>
            <p:nvPr/>
          </p:nvGrpSpPr>
          <p:grpSpPr>
            <a:xfrm rot="-1102275">
              <a:off x="239301" y="2899434"/>
              <a:ext cx="541146" cy="2225370"/>
              <a:chOff x="871338" y="1945155"/>
              <a:chExt cx="247109" cy="1016148"/>
            </a:xfrm>
          </p:grpSpPr>
          <p:sp>
            <p:nvSpPr>
              <p:cNvPr id="722" name="Google Shape;722;p132"/>
              <p:cNvSpPr/>
              <p:nvPr/>
            </p:nvSpPr>
            <p:spPr>
              <a:xfrm>
                <a:off x="1017893" y="2858365"/>
                <a:ext cx="100554" cy="102938"/>
              </a:xfrm>
              <a:custGeom>
                <a:rect b="b" l="l" r="r" t="t"/>
                <a:pathLst>
                  <a:path extrusionOk="0" h="5440" w="5314">
                    <a:moveTo>
                      <a:pt x="2707" y="0"/>
                    </a:moveTo>
                    <a:cubicBezTo>
                      <a:pt x="1253" y="0"/>
                      <a:pt x="0" y="1254"/>
                      <a:pt x="0" y="2707"/>
                    </a:cubicBezTo>
                    <a:cubicBezTo>
                      <a:pt x="0" y="4186"/>
                      <a:pt x="1253" y="5439"/>
                      <a:pt x="2707" y="5439"/>
                    </a:cubicBezTo>
                    <a:cubicBezTo>
                      <a:pt x="4161" y="5439"/>
                      <a:pt x="5314" y="4186"/>
                      <a:pt x="5314" y="2707"/>
                    </a:cubicBezTo>
                    <a:cubicBezTo>
                      <a:pt x="5314" y="1254"/>
                      <a:pt x="4161" y="0"/>
                      <a:pt x="270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132"/>
              <p:cNvSpPr/>
              <p:nvPr/>
            </p:nvSpPr>
            <p:spPr>
              <a:xfrm>
                <a:off x="871338" y="2075844"/>
                <a:ext cx="215338" cy="853670"/>
              </a:xfrm>
              <a:custGeom>
                <a:rect b="b" l="l" r="r" t="t"/>
                <a:pathLst>
                  <a:path extrusionOk="0" h="45114" w="11380">
                    <a:moveTo>
                      <a:pt x="6066" y="1"/>
                    </a:moveTo>
                    <a:cubicBezTo>
                      <a:pt x="2206" y="5640"/>
                      <a:pt x="1" y="12332"/>
                      <a:pt x="1" y="19625"/>
                    </a:cubicBezTo>
                    <a:cubicBezTo>
                      <a:pt x="1" y="29650"/>
                      <a:pt x="4287" y="38748"/>
                      <a:pt x="11079" y="45114"/>
                    </a:cubicBezTo>
                    <a:lnTo>
                      <a:pt x="11379" y="44813"/>
                    </a:lnTo>
                    <a:cubicBezTo>
                      <a:pt x="4612" y="38547"/>
                      <a:pt x="427" y="29550"/>
                      <a:pt x="427" y="19625"/>
                    </a:cubicBezTo>
                    <a:cubicBezTo>
                      <a:pt x="427" y="12432"/>
                      <a:pt x="2607" y="5740"/>
                      <a:pt x="6367" y="201"/>
                    </a:cubicBezTo>
                    <a:lnTo>
                      <a:pt x="6066"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132"/>
              <p:cNvSpPr/>
              <p:nvPr/>
            </p:nvSpPr>
            <p:spPr>
              <a:xfrm>
                <a:off x="1051083" y="1945155"/>
                <a:ext cx="67364" cy="51242"/>
              </a:xfrm>
              <a:custGeom>
                <a:rect b="b" l="l" r="r" t="t"/>
                <a:pathLst>
                  <a:path extrusionOk="0" h="2708" w="3560">
                    <a:moveTo>
                      <a:pt x="1780" y="1"/>
                    </a:moveTo>
                    <a:cubicBezTo>
                      <a:pt x="1" y="1"/>
                      <a:pt x="1" y="2708"/>
                      <a:pt x="1780" y="2708"/>
                    </a:cubicBezTo>
                    <a:cubicBezTo>
                      <a:pt x="3459" y="2708"/>
                      <a:pt x="3560" y="1"/>
                      <a:pt x="178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25" name="Google Shape;725;p132"/>
            <p:cNvSpPr/>
            <p:nvPr/>
          </p:nvSpPr>
          <p:spPr>
            <a:xfrm>
              <a:off x="7683774" y="926546"/>
              <a:ext cx="1629891" cy="217696"/>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26" name="Google Shape;726;p132"/>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7" name="Google Shape;727;p132"/>
          <p:cNvSpPr txBox="1"/>
          <p:nvPr>
            <p:ph idx="2" type="title"/>
          </p:nvPr>
        </p:nvSpPr>
        <p:spPr>
          <a:xfrm>
            <a:off x="956140" y="2476038"/>
            <a:ext cx="2896500" cy="434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
        <p:nvSpPr>
          <p:cNvPr id="728" name="Google Shape;728;p132"/>
          <p:cNvSpPr txBox="1"/>
          <p:nvPr>
            <p:ph idx="1" type="subTitle"/>
          </p:nvPr>
        </p:nvSpPr>
        <p:spPr>
          <a:xfrm>
            <a:off x="956140" y="2871987"/>
            <a:ext cx="28965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15000"/>
              </a:lnSpc>
              <a:spcBef>
                <a:spcPts val="0"/>
              </a:spcBef>
              <a:spcAft>
                <a:spcPts val="0"/>
              </a:spcAft>
              <a:buSzPts val="1400"/>
              <a:buNone/>
              <a:defRPr/>
            </a:lvl2pPr>
            <a:lvl3pPr lvl="2" algn="ctr">
              <a:lnSpc>
                <a:spcPct val="115000"/>
              </a:lnSpc>
              <a:spcBef>
                <a:spcPts val="1600"/>
              </a:spcBef>
              <a:spcAft>
                <a:spcPts val="0"/>
              </a:spcAft>
              <a:buSzPts val="1400"/>
              <a:buNone/>
              <a:defRPr/>
            </a:lvl3pPr>
            <a:lvl4pPr lvl="3" algn="ctr">
              <a:lnSpc>
                <a:spcPct val="115000"/>
              </a:lnSpc>
              <a:spcBef>
                <a:spcPts val="1600"/>
              </a:spcBef>
              <a:spcAft>
                <a:spcPts val="0"/>
              </a:spcAft>
              <a:buSzPts val="1400"/>
              <a:buNone/>
              <a:defRPr/>
            </a:lvl4pPr>
            <a:lvl5pPr lvl="4" algn="ctr">
              <a:lnSpc>
                <a:spcPct val="115000"/>
              </a:lnSpc>
              <a:spcBef>
                <a:spcPts val="1600"/>
              </a:spcBef>
              <a:spcAft>
                <a:spcPts val="0"/>
              </a:spcAft>
              <a:buSzPts val="1400"/>
              <a:buNone/>
              <a:defRPr/>
            </a:lvl5pPr>
            <a:lvl6pPr lvl="5" algn="ctr">
              <a:lnSpc>
                <a:spcPct val="115000"/>
              </a:lnSpc>
              <a:spcBef>
                <a:spcPts val="1600"/>
              </a:spcBef>
              <a:spcAft>
                <a:spcPts val="0"/>
              </a:spcAft>
              <a:buSzPts val="1400"/>
              <a:buNone/>
              <a:defRPr/>
            </a:lvl6pPr>
            <a:lvl7pPr lvl="6" algn="ctr">
              <a:lnSpc>
                <a:spcPct val="115000"/>
              </a:lnSpc>
              <a:spcBef>
                <a:spcPts val="1600"/>
              </a:spcBef>
              <a:spcAft>
                <a:spcPts val="0"/>
              </a:spcAft>
              <a:buSzPts val="1400"/>
              <a:buNone/>
              <a:defRPr/>
            </a:lvl7pPr>
            <a:lvl8pPr lvl="7" algn="ctr">
              <a:lnSpc>
                <a:spcPct val="115000"/>
              </a:lnSpc>
              <a:spcBef>
                <a:spcPts val="1600"/>
              </a:spcBef>
              <a:spcAft>
                <a:spcPts val="0"/>
              </a:spcAft>
              <a:buSzPts val="1400"/>
              <a:buNone/>
              <a:defRPr/>
            </a:lvl8pPr>
            <a:lvl9pPr lvl="8" algn="ctr">
              <a:lnSpc>
                <a:spcPct val="115000"/>
              </a:lnSpc>
              <a:spcBef>
                <a:spcPts val="1600"/>
              </a:spcBef>
              <a:spcAft>
                <a:spcPts val="1600"/>
              </a:spcAft>
              <a:buSzPts val="1400"/>
              <a:buNone/>
              <a:defRPr/>
            </a:lvl9pPr>
          </a:lstStyle>
          <a:p/>
        </p:txBody>
      </p:sp>
      <p:sp>
        <p:nvSpPr>
          <p:cNvPr id="729" name="Google Shape;729;p132"/>
          <p:cNvSpPr txBox="1"/>
          <p:nvPr>
            <p:ph idx="3" type="title"/>
          </p:nvPr>
        </p:nvSpPr>
        <p:spPr>
          <a:xfrm>
            <a:off x="956140" y="1340825"/>
            <a:ext cx="2896500" cy="434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
        <p:nvSpPr>
          <p:cNvPr id="730" name="Google Shape;730;p132"/>
          <p:cNvSpPr txBox="1"/>
          <p:nvPr>
            <p:ph idx="4" type="subTitle"/>
          </p:nvPr>
        </p:nvSpPr>
        <p:spPr>
          <a:xfrm>
            <a:off x="956140" y="1736725"/>
            <a:ext cx="28965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15000"/>
              </a:lnSpc>
              <a:spcBef>
                <a:spcPts val="0"/>
              </a:spcBef>
              <a:spcAft>
                <a:spcPts val="0"/>
              </a:spcAft>
              <a:buSzPts val="1400"/>
              <a:buNone/>
              <a:defRPr/>
            </a:lvl2pPr>
            <a:lvl3pPr lvl="2" algn="ctr">
              <a:lnSpc>
                <a:spcPct val="115000"/>
              </a:lnSpc>
              <a:spcBef>
                <a:spcPts val="1600"/>
              </a:spcBef>
              <a:spcAft>
                <a:spcPts val="0"/>
              </a:spcAft>
              <a:buSzPts val="1400"/>
              <a:buNone/>
              <a:defRPr/>
            </a:lvl3pPr>
            <a:lvl4pPr lvl="3" algn="ctr">
              <a:lnSpc>
                <a:spcPct val="115000"/>
              </a:lnSpc>
              <a:spcBef>
                <a:spcPts val="1600"/>
              </a:spcBef>
              <a:spcAft>
                <a:spcPts val="0"/>
              </a:spcAft>
              <a:buSzPts val="1400"/>
              <a:buNone/>
              <a:defRPr/>
            </a:lvl4pPr>
            <a:lvl5pPr lvl="4" algn="ctr">
              <a:lnSpc>
                <a:spcPct val="115000"/>
              </a:lnSpc>
              <a:spcBef>
                <a:spcPts val="1600"/>
              </a:spcBef>
              <a:spcAft>
                <a:spcPts val="0"/>
              </a:spcAft>
              <a:buSzPts val="1400"/>
              <a:buNone/>
              <a:defRPr/>
            </a:lvl5pPr>
            <a:lvl6pPr lvl="5" algn="ctr">
              <a:lnSpc>
                <a:spcPct val="115000"/>
              </a:lnSpc>
              <a:spcBef>
                <a:spcPts val="1600"/>
              </a:spcBef>
              <a:spcAft>
                <a:spcPts val="0"/>
              </a:spcAft>
              <a:buSzPts val="1400"/>
              <a:buNone/>
              <a:defRPr/>
            </a:lvl6pPr>
            <a:lvl7pPr lvl="6" algn="ctr">
              <a:lnSpc>
                <a:spcPct val="115000"/>
              </a:lnSpc>
              <a:spcBef>
                <a:spcPts val="1600"/>
              </a:spcBef>
              <a:spcAft>
                <a:spcPts val="0"/>
              </a:spcAft>
              <a:buSzPts val="1400"/>
              <a:buNone/>
              <a:defRPr/>
            </a:lvl7pPr>
            <a:lvl8pPr lvl="7" algn="ctr">
              <a:lnSpc>
                <a:spcPct val="115000"/>
              </a:lnSpc>
              <a:spcBef>
                <a:spcPts val="1600"/>
              </a:spcBef>
              <a:spcAft>
                <a:spcPts val="0"/>
              </a:spcAft>
              <a:buSzPts val="1400"/>
              <a:buNone/>
              <a:defRPr/>
            </a:lvl8pPr>
            <a:lvl9pPr lvl="8" algn="ctr">
              <a:lnSpc>
                <a:spcPct val="115000"/>
              </a:lnSpc>
              <a:spcBef>
                <a:spcPts val="1600"/>
              </a:spcBef>
              <a:spcAft>
                <a:spcPts val="1600"/>
              </a:spcAft>
              <a:buSzPts val="1400"/>
              <a:buNone/>
              <a:defRPr/>
            </a:lvl9pPr>
          </a:lstStyle>
          <a:p/>
        </p:txBody>
      </p:sp>
      <p:sp>
        <p:nvSpPr>
          <p:cNvPr id="731" name="Google Shape;731;p132"/>
          <p:cNvSpPr txBox="1"/>
          <p:nvPr>
            <p:ph idx="5" type="title"/>
          </p:nvPr>
        </p:nvSpPr>
        <p:spPr>
          <a:xfrm>
            <a:off x="956140" y="3611250"/>
            <a:ext cx="2896500" cy="434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800"/>
              <a:buNone/>
              <a:defRPr b="1" sz="1800"/>
            </a:lvl1pPr>
            <a:lvl2pPr lvl="1" algn="ctr">
              <a:lnSpc>
                <a:spcPct val="100000"/>
              </a:lnSpc>
              <a:spcBef>
                <a:spcPts val="0"/>
              </a:spcBef>
              <a:spcAft>
                <a:spcPts val="0"/>
              </a:spcAft>
              <a:buSzPts val="1800"/>
              <a:buNone/>
              <a:defRPr b="1" sz="1800"/>
            </a:lvl2pPr>
            <a:lvl3pPr lvl="2" algn="ctr">
              <a:lnSpc>
                <a:spcPct val="100000"/>
              </a:lnSpc>
              <a:spcBef>
                <a:spcPts val="0"/>
              </a:spcBef>
              <a:spcAft>
                <a:spcPts val="0"/>
              </a:spcAft>
              <a:buSzPts val="1800"/>
              <a:buNone/>
              <a:defRPr b="1" sz="1800"/>
            </a:lvl3pPr>
            <a:lvl4pPr lvl="3" algn="ctr">
              <a:lnSpc>
                <a:spcPct val="100000"/>
              </a:lnSpc>
              <a:spcBef>
                <a:spcPts val="0"/>
              </a:spcBef>
              <a:spcAft>
                <a:spcPts val="0"/>
              </a:spcAft>
              <a:buSzPts val="1800"/>
              <a:buNone/>
              <a:defRPr b="1" sz="1800"/>
            </a:lvl4pPr>
            <a:lvl5pPr lvl="4" algn="ctr">
              <a:lnSpc>
                <a:spcPct val="100000"/>
              </a:lnSpc>
              <a:spcBef>
                <a:spcPts val="0"/>
              </a:spcBef>
              <a:spcAft>
                <a:spcPts val="0"/>
              </a:spcAft>
              <a:buSzPts val="1800"/>
              <a:buNone/>
              <a:defRPr b="1" sz="1800"/>
            </a:lvl5pPr>
            <a:lvl6pPr lvl="5" algn="ctr">
              <a:lnSpc>
                <a:spcPct val="100000"/>
              </a:lnSpc>
              <a:spcBef>
                <a:spcPts val="0"/>
              </a:spcBef>
              <a:spcAft>
                <a:spcPts val="0"/>
              </a:spcAft>
              <a:buSzPts val="1800"/>
              <a:buNone/>
              <a:defRPr b="1" sz="1800"/>
            </a:lvl6pPr>
            <a:lvl7pPr lvl="6" algn="ctr">
              <a:lnSpc>
                <a:spcPct val="100000"/>
              </a:lnSpc>
              <a:spcBef>
                <a:spcPts val="0"/>
              </a:spcBef>
              <a:spcAft>
                <a:spcPts val="0"/>
              </a:spcAft>
              <a:buSzPts val="1800"/>
              <a:buNone/>
              <a:defRPr b="1" sz="1800"/>
            </a:lvl7pPr>
            <a:lvl8pPr lvl="7" algn="ctr">
              <a:lnSpc>
                <a:spcPct val="100000"/>
              </a:lnSpc>
              <a:spcBef>
                <a:spcPts val="0"/>
              </a:spcBef>
              <a:spcAft>
                <a:spcPts val="0"/>
              </a:spcAft>
              <a:buSzPts val="1800"/>
              <a:buNone/>
              <a:defRPr b="1" sz="1800"/>
            </a:lvl8pPr>
            <a:lvl9pPr lvl="8" algn="ctr">
              <a:lnSpc>
                <a:spcPct val="100000"/>
              </a:lnSpc>
              <a:spcBef>
                <a:spcPts val="0"/>
              </a:spcBef>
              <a:spcAft>
                <a:spcPts val="0"/>
              </a:spcAft>
              <a:buSzPts val="1800"/>
              <a:buNone/>
              <a:defRPr b="1" sz="1800"/>
            </a:lvl9pPr>
          </a:lstStyle>
          <a:p/>
        </p:txBody>
      </p:sp>
      <p:sp>
        <p:nvSpPr>
          <p:cNvPr id="732" name="Google Shape;732;p132"/>
          <p:cNvSpPr txBox="1"/>
          <p:nvPr>
            <p:ph idx="6" type="subTitle"/>
          </p:nvPr>
        </p:nvSpPr>
        <p:spPr>
          <a:xfrm>
            <a:off x="956140" y="4007250"/>
            <a:ext cx="2896500" cy="484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15000"/>
              </a:lnSpc>
              <a:spcBef>
                <a:spcPts val="0"/>
              </a:spcBef>
              <a:spcAft>
                <a:spcPts val="0"/>
              </a:spcAft>
              <a:buSzPts val="1400"/>
              <a:buNone/>
              <a:defRPr/>
            </a:lvl2pPr>
            <a:lvl3pPr lvl="2" algn="ctr">
              <a:lnSpc>
                <a:spcPct val="115000"/>
              </a:lnSpc>
              <a:spcBef>
                <a:spcPts val="1600"/>
              </a:spcBef>
              <a:spcAft>
                <a:spcPts val="0"/>
              </a:spcAft>
              <a:buSzPts val="1400"/>
              <a:buNone/>
              <a:defRPr/>
            </a:lvl3pPr>
            <a:lvl4pPr lvl="3" algn="ctr">
              <a:lnSpc>
                <a:spcPct val="115000"/>
              </a:lnSpc>
              <a:spcBef>
                <a:spcPts val="1600"/>
              </a:spcBef>
              <a:spcAft>
                <a:spcPts val="0"/>
              </a:spcAft>
              <a:buSzPts val="1400"/>
              <a:buNone/>
              <a:defRPr/>
            </a:lvl4pPr>
            <a:lvl5pPr lvl="4" algn="ctr">
              <a:lnSpc>
                <a:spcPct val="115000"/>
              </a:lnSpc>
              <a:spcBef>
                <a:spcPts val="1600"/>
              </a:spcBef>
              <a:spcAft>
                <a:spcPts val="0"/>
              </a:spcAft>
              <a:buSzPts val="1400"/>
              <a:buNone/>
              <a:defRPr/>
            </a:lvl5pPr>
            <a:lvl6pPr lvl="5" algn="ctr">
              <a:lnSpc>
                <a:spcPct val="115000"/>
              </a:lnSpc>
              <a:spcBef>
                <a:spcPts val="1600"/>
              </a:spcBef>
              <a:spcAft>
                <a:spcPts val="0"/>
              </a:spcAft>
              <a:buSzPts val="1400"/>
              <a:buNone/>
              <a:defRPr/>
            </a:lvl6pPr>
            <a:lvl7pPr lvl="6" algn="ctr">
              <a:lnSpc>
                <a:spcPct val="115000"/>
              </a:lnSpc>
              <a:spcBef>
                <a:spcPts val="1600"/>
              </a:spcBef>
              <a:spcAft>
                <a:spcPts val="0"/>
              </a:spcAft>
              <a:buSzPts val="1400"/>
              <a:buNone/>
              <a:defRPr/>
            </a:lvl7pPr>
            <a:lvl8pPr lvl="7" algn="ctr">
              <a:lnSpc>
                <a:spcPct val="115000"/>
              </a:lnSpc>
              <a:spcBef>
                <a:spcPts val="1600"/>
              </a:spcBef>
              <a:spcAft>
                <a:spcPts val="0"/>
              </a:spcAft>
              <a:buSzPts val="1400"/>
              <a:buNone/>
              <a:defRPr/>
            </a:lvl8pPr>
            <a:lvl9pPr lvl="8" algn="ctr">
              <a:lnSpc>
                <a:spcPct val="115000"/>
              </a:lnSpc>
              <a:spcBef>
                <a:spcPts val="1600"/>
              </a:spcBef>
              <a:spcAft>
                <a:spcPts val="160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6">
    <p:spTree>
      <p:nvGrpSpPr>
        <p:cNvPr id="733" name="Shape 733"/>
        <p:cNvGrpSpPr/>
        <p:nvPr/>
      </p:nvGrpSpPr>
      <p:grpSpPr>
        <a:xfrm>
          <a:off x="0" y="0"/>
          <a:ext cx="0" cy="0"/>
          <a:chOff x="0" y="0"/>
          <a:chExt cx="0" cy="0"/>
        </a:xfrm>
      </p:grpSpPr>
      <p:grpSp>
        <p:nvGrpSpPr>
          <p:cNvPr id="734" name="Google Shape;734;p133"/>
          <p:cNvGrpSpPr/>
          <p:nvPr/>
        </p:nvGrpSpPr>
        <p:grpSpPr>
          <a:xfrm flipH="1">
            <a:off x="-9513" y="-6"/>
            <a:ext cx="9177947" cy="5143519"/>
            <a:chOff x="-9513" y="-6"/>
            <a:chExt cx="9177947" cy="5143519"/>
          </a:xfrm>
        </p:grpSpPr>
        <p:sp>
          <p:nvSpPr>
            <p:cNvPr id="735" name="Google Shape;735;p133"/>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133"/>
            <p:cNvSpPr/>
            <p:nvPr/>
          </p:nvSpPr>
          <p:spPr>
            <a:xfrm flipH="1">
              <a:off x="109125" y="2"/>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133"/>
            <p:cNvSpPr/>
            <p:nvPr/>
          </p:nvSpPr>
          <p:spPr>
            <a:xfrm flipH="1">
              <a:off x="1100819" y="-6"/>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133"/>
            <p:cNvSpPr/>
            <p:nvPr/>
          </p:nvSpPr>
          <p:spPr>
            <a:xfrm flipH="1">
              <a:off x="6750722"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133"/>
            <p:cNvSpPr/>
            <p:nvPr/>
          </p:nvSpPr>
          <p:spPr>
            <a:xfrm flipH="1" rot="10800000">
              <a:off x="8024650" y="2432841"/>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133"/>
            <p:cNvSpPr/>
            <p:nvPr/>
          </p:nvSpPr>
          <p:spPr>
            <a:xfrm flipH="1" rot="10800000">
              <a:off x="8024650" y="259818"/>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p133"/>
            <p:cNvSpPr/>
            <p:nvPr/>
          </p:nvSpPr>
          <p:spPr>
            <a:xfrm flipH="1">
              <a:off x="-9513" y="26003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42" name="Google Shape;742;p133"/>
          <p:cNvGrpSpPr/>
          <p:nvPr/>
        </p:nvGrpSpPr>
        <p:grpSpPr>
          <a:xfrm>
            <a:off x="4281415" y="75177"/>
            <a:ext cx="581170" cy="125403"/>
            <a:chOff x="4685288" y="186288"/>
            <a:chExt cx="419375" cy="90485"/>
          </a:xfrm>
        </p:grpSpPr>
        <p:sp>
          <p:nvSpPr>
            <p:cNvPr id="743" name="Google Shape;743;p133"/>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44" name="Google Shape;744;p133"/>
            <p:cNvGrpSpPr/>
            <p:nvPr/>
          </p:nvGrpSpPr>
          <p:grpSpPr>
            <a:xfrm>
              <a:off x="4685288" y="186300"/>
              <a:ext cx="419375" cy="90473"/>
              <a:chOff x="4390000" y="182175"/>
              <a:chExt cx="419375" cy="90473"/>
            </a:xfrm>
          </p:grpSpPr>
          <p:sp>
            <p:nvSpPr>
              <p:cNvPr id="745" name="Google Shape;745;p133"/>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133"/>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747" name="Google Shape;747;p133"/>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48" name="Google Shape;748;p133"/>
          <p:cNvSpPr txBox="1"/>
          <p:nvPr>
            <p:ph idx="2" type="title"/>
          </p:nvPr>
        </p:nvSpPr>
        <p:spPr>
          <a:xfrm>
            <a:off x="712511" y="1629449"/>
            <a:ext cx="1929300" cy="5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1800"/>
            </a:lvl1pPr>
            <a:lvl2pPr lvl="1" algn="l">
              <a:lnSpc>
                <a:spcPct val="100000"/>
              </a:lnSpc>
              <a:spcBef>
                <a:spcPts val="0"/>
              </a:spcBef>
              <a:spcAft>
                <a:spcPts val="0"/>
              </a:spcAft>
              <a:buClr>
                <a:schemeClr val="accent5"/>
              </a:buClr>
              <a:buSzPts val="1800"/>
              <a:buNone/>
              <a:defRPr sz="1800">
                <a:solidFill>
                  <a:schemeClr val="accent5"/>
                </a:solidFill>
              </a:defRPr>
            </a:lvl2pPr>
            <a:lvl3pPr lvl="2" algn="l">
              <a:lnSpc>
                <a:spcPct val="100000"/>
              </a:lnSpc>
              <a:spcBef>
                <a:spcPts val="0"/>
              </a:spcBef>
              <a:spcAft>
                <a:spcPts val="0"/>
              </a:spcAft>
              <a:buClr>
                <a:schemeClr val="accent5"/>
              </a:buClr>
              <a:buSzPts val="1800"/>
              <a:buNone/>
              <a:defRPr sz="1800">
                <a:solidFill>
                  <a:schemeClr val="accent5"/>
                </a:solidFill>
              </a:defRPr>
            </a:lvl3pPr>
            <a:lvl4pPr lvl="3" algn="l">
              <a:lnSpc>
                <a:spcPct val="100000"/>
              </a:lnSpc>
              <a:spcBef>
                <a:spcPts val="0"/>
              </a:spcBef>
              <a:spcAft>
                <a:spcPts val="0"/>
              </a:spcAft>
              <a:buClr>
                <a:schemeClr val="accent5"/>
              </a:buClr>
              <a:buSzPts val="1800"/>
              <a:buNone/>
              <a:defRPr sz="1800">
                <a:solidFill>
                  <a:schemeClr val="accent5"/>
                </a:solidFill>
              </a:defRPr>
            </a:lvl4pPr>
            <a:lvl5pPr lvl="4" algn="l">
              <a:lnSpc>
                <a:spcPct val="100000"/>
              </a:lnSpc>
              <a:spcBef>
                <a:spcPts val="0"/>
              </a:spcBef>
              <a:spcAft>
                <a:spcPts val="0"/>
              </a:spcAft>
              <a:buClr>
                <a:schemeClr val="accent5"/>
              </a:buClr>
              <a:buSzPts val="1800"/>
              <a:buNone/>
              <a:defRPr sz="1800">
                <a:solidFill>
                  <a:schemeClr val="accent5"/>
                </a:solidFill>
              </a:defRPr>
            </a:lvl5pPr>
            <a:lvl6pPr lvl="5" algn="l">
              <a:lnSpc>
                <a:spcPct val="100000"/>
              </a:lnSpc>
              <a:spcBef>
                <a:spcPts val="0"/>
              </a:spcBef>
              <a:spcAft>
                <a:spcPts val="0"/>
              </a:spcAft>
              <a:buClr>
                <a:schemeClr val="accent5"/>
              </a:buClr>
              <a:buSzPts val="1800"/>
              <a:buNone/>
              <a:defRPr sz="1800">
                <a:solidFill>
                  <a:schemeClr val="accent5"/>
                </a:solidFill>
              </a:defRPr>
            </a:lvl6pPr>
            <a:lvl7pPr lvl="6" algn="l">
              <a:lnSpc>
                <a:spcPct val="100000"/>
              </a:lnSpc>
              <a:spcBef>
                <a:spcPts val="0"/>
              </a:spcBef>
              <a:spcAft>
                <a:spcPts val="0"/>
              </a:spcAft>
              <a:buClr>
                <a:schemeClr val="accent5"/>
              </a:buClr>
              <a:buSzPts val="1800"/>
              <a:buNone/>
              <a:defRPr sz="1800">
                <a:solidFill>
                  <a:schemeClr val="accent5"/>
                </a:solidFill>
              </a:defRPr>
            </a:lvl7pPr>
            <a:lvl8pPr lvl="7" algn="l">
              <a:lnSpc>
                <a:spcPct val="100000"/>
              </a:lnSpc>
              <a:spcBef>
                <a:spcPts val="0"/>
              </a:spcBef>
              <a:spcAft>
                <a:spcPts val="0"/>
              </a:spcAft>
              <a:buClr>
                <a:schemeClr val="accent5"/>
              </a:buClr>
              <a:buSzPts val="1800"/>
              <a:buNone/>
              <a:defRPr sz="1800">
                <a:solidFill>
                  <a:schemeClr val="accent5"/>
                </a:solidFill>
              </a:defRPr>
            </a:lvl8pPr>
            <a:lvl9pPr lvl="8" algn="l">
              <a:lnSpc>
                <a:spcPct val="100000"/>
              </a:lnSpc>
              <a:spcBef>
                <a:spcPts val="0"/>
              </a:spcBef>
              <a:spcAft>
                <a:spcPts val="0"/>
              </a:spcAft>
              <a:buClr>
                <a:schemeClr val="accent5"/>
              </a:buClr>
              <a:buSzPts val="1800"/>
              <a:buNone/>
              <a:defRPr sz="1800">
                <a:solidFill>
                  <a:schemeClr val="accent5"/>
                </a:solidFill>
              </a:defRPr>
            </a:lvl9pPr>
          </a:lstStyle>
          <a:p/>
        </p:txBody>
      </p:sp>
      <p:sp>
        <p:nvSpPr>
          <p:cNvPr id="749" name="Google Shape;749;p133"/>
          <p:cNvSpPr txBox="1"/>
          <p:nvPr>
            <p:ph idx="1" type="subTitle"/>
          </p:nvPr>
        </p:nvSpPr>
        <p:spPr>
          <a:xfrm>
            <a:off x="712511" y="3429438"/>
            <a:ext cx="1929300" cy="729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750" name="Google Shape;750;p133"/>
          <p:cNvSpPr txBox="1"/>
          <p:nvPr>
            <p:ph idx="3" type="title"/>
          </p:nvPr>
        </p:nvSpPr>
        <p:spPr>
          <a:xfrm>
            <a:off x="2640569" y="1630277"/>
            <a:ext cx="1929300" cy="5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1800"/>
            </a:lvl1pPr>
            <a:lvl2pPr lvl="1" algn="l">
              <a:lnSpc>
                <a:spcPct val="100000"/>
              </a:lnSpc>
              <a:spcBef>
                <a:spcPts val="0"/>
              </a:spcBef>
              <a:spcAft>
                <a:spcPts val="0"/>
              </a:spcAft>
              <a:buClr>
                <a:schemeClr val="accent5"/>
              </a:buClr>
              <a:buSzPts val="1800"/>
              <a:buNone/>
              <a:defRPr sz="1800">
                <a:solidFill>
                  <a:schemeClr val="accent5"/>
                </a:solidFill>
              </a:defRPr>
            </a:lvl2pPr>
            <a:lvl3pPr lvl="2" algn="l">
              <a:lnSpc>
                <a:spcPct val="100000"/>
              </a:lnSpc>
              <a:spcBef>
                <a:spcPts val="0"/>
              </a:spcBef>
              <a:spcAft>
                <a:spcPts val="0"/>
              </a:spcAft>
              <a:buClr>
                <a:schemeClr val="accent5"/>
              </a:buClr>
              <a:buSzPts val="1800"/>
              <a:buNone/>
              <a:defRPr sz="1800">
                <a:solidFill>
                  <a:schemeClr val="accent5"/>
                </a:solidFill>
              </a:defRPr>
            </a:lvl3pPr>
            <a:lvl4pPr lvl="3" algn="l">
              <a:lnSpc>
                <a:spcPct val="100000"/>
              </a:lnSpc>
              <a:spcBef>
                <a:spcPts val="0"/>
              </a:spcBef>
              <a:spcAft>
                <a:spcPts val="0"/>
              </a:spcAft>
              <a:buClr>
                <a:schemeClr val="accent5"/>
              </a:buClr>
              <a:buSzPts val="1800"/>
              <a:buNone/>
              <a:defRPr sz="1800">
                <a:solidFill>
                  <a:schemeClr val="accent5"/>
                </a:solidFill>
              </a:defRPr>
            </a:lvl4pPr>
            <a:lvl5pPr lvl="4" algn="l">
              <a:lnSpc>
                <a:spcPct val="100000"/>
              </a:lnSpc>
              <a:spcBef>
                <a:spcPts val="0"/>
              </a:spcBef>
              <a:spcAft>
                <a:spcPts val="0"/>
              </a:spcAft>
              <a:buClr>
                <a:schemeClr val="accent5"/>
              </a:buClr>
              <a:buSzPts val="1800"/>
              <a:buNone/>
              <a:defRPr sz="1800">
                <a:solidFill>
                  <a:schemeClr val="accent5"/>
                </a:solidFill>
              </a:defRPr>
            </a:lvl5pPr>
            <a:lvl6pPr lvl="5" algn="l">
              <a:lnSpc>
                <a:spcPct val="100000"/>
              </a:lnSpc>
              <a:spcBef>
                <a:spcPts val="0"/>
              </a:spcBef>
              <a:spcAft>
                <a:spcPts val="0"/>
              </a:spcAft>
              <a:buClr>
                <a:schemeClr val="accent5"/>
              </a:buClr>
              <a:buSzPts val="1800"/>
              <a:buNone/>
              <a:defRPr sz="1800">
                <a:solidFill>
                  <a:schemeClr val="accent5"/>
                </a:solidFill>
              </a:defRPr>
            </a:lvl6pPr>
            <a:lvl7pPr lvl="6" algn="l">
              <a:lnSpc>
                <a:spcPct val="100000"/>
              </a:lnSpc>
              <a:spcBef>
                <a:spcPts val="0"/>
              </a:spcBef>
              <a:spcAft>
                <a:spcPts val="0"/>
              </a:spcAft>
              <a:buClr>
                <a:schemeClr val="accent5"/>
              </a:buClr>
              <a:buSzPts val="1800"/>
              <a:buNone/>
              <a:defRPr sz="1800">
                <a:solidFill>
                  <a:schemeClr val="accent5"/>
                </a:solidFill>
              </a:defRPr>
            </a:lvl7pPr>
            <a:lvl8pPr lvl="7" algn="l">
              <a:lnSpc>
                <a:spcPct val="100000"/>
              </a:lnSpc>
              <a:spcBef>
                <a:spcPts val="0"/>
              </a:spcBef>
              <a:spcAft>
                <a:spcPts val="0"/>
              </a:spcAft>
              <a:buClr>
                <a:schemeClr val="accent5"/>
              </a:buClr>
              <a:buSzPts val="1800"/>
              <a:buNone/>
              <a:defRPr sz="1800">
                <a:solidFill>
                  <a:schemeClr val="accent5"/>
                </a:solidFill>
              </a:defRPr>
            </a:lvl8pPr>
            <a:lvl9pPr lvl="8" algn="l">
              <a:lnSpc>
                <a:spcPct val="100000"/>
              </a:lnSpc>
              <a:spcBef>
                <a:spcPts val="0"/>
              </a:spcBef>
              <a:spcAft>
                <a:spcPts val="0"/>
              </a:spcAft>
              <a:buClr>
                <a:schemeClr val="accent5"/>
              </a:buClr>
              <a:buSzPts val="1800"/>
              <a:buNone/>
              <a:defRPr sz="1800">
                <a:solidFill>
                  <a:schemeClr val="accent5"/>
                </a:solidFill>
              </a:defRPr>
            </a:lvl9pPr>
          </a:lstStyle>
          <a:p/>
        </p:txBody>
      </p:sp>
      <p:sp>
        <p:nvSpPr>
          <p:cNvPr id="751" name="Google Shape;751;p133"/>
          <p:cNvSpPr txBox="1"/>
          <p:nvPr>
            <p:ph idx="4" type="subTitle"/>
          </p:nvPr>
        </p:nvSpPr>
        <p:spPr>
          <a:xfrm>
            <a:off x="2640569" y="3430175"/>
            <a:ext cx="1929300" cy="729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752" name="Google Shape;752;p133"/>
          <p:cNvSpPr txBox="1"/>
          <p:nvPr>
            <p:ph idx="5" type="title"/>
          </p:nvPr>
        </p:nvSpPr>
        <p:spPr>
          <a:xfrm>
            <a:off x="4568627" y="1629463"/>
            <a:ext cx="1929300" cy="5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1800"/>
            </a:lvl1pPr>
            <a:lvl2pPr lvl="1" algn="l">
              <a:lnSpc>
                <a:spcPct val="100000"/>
              </a:lnSpc>
              <a:spcBef>
                <a:spcPts val="0"/>
              </a:spcBef>
              <a:spcAft>
                <a:spcPts val="0"/>
              </a:spcAft>
              <a:buClr>
                <a:schemeClr val="accent5"/>
              </a:buClr>
              <a:buSzPts val="1800"/>
              <a:buNone/>
              <a:defRPr sz="1800">
                <a:solidFill>
                  <a:schemeClr val="accent5"/>
                </a:solidFill>
              </a:defRPr>
            </a:lvl2pPr>
            <a:lvl3pPr lvl="2" algn="l">
              <a:lnSpc>
                <a:spcPct val="100000"/>
              </a:lnSpc>
              <a:spcBef>
                <a:spcPts val="0"/>
              </a:spcBef>
              <a:spcAft>
                <a:spcPts val="0"/>
              </a:spcAft>
              <a:buClr>
                <a:schemeClr val="accent5"/>
              </a:buClr>
              <a:buSzPts val="1800"/>
              <a:buNone/>
              <a:defRPr sz="1800">
                <a:solidFill>
                  <a:schemeClr val="accent5"/>
                </a:solidFill>
              </a:defRPr>
            </a:lvl3pPr>
            <a:lvl4pPr lvl="3" algn="l">
              <a:lnSpc>
                <a:spcPct val="100000"/>
              </a:lnSpc>
              <a:spcBef>
                <a:spcPts val="0"/>
              </a:spcBef>
              <a:spcAft>
                <a:spcPts val="0"/>
              </a:spcAft>
              <a:buClr>
                <a:schemeClr val="accent5"/>
              </a:buClr>
              <a:buSzPts val="1800"/>
              <a:buNone/>
              <a:defRPr sz="1800">
                <a:solidFill>
                  <a:schemeClr val="accent5"/>
                </a:solidFill>
              </a:defRPr>
            </a:lvl4pPr>
            <a:lvl5pPr lvl="4" algn="l">
              <a:lnSpc>
                <a:spcPct val="100000"/>
              </a:lnSpc>
              <a:spcBef>
                <a:spcPts val="0"/>
              </a:spcBef>
              <a:spcAft>
                <a:spcPts val="0"/>
              </a:spcAft>
              <a:buClr>
                <a:schemeClr val="accent5"/>
              </a:buClr>
              <a:buSzPts val="1800"/>
              <a:buNone/>
              <a:defRPr sz="1800">
                <a:solidFill>
                  <a:schemeClr val="accent5"/>
                </a:solidFill>
              </a:defRPr>
            </a:lvl5pPr>
            <a:lvl6pPr lvl="5" algn="l">
              <a:lnSpc>
                <a:spcPct val="100000"/>
              </a:lnSpc>
              <a:spcBef>
                <a:spcPts val="0"/>
              </a:spcBef>
              <a:spcAft>
                <a:spcPts val="0"/>
              </a:spcAft>
              <a:buClr>
                <a:schemeClr val="accent5"/>
              </a:buClr>
              <a:buSzPts val="1800"/>
              <a:buNone/>
              <a:defRPr sz="1800">
                <a:solidFill>
                  <a:schemeClr val="accent5"/>
                </a:solidFill>
              </a:defRPr>
            </a:lvl6pPr>
            <a:lvl7pPr lvl="6" algn="l">
              <a:lnSpc>
                <a:spcPct val="100000"/>
              </a:lnSpc>
              <a:spcBef>
                <a:spcPts val="0"/>
              </a:spcBef>
              <a:spcAft>
                <a:spcPts val="0"/>
              </a:spcAft>
              <a:buClr>
                <a:schemeClr val="accent5"/>
              </a:buClr>
              <a:buSzPts val="1800"/>
              <a:buNone/>
              <a:defRPr sz="1800">
                <a:solidFill>
                  <a:schemeClr val="accent5"/>
                </a:solidFill>
              </a:defRPr>
            </a:lvl7pPr>
            <a:lvl8pPr lvl="7" algn="l">
              <a:lnSpc>
                <a:spcPct val="100000"/>
              </a:lnSpc>
              <a:spcBef>
                <a:spcPts val="0"/>
              </a:spcBef>
              <a:spcAft>
                <a:spcPts val="0"/>
              </a:spcAft>
              <a:buClr>
                <a:schemeClr val="accent5"/>
              </a:buClr>
              <a:buSzPts val="1800"/>
              <a:buNone/>
              <a:defRPr sz="1800">
                <a:solidFill>
                  <a:schemeClr val="accent5"/>
                </a:solidFill>
              </a:defRPr>
            </a:lvl8pPr>
            <a:lvl9pPr lvl="8" algn="l">
              <a:lnSpc>
                <a:spcPct val="100000"/>
              </a:lnSpc>
              <a:spcBef>
                <a:spcPts val="0"/>
              </a:spcBef>
              <a:spcAft>
                <a:spcPts val="0"/>
              </a:spcAft>
              <a:buClr>
                <a:schemeClr val="accent5"/>
              </a:buClr>
              <a:buSzPts val="1800"/>
              <a:buNone/>
              <a:defRPr sz="1800">
                <a:solidFill>
                  <a:schemeClr val="accent5"/>
                </a:solidFill>
              </a:defRPr>
            </a:lvl9pPr>
          </a:lstStyle>
          <a:p/>
        </p:txBody>
      </p:sp>
      <p:sp>
        <p:nvSpPr>
          <p:cNvPr id="753" name="Google Shape;753;p133"/>
          <p:cNvSpPr txBox="1"/>
          <p:nvPr>
            <p:ph idx="6" type="subTitle"/>
          </p:nvPr>
        </p:nvSpPr>
        <p:spPr>
          <a:xfrm>
            <a:off x="4568627" y="3429450"/>
            <a:ext cx="1929300" cy="729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
        <p:nvSpPr>
          <p:cNvPr id="754" name="Google Shape;754;p133"/>
          <p:cNvSpPr txBox="1"/>
          <p:nvPr>
            <p:ph idx="7" type="title"/>
          </p:nvPr>
        </p:nvSpPr>
        <p:spPr>
          <a:xfrm>
            <a:off x="6505789" y="1630290"/>
            <a:ext cx="1925700" cy="592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1800"/>
            </a:lvl1pPr>
            <a:lvl2pPr lvl="1" algn="l">
              <a:lnSpc>
                <a:spcPct val="100000"/>
              </a:lnSpc>
              <a:spcBef>
                <a:spcPts val="0"/>
              </a:spcBef>
              <a:spcAft>
                <a:spcPts val="0"/>
              </a:spcAft>
              <a:buClr>
                <a:schemeClr val="accent5"/>
              </a:buClr>
              <a:buSzPts val="1800"/>
              <a:buNone/>
              <a:defRPr sz="1800">
                <a:solidFill>
                  <a:schemeClr val="accent5"/>
                </a:solidFill>
              </a:defRPr>
            </a:lvl2pPr>
            <a:lvl3pPr lvl="2" algn="l">
              <a:lnSpc>
                <a:spcPct val="100000"/>
              </a:lnSpc>
              <a:spcBef>
                <a:spcPts val="0"/>
              </a:spcBef>
              <a:spcAft>
                <a:spcPts val="0"/>
              </a:spcAft>
              <a:buClr>
                <a:schemeClr val="accent5"/>
              </a:buClr>
              <a:buSzPts val="1800"/>
              <a:buNone/>
              <a:defRPr sz="1800">
                <a:solidFill>
                  <a:schemeClr val="accent5"/>
                </a:solidFill>
              </a:defRPr>
            </a:lvl3pPr>
            <a:lvl4pPr lvl="3" algn="l">
              <a:lnSpc>
                <a:spcPct val="100000"/>
              </a:lnSpc>
              <a:spcBef>
                <a:spcPts val="0"/>
              </a:spcBef>
              <a:spcAft>
                <a:spcPts val="0"/>
              </a:spcAft>
              <a:buClr>
                <a:schemeClr val="accent5"/>
              </a:buClr>
              <a:buSzPts val="1800"/>
              <a:buNone/>
              <a:defRPr sz="1800">
                <a:solidFill>
                  <a:schemeClr val="accent5"/>
                </a:solidFill>
              </a:defRPr>
            </a:lvl4pPr>
            <a:lvl5pPr lvl="4" algn="l">
              <a:lnSpc>
                <a:spcPct val="100000"/>
              </a:lnSpc>
              <a:spcBef>
                <a:spcPts val="0"/>
              </a:spcBef>
              <a:spcAft>
                <a:spcPts val="0"/>
              </a:spcAft>
              <a:buClr>
                <a:schemeClr val="accent5"/>
              </a:buClr>
              <a:buSzPts val="1800"/>
              <a:buNone/>
              <a:defRPr sz="1800">
                <a:solidFill>
                  <a:schemeClr val="accent5"/>
                </a:solidFill>
              </a:defRPr>
            </a:lvl5pPr>
            <a:lvl6pPr lvl="5" algn="l">
              <a:lnSpc>
                <a:spcPct val="100000"/>
              </a:lnSpc>
              <a:spcBef>
                <a:spcPts val="0"/>
              </a:spcBef>
              <a:spcAft>
                <a:spcPts val="0"/>
              </a:spcAft>
              <a:buClr>
                <a:schemeClr val="accent5"/>
              </a:buClr>
              <a:buSzPts val="1800"/>
              <a:buNone/>
              <a:defRPr sz="1800">
                <a:solidFill>
                  <a:schemeClr val="accent5"/>
                </a:solidFill>
              </a:defRPr>
            </a:lvl6pPr>
            <a:lvl7pPr lvl="6" algn="l">
              <a:lnSpc>
                <a:spcPct val="100000"/>
              </a:lnSpc>
              <a:spcBef>
                <a:spcPts val="0"/>
              </a:spcBef>
              <a:spcAft>
                <a:spcPts val="0"/>
              </a:spcAft>
              <a:buClr>
                <a:schemeClr val="accent5"/>
              </a:buClr>
              <a:buSzPts val="1800"/>
              <a:buNone/>
              <a:defRPr sz="1800">
                <a:solidFill>
                  <a:schemeClr val="accent5"/>
                </a:solidFill>
              </a:defRPr>
            </a:lvl7pPr>
            <a:lvl8pPr lvl="7" algn="l">
              <a:lnSpc>
                <a:spcPct val="100000"/>
              </a:lnSpc>
              <a:spcBef>
                <a:spcPts val="0"/>
              </a:spcBef>
              <a:spcAft>
                <a:spcPts val="0"/>
              </a:spcAft>
              <a:buClr>
                <a:schemeClr val="accent5"/>
              </a:buClr>
              <a:buSzPts val="1800"/>
              <a:buNone/>
              <a:defRPr sz="1800">
                <a:solidFill>
                  <a:schemeClr val="accent5"/>
                </a:solidFill>
              </a:defRPr>
            </a:lvl8pPr>
            <a:lvl9pPr lvl="8" algn="l">
              <a:lnSpc>
                <a:spcPct val="100000"/>
              </a:lnSpc>
              <a:spcBef>
                <a:spcPts val="0"/>
              </a:spcBef>
              <a:spcAft>
                <a:spcPts val="0"/>
              </a:spcAft>
              <a:buClr>
                <a:schemeClr val="accent5"/>
              </a:buClr>
              <a:buSzPts val="1800"/>
              <a:buNone/>
              <a:defRPr sz="1800">
                <a:solidFill>
                  <a:schemeClr val="accent5"/>
                </a:solidFill>
              </a:defRPr>
            </a:lvl9pPr>
          </a:lstStyle>
          <a:p/>
        </p:txBody>
      </p:sp>
      <p:sp>
        <p:nvSpPr>
          <p:cNvPr id="755" name="Google Shape;755;p133"/>
          <p:cNvSpPr txBox="1"/>
          <p:nvPr>
            <p:ph idx="8" type="subTitle"/>
          </p:nvPr>
        </p:nvSpPr>
        <p:spPr>
          <a:xfrm>
            <a:off x="6505789" y="3430179"/>
            <a:ext cx="1925700" cy="729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lvl1pPr>
            <a:lvl2pPr lvl="1" algn="l">
              <a:lnSpc>
                <a:spcPct val="100000"/>
              </a:lnSpc>
              <a:spcBef>
                <a:spcPts val="0"/>
              </a:spcBef>
              <a:spcAft>
                <a:spcPts val="0"/>
              </a:spcAft>
              <a:buSzPts val="1400"/>
              <a:buNone/>
              <a:defRPr/>
            </a:lvl2pPr>
            <a:lvl3pPr lvl="2" algn="l">
              <a:lnSpc>
                <a:spcPct val="100000"/>
              </a:lnSpc>
              <a:spcBef>
                <a:spcPts val="1600"/>
              </a:spcBef>
              <a:spcAft>
                <a:spcPts val="0"/>
              </a:spcAft>
              <a:buSzPts val="1400"/>
              <a:buNone/>
              <a:defRPr/>
            </a:lvl3pPr>
            <a:lvl4pPr lvl="3" algn="l">
              <a:lnSpc>
                <a:spcPct val="100000"/>
              </a:lnSpc>
              <a:spcBef>
                <a:spcPts val="1600"/>
              </a:spcBef>
              <a:spcAft>
                <a:spcPts val="0"/>
              </a:spcAft>
              <a:buSzPts val="1400"/>
              <a:buNone/>
              <a:defRPr/>
            </a:lvl4pPr>
            <a:lvl5pPr lvl="4" algn="l">
              <a:lnSpc>
                <a:spcPct val="100000"/>
              </a:lnSpc>
              <a:spcBef>
                <a:spcPts val="1600"/>
              </a:spcBef>
              <a:spcAft>
                <a:spcPts val="0"/>
              </a:spcAft>
              <a:buSzPts val="1400"/>
              <a:buNone/>
              <a:defRPr/>
            </a:lvl5pPr>
            <a:lvl6pPr lvl="5" algn="l">
              <a:lnSpc>
                <a:spcPct val="100000"/>
              </a:lnSpc>
              <a:spcBef>
                <a:spcPts val="1600"/>
              </a:spcBef>
              <a:spcAft>
                <a:spcPts val="0"/>
              </a:spcAft>
              <a:buSzPts val="1400"/>
              <a:buNone/>
              <a:defRPr/>
            </a:lvl6pPr>
            <a:lvl7pPr lvl="6" algn="l">
              <a:lnSpc>
                <a:spcPct val="100000"/>
              </a:lnSpc>
              <a:spcBef>
                <a:spcPts val="1600"/>
              </a:spcBef>
              <a:spcAft>
                <a:spcPts val="0"/>
              </a:spcAft>
              <a:buSzPts val="1400"/>
              <a:buNone/>
              <a:defRPr/>
            </a:lvl7pPr>
            <a:lvl8pPr lvl="7" algn="l">
              <a:lnSpc>
                <a:spcPct val="100000"/>
              </a:lnSpc>
              <a:spcBef>
                <a:spcPts val="1600"/>
              </a:spcBef>
              <a:spcAft>
                <a:spcPts val="0"/>
              </a:spcAft>
              <a:buSzPts val="1400"/>
              <a:buNone/>
              <a:defRPr/>
            </a:lvl8pPr>
            <a:lvl9pPr lvl="8" algn="l">
              <a:lnSpc>
                <a:spcPct val="100000"/>
              </a:lnSpc>
              <a:spcBef>
                <a:spcPts val="1600"/>
              </a:spcBef>
              <a:spcAft>
                <a:spcPts val="160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7_1">
    <p:bg>
      <p:bgPr>
        <a:solidFill>
          <a:schemeClr val="accent2"/>
        </a:solidFill>
      </p:bgPr>
    </p:bg>
    <p:spTree>
      <p:nvGrpSpPr>
        <p:cNvPr id="756" name="Shape 756"/>
        <p:cNvGrpSpPr/>
        <p:nvPr/>
      </p:nvGrpSpPr>
      <p:grpSpPr>
        <a:xfrm>
          <a:off x="0" y="0"/>
          <a:ext cx="0" cy="0"/>
          <a:chOff x="0" y="0"/>
          <a:chExt cx="0" cy="0"/>
        </a:xfrm>
      </p:grpSpPr>
      <p:sp>
        <p:nvSpPr>
          <p:cNvPr id="757" name="Google Shape;757;p134"/>
          <p:cNvSpPr txBox="1"/>
          <p:nvPr>
            <p:ph type="title"/>
          </p:nvPr>
        </p:nvSpPr>
        <p:spPr>
          <a:xfrm>
            <a:off x="720892" y="1507738"/>
            <a:ext cx="3079800" cy="1004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8" name="Google Shape;758;p134"/>
          <p:cNvSpPr txBox="1"/>
          <p:nvPr>
            <p:ph idx="1" type="subTitle"/>
          </p:nvPr>
        </p:nvSpPr>
        <p:spPr>
          <a:xfrm>
            <a:off x="720892" y="2631063"/>
            <a:ext cx="3079800" cy="1004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759" name="Google Shape;759;p134"/>
          <p:cNvGrpSpPr/>
          <p:nvPr/>
        </p:nvGrpSpPr>
        <p:grpSpPr>
          <a:xfrm rot="5270711">
            <a:off x="1379929" y="-551199"/>
            <a:ext cx="1473993" cy="2698109"/>
            <a:chOff x="365696" y="228600"/>
            <a:chExt cx="1473983" cy="2698089"/>
          </a:xfrm>
        </p:grpSpPr>
        <p:grpSp>
          <p:nvGrpSpPr>
            <p:cNvPr id="760" name="Google Shape;760;p134"/>
            <p:cNvGrpSpPr/>
            <p:nvPr/>
          </p:nvGrpSpPr>
          <p:grpSpPr>
            <a:xfrm flipH="1" rot="-617154">
              <a:off x="575967" y="402323"/>
              <a:ext cx="1053440" cy="2450002"/>
              <a:chOff x="3817855" y="1437512"/>
              <a:chExt cx="541146" cy="1128254"/>
            </a:xfrm>
          </p:grpSpPr>
          <p:sp>
            <p:nvSpPr>
              <p:cNvPr id="761" name="Google Shape;761;p134"/>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134"/>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63" name="Google Shape;763;p134"/>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17_1_1_1">
    <p:bg>
      <p:bgPr>
        <a:solidFill>
          <a:schemeClr val="accent2"/>
        </a:solidFill>
      </p:bgPr>
    </p:bg>
    <p:spTree>
      <p:nvGrpSpPr>
        <p:cNvPr id="764" name="Shape 764"/>
        <p:cNvGrpSpPr/>
        <p:nvPr/>
      </p:nvGrpSpPr>
      <p:grpSpPr>
        <a:xfrm>
          <a:off x="0" y="0"/>
          <a:ext cx="0" cy="0"/>
          <a:chOff x="0" y="0"/>
          <a:chExt cx="0" cy="0"/>
        </a:xfrm>
      </p:grpSpPr>
      <p:sp>
        <p:nvSpPr>
          <p:cNvPr id="765" name="Google Shape;765;p135"/>
          <p:cNvSpPr txBox="1"/>
          <p:nvPr>
            <p:ph idx="1" type="subTitle"/>
          </p:nvPr>
        </p:nvSpPr>
        <p:spPr>
          <a:xfrm>
            <a:off x="1576350" y="4171950"/>
            <a:ext cx="5991300" cy="4140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66" name="Google Shape;766;p135"/>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767" name="Google Shape;767;p135"/>
          <p:cNvGrpSpPr/>
          <p:nvPr/>
        </p:nvGrpSpPr>
        <p:grpSpPr>
          <a:xfrm rot="10670711">
            <a:off x="7249852" y="571754"/>
            <a:ext cx="1473993" cy="2698109"/>
            <a:chOff x="365696" y="228600"/>
            <a:chExt cx="1473983" cy="2698089"/>
          </a:xfrm>
        </p:grpSpPr>
        <p:grpSp>
          <p:nvGrpSpPr>
            <p:cNvPr id="768" name="Google Shape;768;p135"/>
            <p:cNvGrpSpPr/>
            <p:nvPr/>
          </p:nvGrpSpPr>
          <p:grpSpPr>
            <a:xfrm flipH="1" rot="-617154">
              <a:off x="575967" y="402323"/>
              <a:ext cx="1053440" cy="2450002"/>
              <a:chOff x="3817855" y="1437512"/>
              <a:chExt cx="541146" cy="1128254"/>
            </a:xfrm>
          </p:grpSpPr>
          <p:sp>
            <p:nvSpPr>
              <p:cNvPr id="769" name="Google Shape;769;p135"/>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135"/>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1" name="Google Shape;771;p135"/>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2" name="Google Shape;772;p135"/>
          <p:cNvGrpSpPr/>
          <p:nvPr/>
        </p:nvGrpSpPr>
        <p:grpSpPr>
          <a:xfrm rot="-129289">
            <a:off x="420156" y="1717071"/>
            <a:ext cx="1473993" cy="2698109"/>
            <a:chOff x="365696" y="228600"/>
            <a:chExt cx="1473983" cy="2698089"/>
          </a:xfrm>
        </p:grpSpPr>
        <p:grpSp>
          <p:nvGrpSpPr>
            <p:cNvPr id="773" name="Google Shape;773;p135"/>
            <p:cNvGrpSpPr/>
            <p:nvPr/>
          </p:nvGrpSpPr>
          <p:grpSpPr>
            <a:xfrm flipH="1" rot="-617154">
              <a:off x="575967" y="402323"/>
              <a:ext cx="1053440" cy="2450002"/>
              <a:chOff x="3817855" y="1437512"/>
              <a:chExt cx="541146" cy="1128254"/>
            </a:xfrm>
          </p:grpSpPr>
          <p:sp>
            <p:nvSpPr>
              <p:cNvPr id="774" name="Google Shape;774;p135"/>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135"/>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6" name="Google Shape;776;p135"/>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17_1_1">
    <p:bg>
      <p:bgPr>
        <a:solidFill>
          <a:schemeClr val="accent2"/>
        </a:solidFill>
      </p:bgPr>
    </p:bg>
    <p:spTree>
      <p:nvGrpSpPr>
        <p:cNvPr id="777" name="Shape 777"/>
        <p:cNvGrpSpPr/>
        <p:nvPr/>
      </p:nvGrpSpPr>
      <p:grpSpPr>
        <a:xfrm>
          <a:off x="0" y="0"/>
          <a:ext cx="0" cy="0"/>
          <a:chOff x="0" y="0"/>
          <a:chExt cx="0" cy="0"/>
        </a:xfrm>
      </p:grpSpPr>
      <p:sp>
        <p:nvSpPr>
          <p:cNvPr id="778" name="Google Shape;778;p136"/>
          <p:cNvSpPr txBox="1"/>
          <p:nvPr>
            <p:ph type="title"/>
          </p:nvPr>
        </p:nvSpPr>
        <p:spPr>
          <a:xfrm>
            <a:off x="4590700" y="1502321"/>
            <a:ext cx="2042100" cy="94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79" name="Google Shape;779;p136"/>
          <p:cNvSpPr txBox="1"/>
          <p:nvPr>
            <p:ph idx="1" type="subTitle"/>
          </p:nvPr>
        </p:nvSpPr>
        <p:spPr>
          <a:xfrm>
            <a:off x="4590692" y="2636479"/>
            <a:ext cx="3081600" cy="1004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grpSp>
        <p:nvGrpSpPr>
          <p:cNvPr id="780" name="Google Shape;780;p136"/>
          <p:cNvGrpSpPr/>
          <p:nvPr/>
        </p:nvGrpSpPr>
        <p:grpSpPr>
          <a:xfrm flipH="1">
            <a:off x="7249715" y="564591"/>
            <a:ext cx="1473983" cy="2698089"/>
            <a:chOff x="365696" y="228600"/>
            <a:chExt cx="1473983" cy="2698089"/>
          </a:xfrm>
        </p:grpSpPr>
        <p:grpSp>
          <p:nvGrpSpPr>
            <p:cNvPr id="781" name="Google Shape;781;p136"/>
            <p:cNvGrpSpPr/>
            <p:nvPr/>
          </p:nvGrpSpPr>
          <p:grpSpPr>
            <a:xfrm flipH="1" rot="-617154">
              <a:off x="575967" y="402323"/>
              <a:ext cx="1053440" cy="2450002"/>
              <a:chOff x="3817855" y="1437512"/>
              <a:chExt cx="541146" cy="1128254"/>
            </a:xfrm>
          </p:grpSpPr>
          <p:sp>
            <p:nvSpPr>
              <p:cNvPr id="782" name="Google Shape;782;p136"/>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136"/>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84" name="Google Shape;784;p136"/>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
    <p:bg>
      <p:bgPr>
        <a:solidFill>
          <a:schemeClr val="accent2"/>
        </a:solidFill>
      </p:bgPr>
    </p:bg>
    <p:spTree>
      <p:nvGrpSpPr>
        <p:cNvPr id="785" name="Shape 785"/>
        <p:cNvGrpSpPr/>
        <p:nvPr/>
      </p:nvGrpSpPr>
      <p:grpSpPr>
        <a:xfrm>
          <a:off x="0" y="0"/>
          <a:ext cx="0" cy="0"/>
          <a:chOff x="0" y="0"/>
          <a:chExt cx="0" cy="0"/>
        </a:xfrm>
      </p:grpSpPr>
      <p:sp>
        <p:nvSpPr>
          <p:cNvPr id="786" name="Google Shape;786;p137"/>
          <p:cNvSpPr txBox="1"/>
          <p:nvPr>
            <p:ph type="ctrTitle"/>
          </p:nvPr>
        </p:nvSpPr>
        <p:spPr>
          <a:xfrm>
            <a:off x="722350" y="685800"/>
            <a:ext cx="3702600" cy="1006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200"/>
              <a:buNone/>
              <a:defRPr sz="5500">
                <a:solidFill>
                  <a:schemeClr val="accent5"/>
                </a:solidFill>
                <a:latin typeface="Aldrich"/>
                <a:ea typeface="Aldrich"/>
                <a:cs typeface="Aldrich"/>
                <a:sym typeface="Aldrich"/>
              </a:defRPr>
            </a:lvl1pPr>
            <a:lvl2pPr lvl="1" algn="l">
              <a:lnSpc>
                <a:spcPct val="100000"/>
              </a:lnSpc>
              <a:spcBef>
                <a:spcPts val="0"/>
              </a:spcBef>
              <a:spcAft>
                <a:spcPts val="0"/>
              </a:spcAft>
              <a:buSzPts val="5200"/>
              <a:buNone/>
              <a:defRPr sz="5200"/>
            </a:lvl2pPr>
            <a:lvl3pPr lvl="2" algn="l">
              <a:lnSpc>
                <a:spcPct val="100000"/>
              </a:lnSpc>
              <a:spcBef>
                <a:spcPts val="0"/>
              </a:spcBef>
              <a:spcAft>
                <a:spcPts val="0"/>
              </a:spcAft>
              <a:buSzPts val="5200"/>
              <a:buNone/>
              <a:defRPr sz="5200"/>
            </a:lvl3pPr>
            <a:lvl4pPr lvl="3" algn="l">
              <a:lnSpc>
                <a:spcPct val="100000"/>
              </a:lnSpc>
              <a:spcBef>
                <a:spcPts val="0"/>
              </a:spcBef>
              <a:spcAft>
                <a:spcPts val="0"/>
              </a:spcAft>
              <a:buSzPts val="5200"/>
              <a:buNone/>
              <a:defRPr sz="5200"/>
            </a:lvl4pPr>
            <a:lvl5pPr lvl="4" algn="l">
              <a:lnSpc>
                <a:spcPct val="100000"/>
              </a:lnSpc>
              <a:spcBef>
                <a:spcPts val="0"/>
              </a:spcBef>
              <a:spcAft>
                <a:spcPts val="0"/>
              </a:spcAft>
              <a:buSzPts val="5200"/>
              <a:buNone/>
              <a:defRPr sz="5200"/>
            </a:lvl5pPr>
            <a:lvl6pPr lvl="5" algn="l">
              <a:lnSpc>
                <a:spcPct val="100000"/>
              </a:lnSpc>
              <a:spcBef>
                <a:spcPts val="0"/>
              </a:spcBef>
              <a:spcAft>
                <a:spcPts val="0"/>
              </a:spcAft>
              <a:buSzPts val="5200"/>
              <a:buNone/>
              <a:defRPr sz="5200"/>
            </a:lvl6pPr>
            <a:lvl7pPr lvl="6" algn="l">
              <a:lnSpc>
                <a:spcPct val="100000"/>
              </a:lnSpc>
              <a:spcBef>
                <a:spcPts val="0"/>
              </a:spcBef>
              <a:spcAft>
                <a:spcPts val="0"/>
              </a:spcAft>
              <a:buSzPts val="5200"/>
              <a:buNone/>
              <a:defRPr sz="5200"/>
            </a:lvl7pPr>
            <a:lvl8pPr lvl="7" algn="l">
              <a:lnSpc>
                <a:spcPct val="100000"/>
              </a:lnSpc>
              <a:spcBef>
                <a:spcPts val="0"/>
              </a:spcBef>
              <a:spcAft>
                <a:spcPts val="0"/>
              </a:spcAft>
              <a:buSzPts val="5200"/>
              <a:buNone/>
              <a:defRPr sz="5200"/>
            </a:lvl8pPr>
            <a:lvl9pPr lvl="8" algn="l">
              <a:lnSpc>
                <a:spcPct val="100000"/>
              </a:lnSpc>
              <a:spcBef>
                <a:spcPts val="0"/>
              </a:spcBef>
              <a:spcAft>
                <a:spcPts val="0"/>
              </a:spcAft>
              <a:buSzPts val="5200"/>
              <a:buNone/>
              <a:defRPr sz="5200"/>
            </a:lvl9pPr>
          </a:lstStyle>
          <a:p/>
        </p:txBody>
      </p:sp>
      <p:sp>
        <p:nvSpPr>
          <p:cNvPr id="787" name="Google Shape;787;p137"/>
          <p:cNvSpPr txBox="1"/>
          <p:nvPr>
            <p:ph idx="1" type="subTitle"/>
          </p:nvPr>
        </p:nvSpPr>
        <p:spPr>
          <a:xfrm>
            <a:off x="722350" y="1653025"/>
            <a:ext cx="3702600" cy="1389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5"/>
              </a:buClr>
              <a:buSzPts val="2800"/>
              <a:buNone/>
              <a:defRPr>
                <a:solidFill>
                  <a:schemeClr val="accent5"/>
                </a:solidFill>
              </a:defRPr>
            </a:lvl1pPr>
            <a:lvl2pPr lvl="1" algn="l">
              <a:lnSpc>
                <a:spcPct val="100000"/>
              </a:lnSpc>
              <a:spcBef>
                <a:spcPts val="0"/>
              </a:spcBef>
              <a:spcAft>
                <a:spcPts val="0"/>
              </a:spcAft>
              <a:buSzPts val="2800"/>
              <a:buNone/>
              <a:defRPr sz="2800"/>
            </a:lvl2pPr>
            <a:lvl3pPr lvl="2" algn="l">
              <a:lnSpc>
                <a:spcPct val="100000"/>
              </a:lnSpc>
              <a:spcBef>
                <a:spcPts val="0"/>
              </a:spcBef>
              <a:spcAft>
                <a:spcPts val="0"/>
              </a:spcAft>
              <a:buSzPts val="2800"/>
              <a:buNone/>
              <a:defRPr sz="2800"/>
            </a:lvl3pPr>
            <a:lvl4pPr lvl="3" algn="l">
              <a:lnSpc>
                <a:spcPct val="100000"/>
              </a:lnSpc>
              <a:spcBef>
                <a:spcPts val="0"/>
              </a:spcBef>
              <a:spcAft>
                <a:spcPts val="0"/>
              </a:spcAft>
              <a:buSzPts val="2800"/>
              <a:buNone/>
              <a:defRPr sz="2800"/>
            </a:lvl4pPr>
            <a:lvl5pPr lvl="4" algn="l">
              <a:lnSpc>
                <a:spcPct val="100000"/>
              </a:lnSpc>
              <a:spcBef>
                <a:spcPts val="0"/>
              </a:spcBef>
              <a:spcAft>
                <a:spcPts val="0"/>
              </a:spcAft>
              <a:buSzPts val="2800"/>
              <a:buNone/>
              <a:defRPr sz="2800"/>
            </a:lvl5pPr>
            <a:lvl6pPr lvl="5" algn="l">
              <a:lnSpc>
                <a:spcPct val="100000"/>
              </a:lnSpc>
              <a:spcBef>
                <a:spcPts val="0"/>
              </a:spcBef>
              <a:spcAft>
                <a:spcPts val="0"/>
              </a:spcAft>
              <a:buSzPts val="2800"/>
              <a:buNone/>
              <a:defRPr sz="2800"/>
            </a:lvl6pPr>
            <a:lvl7pPr lvl="6" algn="l">
              <a:lnSpc>
                <a:spcPct val="100000"/>
              </a:lnSpc>
              <a:spcBef>
                <a:spcPts val="0"/>
              </a:spcBef>
              <a:spcAft>
                <a:spcPts val="0"/>
              </a:spcAft>
              <a:buSzPts val="2800"/>
              <a:buNone/>
              <a:defRPr sz="2800"/>
            </a:lvl7pPr>
            <a:lvl8pPr lvl="7" algn="l">
              <a:lnSpc>
                <a:spcPct val="100000"/>
              </a:lnSpc>
              <a:spcBef>
                <a:spcPts val="0"/>
              </a:spcBef>
              <a:spcAft>
                <a:spcPts val="0"/>
              </a:spcAft>
              <a:buSzPts val="2800"/>
              <a:buNone/>
              <a:defRPr sz="2800"/>
            </a:lvl8pPr>
            <a:lvl9pPr lvl="8" algn="l">
              <a:lnSpc>
                <a:spcPct val="100000"/>
              </a:lnSpc>
              <a:spcBef>
                <a:spcPts val="0"/>
              </a:spcBef>
              <a:spcAft>
                <a:spcPts val="0"/>
              </a:spcAft>
              <a:buSzPts val="2800"/>
              <a:buNone/>
              <a:defRPr sz="2800"/>
            </a:lvl9pPr>
          </a:lstStyle>
          <a:p/>
        </p:txBody>
      </p:sp>
      <p:sp>
        <p:nvSpPr>
          <p:cNvPr id="788" name="Google Shape;788;p137"/>
          <p:cNvSpPr txBox="1"/>
          <p:nvPr/>
        </p:nvSpPr>
        <p:spPr>
          <a:xfrm>
            <a:off x="722350" y="2991025"/>
            <a:ext cx="3148500" cy="91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200"/>
              <a:buFont typeface="Arial"/>
              <a:buNone/>
            </a:pPr>
            <a:r>
              <a:rPr b="0" i="0" lang="en" sz="1200" u="none" cap="none" strike="noStrike">
                <a:solidFill>
                  <a:schemeClr val="accent5"/>
                </a:solidFill>
                <a:latin typeface="Didact Gothic"/>
                <a:ea typeface="Didact Gothic"/>
                <a:cs typeface="Didact Gothic"/>
                <a:sym typeface="Didact Gothic"/>
              </a:rPr>
              <a:t>CREDITS: This presentation template was created by </a:t>
            </a:r>
            <a:r>
              <a:rPr b="1" i="0" lang="en" sz="1200" u="none" cap="none" strike="noStrike">
                <a:solidFill>
                  <a:schemeClr val="accent5"/>
                </a:solidFill>
                <a:uFill>
                  <a:noFill/>
                </a:uFill>
                <a:latin typeface="Didact Gothic"/>
                <a:ea typeface="Didact Gothic"/>
                <a:cs typeface="Didact Gothic"/>
                <a:sym typeface="Didact Gothic"/>
                <a:hlinkClick r:id="rId2">
                  <a:extLst>
                    <a:ext uri="{A12FA001-AC4F-418D-AE19-62706E023703}">
                      <ahyp:hlinkClr val="tx"/>
                    </a:ext>
                  </a:extLst>
                </a:hlinkClick>
              </a:rPr>
              <a:t>Slidesgo</a:t>
            </a:r>
            <a:r>
              <a:rPr b="0" i="0" lang="en" sz="1200" u="none" cap="none" strike="noStrike">
                <a:solidFill>
                  <a:schemeClr val="accent5"/>
                </a:solidFill>
                <a:latin typeface="Didact Gothic"/>
                <a:ea typeface="Didact Gothic"/>
                <a:cs typeface="Didact Gothic"/>
                <a:sym typeface="Didact Gothic"/>
              </a:rPr>
              <a:t>, including icons by </a:t>
            </a:r>
            <a:r>
              <a:rPr b="1" i="0" lang="en" sz="1200" u="none" cap="none" strike="noStrike">
                <a:solidFill>
                  <a:schemeClr val="accent5"/>
                </a:solidFill>
                <a:uFill>
                  <a:noFill/>
                </a:uFill>
                <a:latin typeface="Didact Gothic"/>
                <a:ea typeface="Didact Gothic"/>
                <a:cs typeface="Didact Gothic"/>
                <a:sym typeface="Didact Gothic"/>
                <a:hlinkClick r:id="rId3">
                  <a:extLst>
                    <a:ext uri="{A12FA001-AC4F-418D-AE19-62706E023703}">
                      <ahyp:hlinkClr val="tx"/>
                    </a:ext>
                  </a:extLst>
                </a:hlinkClick>
              </a:rPr>
              <a:t>Flaticon</a:t>
            </a:r>
            <a:r>
              <a:rPr b="0" i="0" lang="en" sz="1200" u="none" cap="none" strike="noStrike">
                <a:solidFill>
                  <a:schemeClr val="accent5"/>
                </a:solidFill>
                <a:latin typeface="Didact Gothic"/>
                <a:ea typeface="Didact Gothic"/>
                <a:cs typeface="Didact Gothic"/>
                <a:sym typeface="Didact Gothic"/>
              </a:rPr>
              <a:t>, infographics &amp; images by </a:t>
            </a:r>
            <a:r>
              <a:rPr b="1" i="0" lang="en" sz="1200" u="none" cap="none" strike="noStrike">
                <a:solidFill>
                  <a:schemeClr val="accent5"/>
                </a:solidFill>
                <a:uFill>
                  <a:noFill/>
                </a:uFill>
                <a:latin typeface="Didact Gothic"/>
                <a:ea typeface="Didact Gothic"/>
                <a:cs typeface="Didact Gothic"/>
                <a:sym typeface="Didact Gothic"/>
                <a:hlinkClick r:id="rId4">
                  <a:extLst>
                    <a:ext uri="{A12FA001-AC4F-418D-AE19-62706E023703}">
                      <ahyp:hlinkClr val="tx"/>
                    </a:ext>
                  </a:extLst>
                </a:hlinkClick>
              </a:rPr>
              <a:t>Freepik</a:t>
            </a:r>
            <a:r>
              <a:rPr b="0" i="0" lang="en" sz="1200" u="none" cap="none" strike="noStrike">
                <a:solidFill>
                  <a:schemeClr val="accent5"/>
                </a:solidFill>
                <a:latin typeface="Didact Gothic"/>
                <a:ea typeface="Didact Gothic"/>
                <a:cs typeface="Didact Gothic"/>
                <a:sym typeface="Didact Gothic"/>
              </a:rPr>
              <a:t> </a:t>
            </a:r>
            <a:endParaRPr b="1" i="0" sz="1200" u="none" cap="none" strike="noStrike">
              <a:solidFill>
                <a:schemeClr val="accent5"/>
              </a:solidFill>
              <a:latin typeface="Didact Gothic"/>
              <a:ea typeface="Didact Gothic"/>
              <a:cs typeface="Didact Gothic"/>
              <a:sym typeface="Didact Gothic"/>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17_1_1_1_2">
    <p:bg>
      <p:bgPr>
        <a:solidFill>
          <a:schemeClr val="accent2"/>
        </a:solidFill>
      </p:bgPr>
    </p:bg>
    <p:spTree>
      <p:nvGrpSpPr>
        <p:cNvPr id="789" name="Shape 789"/>
        <p:cNvGrpSpPr/>
        <p:nvPr/>
      </p:nvGrpSpPr>
      <p:grpSpPr>
        <a:xfrm>
          <a:off x="0" y="0"/>
          <a:ext cx="0" cy="0"/>
          <a:chOff x="0" y="0"/>
          <a:chExt cx="0" cy="0"/>
        </a:xfrm>
      </p:grpSpPr>
      <p:cxnSp>
        <p:nvCxnSpPr>
          <p:cNvPr id="790" name="Google Shape;790;p138"/>
          <p:cNvCxnSpPr/>
          <p:nvPr/>
        </p:nvCxnSpPr>
        <p:spPr>
          <a:xfrm rot="10800000">
            <a:off x="-123825" y="4171950"/>
            <a:ext cx="5791200" cy="0"/>
          </a:xfrm>
          <a:prstGeom prst="straightConnector1">
            <a:avLst/>
          </a:prstGeom>
          <a:noFill/>
          <a:ln cap="flat" cmpd="sng" w="28575">
            <a:solidFill>
              <a:schemeClr val="accent5"/>
            </a:solidFill>
            <a:prstDash val="solid"/>
            <a:round/>
            <a:headEnd len="sm" w="sm" type="none"/>
            <a:tailEnd len="sm" w="sm" type="none"/>
          </a:ln>
        </p:spPr>
      </p:cxnSp>
      <p:sp>
        <p:nvSpPr>
          <p:cNvPr id="791" name="Google Shape;791;p138"/>
          <p:cNvSpPr txBox="1"/>
          <p:nvPr>
            <p:ph idx="1" type="subTitle"/>
          </p:nvPr>
        </p:nvSpPr>
        <p:spPr>
          <a:xfrm>
            <a:off x="5302455" y="2342755"/>
            <a:ext cx="2995200" cy="1279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792" name="Google Shape;792;p138"/>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grpSp>
        <p:nvGrpSpPr>
          <p:cNvPr id="793" name="Google Shape;793;p138"/>
          <p:cNvGrpSpPr/>
          <p:nvPr/>
        </p:nvGrpSpPr>
        <p:grpSpPr>
          <a:xfrm>
            <a:off x="185862" y="2971418"/>
            <a:ext cx="898624" cy="1399943"/>
            <a:chOff x="1029350" y="2586825"/>
            <a:chExt cx="1127225" cy="1756075"/>
          </a:xfrm>
        </p:grpSpPr>
        <p:sp>
          <p:nvSpPr>
            <p:cNvPr id="794" name="Google Shape;794;p138"/>
            <p:cNvSpPr/>
            <p:nvPr/>
          </p:nvSpPr>
          <p:spPr>
            <a:xfrm>
              <a:off x="1293025" y="2586825"/>
              <a:ext cx="608900" cy="818625"/>
            </a:xfrm>
            <a:custGeom>
              <a:rect b="b" l="l" r="r" t="t"/>
              <a:pathLst>
                <a:path extrusionOk="0" h="32745" w="24356">
                  <a:moveTo>
                    <a:pt x="12925" y="0"/>
                  </a:moveTo>
                  <a:cubicBezTo>
                    <a:pt x="6916" y="0"/>
                    <a:pt x="1600" y="6659"/>
                    <a:pt x="816" y="15331"/>
                  </a:cubicBezTo>
                  <a:cubicBezTo>
                    <a:pt x="1" y="24385"/>
                    <a:pt x="4437" y="32126"/>
                    <a:pt x="10730" y="32715"/>
                  </a:cubicBezTo>
                  <a:cubicBezTo>
                    <a:pt x="10961" y="32735"/>
                    <a:pt x="11192" y="32745"/>
                    <a:pt x="11422" y="32745"/>
                  </a:cubicBezTo>
                  <a:cubicBezTo>
                    <a:pt x="17396" y="32745"/>
                    <a:pt x="22756" y="26043"/>
                    <a:pt x="23541" y="17368"/>
                  </a:cubicBezTo>
                  <a:cubicBezTo>
                    <a:pt x="24356" y="8360"/>
                    <a:pt x="19919" y="574"/>
                    <a:pt x="13627" y="30"/>
                  </a:cubicBezTo>
                  <a:cubicBezTo>
                    <a:pt x="13392" y="10"/>
                    <a:pt x="13158" y="0"/>
                    <a:pt x="12925" y="0"/>
                  </a:cubicBezTo>
                  <a:close/>
                </a:path>
              </a:pathLst>
            </a:cu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138"/>
            <p:cNvSpPr/>
            <p:nvPr/>
          </p:nvSpPr>
          <p:spPr>
            <a:xfrm>
              <a:off x="1484300" y="2596625"/>
              <a:ext cx="267100" cy="817125"/>
            </a:xfrm>
            <a:custGeom>
              <a:rect b="b" l="l" r="r" t="t"/>
              <a:pathLst>
                <a:path extrusionOk="0" h="32685" w="10684">
                  <a:moveTo>
                    <a:pt x="5931" y="1"/>
                  </a:moveTo>
                  <a:lnTo>
                    <a:pt x="4256" y="18742"/>
                  </a:lnTo>
                  <a:lnTo>
                    <a:pt x="408" y="12133"/>
                  </a:lnTo>
                  <a:lnTo>
                    <a:pt x="0" y="12585"/>
                  </a:lnTo>
                  <a:lnTo>
                    <a:pt x="4165" y="19783"/>
                  </a:lnTo>
                  <a:lnTo>
                    <a:pt x="3033" y="32639"/>
                  </a:lnTo>
                  <a:lnTo>
                    <a:pt x="3577" y="32685"/>
                  </a:lnTo>
                  <a:lnTo>
                    <a:pt x="4165" y="26121"/>
                  </a:lnTo>
                  <a:lnTo>
                    <a:pt x="4301" y="26302"/>
                  </a:lnTo>
                  <a:lnTo>
                    <a:pt x="10684" y="19285"/>
                  </a:lnTo>
                  <a:lnTo>
                    <a:pt x="10367" y="18742"/>
                  </a:lnTo>
                  <a:lnTo>
                    <a:pt x="4210" y="25442"/>
                  </a:lnTo>
                  <a:lnTo>
                    <a:pt x="4708" y="19964"/>
                  </a:lnTo>
                  <a:lnTo>
                    <a:pt x="4889" y="19783"/>
                  </a:lnTo>
                  <a:lnTo>
                    <a:pt x="4754" y="19557"/>
                  </a:lnTo>
                  <a:lnTo>
                    <a:pt x="6474" y="46"/>
                  </a:lnTo>
                  <a:lnTo>
                    <a:pt x="5931" y="1"/>
                  </a:lnTo>
                  <a:close/>
                </a:path>
              </a:pathLst>
            </a:cu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138"/>
            <p:cNvSpPr/>
            <p:nvPr/>
          </p:nvSpPr>
          <p:spPr>
            <a:xfrm>
              <a:off x="1089325" y="3411475"/>
              <a:ext cx="1067250" cy="931425"/>
            </a:xfrm>
            <a:custGeom>
              <a:rect b="b" l="l" r="r" t="t"/>
              <a:pathLst>
                <a:path extrusionOk="0" h="37257" w="42690">
                  <a:moveTo>
                    <a:pt x="21367" y="0"/>
                  </a:moveTo>
                  <a:cubicBezTo>
                    <a:pt x="9552" y="0"/>
                    <a:pt x="1" y="8330"/>
                    <a:pt x="1" y="18606"/>
                  </a:cubicBezTo>
                  <a:cubicBezTo>
                    <a:pt x="1" y="28882"/>
                    <a:pt x="9552" y="37257"/>
                    <a:pt x="21367" y="37257"/>
                  </a:cubicBezTo>
                  <a:cubicBezTo>
                    <a:pt x="33137" y="37257"/>
                    <a:pt x="42689" y="28882"/>
                    <a:pt x="42689" y="18606"/>
                  </a:cubicBezTo>
                  <a:cubicBezTo>
                    <a:pt x="42689" y="8330"/>
                    <a:pt x="33137" y="0"/>
                    <a:pt x="21367"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138"/>
            <p:cNvSpPr/>
            <p:nvPr/>
          </p:nvSpPr>
          <p:spPr>
            <a:xfrm>
              <a:off x="1316800" y="3456725"/>
              <a:ext cx="613425" cy="363325"/>
            </a:xfrm>
            <a:custGeom>
              <a:rect b="b" l="l" r="r" t="t"/>
              <a:pathLst>
                <a:path extrusionOk="0" h="14533" w="24537">
                  <a:moveTo>
                    <a:pt x="12268" y="1"/>
                  </a:moveTo>
                  <a:cubicBezTo>
                    <a:pt x="5478" y="1"/>
                    <a:pt x="1" y="3260"/>
                    <a:pt x="1" y="7289"/>
                  </a:cubicBezTo>
                  <a:cubicBezTo>
                    <a:pt x="1" y="11273"/>
                    <a:pt x="5478" y="14532"/>
                    <a:pt x="12268" y="14532"/>
                  </a:cubicBezTo>
                  <a:cubicBezTo>
                    <a:pt x="19014" y="14532"/>
                    <a:pt x="24536" y="11273"/>
                    <a:pt x="24536" y="7289"/>
                  </a:cubicBezTo>
                  <a:cubicBezTo>
                    <a:pt x="24536" y="3260"/>
                    <a:pt x="19014" y="1"/>
                    <a:pt x="12268" y="1"/>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138"/>
            <p:cNvSpPr/>
            <p:nvPr/>
          </p:nvSpPr>
          <p:spPr>
            <a:xfrm>
              <a:off x="1029350" y="2977250"/>
              <a:ext cx="720925" cy="764525"/>
            </a:xfrm>
            <a:custGeom>
              <a:rect b="b" l="l" r="r" t="t"/>
              <a:pathLst>
                <a:path extrusionOk="0" h="30581" w="28837">
                  <a:moveTo>
                    <a:pt x="10477" y="0"/>
                  </a:moveTo>
                  <a:cubicBezTo>
                    <a:pt x="8956" y="0"/>
                    <a:pt x="7502" y="359"/>
                    <a:pt x="6202" y="1118"/>
                  </a:cubicBezTo>
                  <a:cubicBezTo>
                    <a:pt x="725" y="4286"/>
                    <a:pt x="0" y="13204"/>
                    <a:pt x="4572" y="21036"/>
                  </a:cubicBezTo>
                  <a:cubicBezTo>
                    <a:pt x="8010" y="26983"/>
                    <a:pt x="13509" y="30580"/>
                    <a:pt x="18335" y="30580"/>
                  </a:cubicBezTo>
                  <a:cubicBezTo>
                    <a:pt x="19865" y="30580"/>
                    <a:pt x="21327" y="30219"/>
                    <a:pt x="22635" y="29456"/>
                  </a:cubicBezTo>
                  <a:cubicBezTo>
                    <a:pt x="28112" y="26332"/>
                    <a:pt x="28837" y="17414"/>
                    <a:pt x="24310" y="9583"/>
                  </a:cubicBezTo>
                  <a:cubicBezTo>
                    <a:pt x="20832" y="3626"/>
                    <a:pt x="15311" y="0"/>
                    <a:pt x="10477" y="0"/>
                  </a:cubicBezTo>
                  <a:close/>
                </a:path>
              </a:pathLst>
            </a:cu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138"/>
            <p:cNvSpPr/>
            <p:nvPr/>
          </p:nvSpPr>
          <p:spPr>
            <a:xfrm>
              <a:off x="1188925" y="3006300"/>
              <a:ext cx="423275" cy="715275"/>
            </a:xfrm>
            <a:custGeom>
              <a:rect b="b" l="l" r="r" t="t"/>
              <a:pathLst>
                <a:path extrusionOk="0" h="28611" w="16931">
                  <a:moveTo>
                    <a:pt x="453" y="1"/>
                  </a:moveTo>
                  <a:lnTo>
                    <a:pt x="0" y="272"/>
                  </a:lnTo>
                  <a:lnTo>
                    <a:pt x="9461" y="16569"/>
                  </a:lnTo>
                  <a:lnTo>
                    <a:pt x="2490" y="13355"/>
                  </a:lnTo>
                  <a:lnTo>
                    <a:pt x="2399" y="13989"/>
                  </a:lnTo>
                  <a:lnTo>
                    <a:pt x="10005" y="17475"/>
                  </a:lnTo>
                  <a:lnTo>
                    <a:pt x="16478" y="28611"/>
                  </a:lnTo>
                  <a:lnTo>
                    <a:pt x="16931" y="28339"/>
                  </a:lnTo>
                  <a:lnTo>
                    <a:pt x="13626" y="22635"/>
                  </a:lnTo>
                  <a:lnTo>
                    <a:pt x="13807" y="22726"/>
                  </a:lnTo>
                  <a:lnTo>
                    <a:pt x="14984" y="13265"/>
                  </a:lnTo>
                  <a:lnTo>
                    <a:pt x="14396" y="13038"/>
                  </a:lnTo>
                  <a:lnTo>
                    <a:pt x="13264" y="22047"/>
                  </a:lnTo>
                  <a:lnTo>
                    <a:pt x="10503" y="17294"/>
                  </a:lnTo>
                  <a:lnTo>
                    <a:pt x="10548" y="17067"/>
                  </a:lnTo>
                  <a:lnTo>
                    <a:pt x="10322" y="16931"/>
                  </a:lnTo>
                  <a:lnTo>
                    <a:pt x="453" y="1"/>
                  </a:lnTo>
                  <a:close/>
                </a:path>
              </a:pathLst>
            </a:cu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0" name="Google Shape;800;p138"/>
            <p:cNvSpPr/>
            <p:nvPr/>
          </p:nvSpPr>
          <p:spPr>
            <a:xfrm>
              <a:off x="1497875" y="2904700"/>
              <a:ext cx="607775" cy="817750"/>
            </a:xfrm>
            <a:custGeom>
              <a:rect b="b" l="l" r="r" t="t"/>
              <a:pathLst>
                <a:path extrusionOk="0" h="32710" w="24311">
                  <a:moveTo>
                    <a:pt x="12875" y="1"/>
                  </a:moveTo>
                  <a:cubicBezTo>
                    <a:pt x="6883" y="1"/>
                    <a:pt x="1552" y="6688"/>
                    <a:pt x="770" y="15337"/>
                  </a:cubicBezTo>
                  <a:cubicBezTo>
                    <a:pt x="1" y="24345"/>
                    <a:pt x="4437" y="32132"/>
                    <a:pt x="10684" y="32675"/>
                  </a:cubicBezTo>
                  <a:cubicBezTo>
                    <a:pt x="10936" y="32698"/>
                    <a:pt x="11186" y="32710"/>
                    <a:pt x="11436" y="32710"/>
                  </a:cubicBezTo>
                  <a:cubicBezTo>
                    <a:pt x="17428" y="32710"/>
                    <a:pt x="22756" y="26022"/>
                    <a:pt x="23495" y="17374"/>
                  </a:cubicBezTo>
                  <a:cubicBezTo>
                    <a:pt x="24310" y="8365"/>
                    <a:pt x="19874" y="579"/>
                    <a:pt x="13627" y="36"/>
                  </a:cubicBezTo>
                  <a:cubicBezTo>
                    <a:pt x="13375" y="12"/>
                    <a:pt x="13124" y="1"/>
                    <a:pt x="12875" y="1"/>
                  </a:cubicBezTo>
                  <a:close/>
                </a:path>
              </a:pathLst>
            </a:cu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138"/>
            <p:cNvSpPr/>
            <p:nvPr/>
          </p:nvSpPr>
          <p:spPr>
            <a:xfrm>
              <a:off x="1688000" y="2913500"/>
              <a:ext cx="268250" cy="818275"/>
            </a:xfrm>
            <a:custGeom>
              <a:rect b="b" l="l" r="r" t="t"/>
              <a:pathLst>
                <a:path extrusionOk="0" h="32731" w="10730">
                  <a:moveTo>
                    <a:pt x="5976" y="1"/>
                  </a:moveTo>
                  <a:lnTo>
                    <a:pt x="4301" y="18787"/>
                  </a:lnTo>
                  <a:lnTo>
                    <a:pt x="453" y="12178"/>
                  </a:lnTo>
                  <a:lnTo>
                    <a:pt x="1" y="12631"/>
                  </a:lnTo>
                  <a:lnTo>
                    <a:pt x="4211" y="19829"/>
                  </a:lnTo>
                  <a:lnTo>
                    <a:pt x="3034" y="32685"/>
                  </a:lnTo>
                  <a:lnTo>
                    <a:pt x="3577" y="32730"/>
                  </a:lnTo>
                  <a:lnTo>
                    <a:pt x="4166" y="26121"/>
                  </a:lnTo>
                  <a:lnTo>
                    <a:pt x="4301" y="26347"/>
                  </a:lnTo>
                  <a:lnTo>
                    <a:pt x="10730" y="19285"/>
                  </a:lnTo>
                  <a:lnTo>
                    <a:pt x="10367" y="18787"/>
                  </a:lnTo>
                  <a:lnTo>
                    <a:pt x="4256" y="25487"/>
                  </a:lnTo>
                  <a:lnTo>
                    <a:pt x="4754" y="20010"/>
                  </a:lnTo>
                  <a:lnTo>
                    <a:pt x="4890" y="19829"/>
                  </a:lnTo>
                  <a:lnTo>
                    <a:pt x="4754" y="19602"/>
                  </a:lnTo>
                  <a:lnTo>
                    <a:pt x="6520" y="91"/>
                  </a:lnTo>
                  <a:lnTo>
                    <a:pt x="5976" y="1"/>
                  </a:lnTo>
                  <a:close/>
                </a:path>
              </a:pathLst>
            </a:cu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02" name="Google Shape;802;p138"/>
          <p:cNvGrpSpPr/>
          <p:nvPr/>
        </p:nvGrpSpPr>
        <p:grpSpPr>
          <a:xfrm flipH="1" rot="4339236">
            <a:off x="6830491" y="3060296"/>
            <a:ext cx="1474027" cy="2698173"/>
            <a:chOff x="365696" y="228600"/>
            <a:chExt cx="1473983" cy="2698089"/>
          </a:xfrm>
        </p:grpSpPr>
        <p:grpSp>
          <p:nvGrpSpPr>
            <p:cNvPr id="803" name="Google Shape;803;p138"/>
            <p:cNvGrpSpPr/>
            <p:nvPr/>
          </p:nvGrpSpPr>
          <p:grpSpPr>
            <a:xfrm flipH="1" rot="-617154">
              <a:off x="575967" y="402323"/>
              <a:ext cx="1053440" cy="2450002"/>
              <a:chOff x="3817855" y="1437512"/>
              <a:chExt cx="541146" cy="1128254"/>
            </a:xfrm>
          </p:grpSpPr>
          <p:sp>
            <p:nvSpPr>
              <p:cNvPr id="804" name="Google Shape;804;p138"/>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138"/>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06" name="Google Shape;806;p138"/>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13_1">
    <p:spTree>
      <p:nvGrpSpPr>
        <p:cNvPr id="807" name="Shape 807"/>
        <p:cNvGrpSpPr/>
        <p:nvPr/>
      </p:nvGrpSpPr>
      <p:grpSpPr>
        <a:xfrm>
          <a:off x="0" y="0"/>
          <a:ext cx="0" cy="0"/>
          <a:chOff x="0" y="0"/>
          <a:chExt cx="0" cy="0"/>
        </a:xfrm>
      </p:grpSpPr>
      <p:sp>
        <p:nvSpPr>
          <p:cNvPr id="808" name="Google Shape;808;p139"/>
          <p:cNvSpPr/>
          <p:nvPr/>
        </p:nvSpPr>
        <p:spPr>
          <a:xfrm flipH="1" rot="10800000">
            <a:off x="319050" y="283356"/>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9" name="Google Shape;809;p139"/>
          <p:cNvSpPr/>
          <p:nvPr/>
        </p:nvSpPr>
        <p:spPr>
          <a:xfrm rot="10800000">
            <a:off x="413925" y="3935018"/>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139"/>
          <p:cNvSpPr/>
          <p:nvPr/>
        </p:nvSpPr>
        <p:spPr>
          <a:xfrm rot="10800000">
            <a:off x="1481819" y="4205878"/>
            <a:ext cx="1250789"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139"/>
          <p:cNvSpPr/>
          <p:nvPr/>
        </p:nvSpPr>
        <p:spPr>
          <a:xfrm rot="10800000">
            <a:off x="6750722" y="-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139"/>
          <p:cNvSpPr/>
          <p:nvPr/>
        </p:nvSpPr>
        <p:spPr>
          <a:xfrm>
            <a:off x="8024650" y="406410"/>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139"/>
          <p:cNvSpPr/>
          <p:nvPr/>
        </p:nvSpPr>
        <p:spPr>
          <a:xfrm>
            <a:off x="8024650" y="1284033"/>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4" name="Google Shape;814;p139"/>
          <p:cNvSpPr/>
          <p:nvPr/>
        </p:nvSpPr>
        <p:spPr>
          <a:xfrm rot="10800000">
            <a:off x="-9513" y="2627673"/>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15" name="Google Shape;815;p139"/>
          <p:cNvGrpSpPr/>
          <p:nvPr/>
        </p:nvGrpSpPr>
        <p:grpSpPr>
          <a:xfrm>
            <a:off x="4281415" y="75177"/>
            <a:ext cx="581170" cy="125403"/>
            <a:chOff x="4685288" y="186288"/>
            <a:chExt cx="419375" cy="90485"/>
          </a:xfrm>
        </p:grpSpPr>
        <p:sp>
          <p:nvSpPr>
            <p:cNvPr id="816" name="Google Shape;816;p139"/>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17" name="Google Shape;817;p139"/>
            <p:cNvGrpSpPr/>
            <p:nvPr/>
          </p:nvGrpSpPr>
          <p:grpSpPr>
            <a:xfrm>
              <a:off x="4685288" y="186300"/>
              <a:ext cx="419375" cy="90473"/>
              <a:chOff x="4390000" y="182175"/>
              <a:chExt cx="419375" cy="90473"/>
            </a:xfrm>
          </p:grpSpPr>
          <p:sp>
            <p:nvSpPr>
              <p:cNvPr id="818" name="Google Shape;818;p139"/>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139"/>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20" name="Google Shape;820;p139"/>
          <p:cNvSpPr txBox="1"/>
          <p:nvPr>
            <p:ph idx="1" type="body"/>
          </p:nvPr>
        </p:nvSpPr>
        <p:spPr>
          <a:xfrm>
            <a:off x="1465050" y="1915549"/>
            <a:ext cx="2708700" cy="23898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00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1600"/>
              </a:spcBef>
              <a:spcAft>
                <a:spcPts val="0"/>
              </a:spcAft>
              <a:buSzPts val="1600"/>
              <a:buChar char="■"/>
              <a:defRPr sz="1600"/>
            </a:lvl3pPr>
            <a:lvl4pPr indent="-330200" lvl="3" marL="1828800" algn="l">
              <a:lnSpc>
                <a:spcPct val="115000"/>
              </a:lnSpc>
              <a:spcBef>
                <a:spcPts val="1600"/>
              </a:spcBef>
              <a:spcAft>
                <a:spcPts val="0"/>
              </a:spcAft>
              <a:buSzPts val="1600"/>
              <a:buChar char="●"/>
              <a:defRPr sz="1600"/>
            </a:lvl4pPr>
            <a:lvl5pPr indent="-330200" lvl="4" marL="2286000" algn="l">
              <a:lnSpc>
                <a:spcPct val="115000"/>
              </a:lnSpc>
              <a:spcBef>
                <a:spcPts val="1600"/>
              </a:spcBef>
              <a:spcAft>
                <a:spcPts val="0"/>
              </a:spcAft>
              <a:buSzPts val="1600"/>
              <a:buChar char="○"/>
              <a:defRPr sz="1600"/>
            </a:lvl5pPr>
            <a:lvl6pPr indent="-330200" lvl="5" marL="2743200" algn="l">
              <a:lnSpc>
                <a:spcPct val="115000"/>
              </a:lnSpc>
              <a:spcBef>
                <a:spcPts val="1600"/>
              </a:spcBef>
              <a:spcAft>
                <a:spcPts val="0"/>
              </a:spcAft>
              <a:buSzPts val="1600"/>
              <a:buChar char="■"/>
              <a:defRPr sz="1600"/>
            </a:lvl6pPr>
            <a:lvl7pPr indent="-330200" lvl="6" marL="3200400" algn="l">
              <a:lnSpc>
                <a:spcPct val="115000"/>
              </a:lnSpc>
              <a:spcBef>
                <a:spcPts val="1600"/>
              </a:spcBef>
              <a:spcAft>
                <a:spcPts val="0"/>
              </a:spcAft>
              <a:buSzPts val="1600"/>
              <a:buChar char="●"/>
              <a:defRPr sz="1600"/>
            </a:lvl7pPr>
            <a:lvl8pPr indent="-330200" lvl="7" marL="3657600" algn="l">
              <a:lnSpc>
                <a:spcPct val="115000"/>
              </a:lnSpc>
              <a:spcBef>
                <a:spcPts val="1600"/>
              </a:spcBef>
              <a:spcAft>
                <a:spcPts val="0"/>
              </a:spcAft>
              <a:buSzPts val="1600"/>
              <a:buChar char="○"/>
              <a:defRPr sz="1600"/>
            </a:lvl8pPr>
            <a:lvl9pPr indent="-330200" lvl="8" marL="4114800" algn="l">
              <a:lnSpc>
                <a:spcPct val="115000"/>
              </a:lnSpc>
              <a:spcBef>
                <a:spcPts val="1600"/>
              </a:spcBef>
              <a:spcAft>
                <a:spcPts val="1600"/>
              </a:spcAft>
              <a:buSzPts val="1600"/>
              <a:buChar char="■"/>
              <a:defRPr sz="1600"/>
            </a:lvl9pPr>
          </a:lstStyle>
          <a:p/>
        </p:txBody>
      </p:sp>
      <p:sp>
        <p:nvSpPr>
          <p:cNvPr id="821" name="Google Shape;821;p139"/>
          <p:cNvSpPr txBox="1"/>
          <p:nvPr>
            <p:ph type="title"/>
          </p:nvPr>
        </p:nvSpPr>
        <p:spPr>
          <a:xfrm>
            <a:off x="1465050" y="1507375"/>
            <a:ext cx="2708700" cy="4260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800"/>
              <a:buNone/>
              <a:defRPr b="1" sz="1800"/>
            </a:lvl1pPr>
            <a:lvl2pPr lvl="1" algn="l">
              <a:lnSpc>
                <a:spcPct val="100000"/>
              </a:lnSpc>
              <a:spcBef>
                <a:spcPts val="0"/>
              </a:spcBef>
              <a:spcAft>
                <a:spcPts val="0"/>
              </a:spcAft>
              <a:buClr>
                <a:schemeClr val="accent5"/>
              </a:buClr>
              <a:buSzPts val="1800"/>
              <a:buNone/>
              <a:defRPr b="1" sz="1800">
                <a:solidFill>
                  <a:schemeClr val="accent5"/>
                </a:solidFill>
              </a:defRPr>
            </a:lvl2pPr>
            <a:lvl3pPr lvl="2" algn="l">
              <a:lnSpc>
                <a:spcPct val="100000"/>
              </a:lnSpc>
              <a:spcBef>
                <a:spcPts val="0"/>
              </a:spcBef>
              <a:spcAft>
                <a:spcPts val="0"/>
              </a:spcAft>
              <a:buClr>
                <a:schemeClr val="accent5"/>
              </a:buClr>
              <a:buSzPts val="1800"/>
              <a:buNone/>
              <a:defRPr b="1" sz="1800">
                <a:solidFill>
                  <a:schemeClr val="accent5"/>
                </a:solidFill>
              </a:defRPr>
            </a:lvl3pPr>
            <a:lvl4pPr lvl="3" algn="l">
              <a:lnSpc>
                <a:spcPct val="100000"/>
              </a:lnSpc>
              <a:spcBef>
                <a:spcPts val="0"/>
              </a:spcBef>
              <a:spcAft>
                <a:spcPts val="0"/>
              </a:spcAft>
              <a:buClr>
                <a:schemeClr val="accent5"/>
              </a:buClr>
              <a:buSzPts val="1800"/>
              <a:buNone/>
              <a:defRPr b="1" sz="1800">
                <a:solidFill>
                  <a:schemeClr val="accent5"/>
                </a:solidFill>
              </a:defRPr>
            </a:lvl4pPr>
            <a:lvl5pPr lvl="4" algn="l">
              <a:lnSpc>
                <a:spcPct val="100000"/>
              </a:lnSpc>
              <a:spcBef>
                <a:spcPts val="0"/>
              </a:spcBef>
              <a:spcAft>
                <a:spcPts val="0"/>
              </a:spcAft>
              <a:buClr>
                <a:schemeClr val="accent5"/>
              </a:buClr>
              <a:buSzPts val="1800"/>
              <a:buNone/>
              <a:defRPr b="1" sz="1800">
                <a:solidFill>
                  <a:schemeClr val="accent5"/>
                </a:solidFill>
              </a:defRPr>
            </a:lvl5pPr>
            <a:lvl6pPr lvl="5" algn="l">
              <a:lnSpc>
                <a:spcPct val="100000"/>
              </a:lnSpc>
              <a:spcBef>
                <a:spcPts val="0"/>
              </a:spcBef>
              <a:spcAft>
                <a:spcPts val="0"/>
              </a:spcAft>
              <a:buClr>
                <a:schemeClr val="accent5"/>
              </a:buClr>
              <a:buSzPts val="1800"/>
              <a:buNone/>
              <a:defRPr b="1" sz="1800">
                <a:solidFill>
                  <a:schemeClr val="accent5"/>
                </a:solidFill>
              </a:defRPr>
            </a:lvl6pPr>
            <a:lvl7pPr lvl="6" algn="l">
              <a:lnSpc>
                <a:spcPct val="100000"/>
              </a:lnSpc>
              <a:spcBef>
                <a:spcPts val="0"/>
              </a:spcBef>
              <a:spcAft>
                <a:spcPts val="0"/>
              </a:spcAft>
              <a:buClr>
                <a:schemeClr val="accent5"/>
              </a:buClr>
              <a:buSzPts val="1800"/>
              <a:buNone/>
              <a:defRPr b="1" sz="1800">
                <a:solidFill>
                  <a:schemeClr val="accent5"/>
                </a:solidFill>
              </a:defRPr>
            </a:lvl7pPr>
            <a:lvl8pPr lvl="7" algn="l">
              <a:lnSpc>
                <a:spcPct val="100000"/>
              </a:lnSpc>
              <a:spcBef>
                <a:spcPts val="0"/>
              </a:spcBef>
              <a:spcAft>
                <a:spcPts val="0"/>
              </a:spcAft>
              <a:buClr>
                <a:schemeClr val="accent5"/>
              </a:buClr>
              <a:buSzPts val="1800"/>
              <a:buNone/>
              <a:defRPr b="1" sz="1800">
                <a:solidFill>
                  <a:schemeClr val="accent5"/>
                </a:solidFill>
              </a:defRPr>
            </a:lvl8pPr>
            <a:lvl9pPr lvl="8" algn="l">
              <a:lnSpc>
                <a:spcPct val="100000"/>
              </a:lnSpc>
              <a:spcBef>
                <a:spcPts val="0"/>
              </a:spcBef>
              <a:spcAft>
                <a:spcPts val="0"/>
              </a:spcAft>
              <a:buClr>
                <a:schemeClr val="accent5"/>
              </a:buClr>
              <a:buSzPts val="1800"/>
              <a:buNone/>
              <a:defRPr b="1" sz="1800">
                <a:solidFill>
                  <a:schemeClr val="accent5"/>
                </a:solidFill>
              </a:defRPr>
            </a:lvl9pPr>
          </a:lstStyle>
          <a:p/>
        </p:txBody>
      </p:sp>
      <p:sp>
        <p:nvSpPr>
          <p:cNvPr id="822" name="Google Shape;822;p139"/>
          <p:cNvSpPr txBox="1"/>
          <p:nvPr>
            <p:ph idx="2" type="body"/>
          </p:nvPr>
        </p:nvSpPr>
        <p:spPr>
          <a:xfrm>
            <a:off x="4970251" y="1915549"/>
            <a:ext cx="2708700" cy="23898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100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1600"/>
              </a:spcBef>
              <a:spcAft>
                <a:spcPts val="0"/>
              </a:spcAft>
              <a:buSzPts val="1600"/>
              <a:buChar char="■"/>
              <a:defRPr sz="1600"/>
            </a:lvl3pPr>
            <a:lvl4pPr indent="-330200" lvl="3" marL="1828800" algn="l">
              <a:lnSpc>
                <a:spcPct val="115000"/>
              </a:lnSpc>
              <a:spcBef>
                <a:spcPts val="1600"/>
              </a:spcBef>
              <a:spcAft>
                <a:spcPts val="0"/>
              </a:spcAft>
              <a:buSzPts val="1600"/>
              <a:buChar char="●"/>
              <a:defRPr sz="1600"/>
            </a:lvl4pPr>
            <a:lvl5pPr indent="-330200" lvl="4" marL="2286000" algn="l">
              <a:lnSpc>
                <a:spcPct val="115000"/>
              </a:lnSpc>
              <a:spcBef>
                <a:spcPts val="1600"/>
              </a:spcBef>
              <a:spcAft>
                <a:spcPts val="0"/>
              </a:spcAft>
              <a:buSzPts val="1600"/>
              <a:buChar char="○"/>
              <a:defRPr sz="1600"/>
            </a:lvl5pPr>
            <a:lvl6pPr indent="-330200" lvl="5" marL="2743200" algn="l">
              <a:lnSpc>
                <a:spcPct val="115000"/>
              </a:lnSpc>
              <a:spcBef>
                <a:spcPts val="1600"/>
              </a:spcBef>
              <a:spcAft>
                <a:spcPts val="0"/>
              </a:spcAft>
              <a:buSzPts val="1600"/>
              <a:buChar char="■"/>
              <a:defRPr sz="1600"/>
            </a:lvl6pPr>
            <a:lvl7pPr indent="-330200" lvl="6" marL="3200400" algn="l">
              <a:lnSpc>
                <a:spcPct val="115000"/>
              </a:lnSpc>
              <a:spcBef>
                <a:spcPts val="1600"/>
              </a:spcBef>
              <a:spcAft>
                <a:spcPts val="0"/>
              </a:spcAft>
              <a:buSzPts val="1600"/>
              <a:buChar char="●"/>
              <a:defRPr sz="1600"/>
            </a:lvl7pPr>
            <a:lvl8pPr indent="-330200" lvl="7" marL="3657600" algn="l">
              <a:lnSpc>
                <a:spcPct val="115000"/>
              </a:lnSpc>
              <a:spcBef>
                <a:spcPts val="1600"/>
              </a:spcBef>
              <a:spcAft>
                <a:spcPts val="0"/>
              </a:spcAft>
              <a:buSzPts val="1600"/>
              <a:buChar char="○"/>
              <a:defRPr sz="1600"/>
            </a:lvl8pPr>
            <a:lvl9pPr indent="-330200" lvl="8" marL="4114800" algn="l">
              <a:lnSpc>
                <a:spcPct val="115000"/>
              </a:lnSpc>
              <a:spcBef>
                <a:spcPts val="1600"/>
              </a:spcBef>
              <a:spcAft>
                <a:spcPts val="1600"/>
              </a:spcAft>
              <a:buSzPts val="1600"/>
              <a:buChar char="■"/>
              <a:defRPr sz="1600"/>
            </a:lvl9pPr>
          </a:lstStyle>
          <a:p/>
        </p:txBody>
      </p:sp>
      <p:sp>
        <p:nvSpPr>
          <p:cNvPr id="823" name="Google Shape;823;p139"/>
          <p:cNvSpPr txBox="1"/>
          <p:nvPr>
            <p:ph idx="3" type="title"/>
          </p:nvPr>
        </p:nvSpPr>
        <p:spPr>
          <a:xfrm>
            <a:off x="4970250" y="1507375"/>
            <a:ext cx="2708700" cy="4260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800"/>
              <a:buNone/>
              <a:defRPr b="1" sz="1800"/>
            </a:lvl1pPr>
            <a:lvl2pPr lvl="1" algn="l">
              <a:lnSpc>
                <a:spcPct val="100000"/>
              </a:lnSpc>
              <a:spcBef>
                <a:spcPts val="0"/>
              </a:spcBef>
              <a:spcAft>
                <a:spcPts val="0"/>
              </a:spcAft>
              <a:buClr>
                <a:schemeClr val="accent5"/>
              </a:buClr>
              <a:buSzPts val="1800"/>
              <a:buNone/>
              <a:defRPr b="1" sz="1800">
                <a:solidFill>
                  <a:schemeClr val="accent5"/>
                </a:solidFill>
              </a:defRPr>
            </a:lvl2pPr>
            <a:lvl3pPr lvl="2" algn="l">
              <a:lnSpc>
                <a:spcPct val="100000"/>
              </a:lnSpc>
              <a:spcBef>
                <a:spcPts val="0"/>
              </a:spcBef>
              <a:spcAft>
                <a:spcPts val="0"/>
              </a:spcAft>
              <a:buClr>
                <a:schemeClr val="accent5"/>
              </a:buClr>
              <a:buSzPts val="1800"/>
              <a:buNone/>
              <a:defRPr b="1" sz="1800">
                <a:solidFill>
                  <a:schemeClr val="accent5"/>
                </a:solidFill>
              </a:defRPr>
            </a:lvl3pPr>
            <a:lvl4pPr lvl="3" algn="l">
              <a:lnSpc>
                <a:spcPct val="100000"/>
              </a:lnSpc>
              <a:spcBef>
                <a:spcPts val="0"/>
              </a:spcBef>
              <a:spcAft>
                <a:spcPts val="0"/>
              </a:spcAft>
              <a:buClr>
                <a:schemeClr val="accent5"/>
              </a:buClr>
              <a:buSzPts val="1800"/>
              <a:buNone/>
              <a:defRPr b="1" sz="1800">
                <a:solidFill>
                  <a:schemeClr val="accent5"/>
                </a:solidFill>
              </a:defRPr>
            </a:lvl4pPr>
            <a:lvl5pPr lvl="4" algn="l">
              <a:lnSpc>
                <a:spcPct val="100000"/>
              </a:lnSpc>
              <a:spcBef>
                <a:spcPts val="0"/>
              </a:spcBef>
              <a:spcAft>
                <a:spcPts val="0"/>
              </a:spcAft>
              <a:buClr>
                <a:schemeClr val="accent5"/>
              </a:buClr>
              <a:buSzPts val="1800"/>
              <a:buNone/>
              <a:defRPr b="1" sz="1800">
                <a:solidFill>
                  <a:schemeClr val="accent5"/>
                </a:solidFill>
              </a:defRPr>
            </a:lvl5pPr>
            <a:lvl6pPr lvl="5" algn="l">
              <a:lnSpc>
                <a:spcPct val="100000"/>
              </a:lnSpc>
              <a:spcBef>
                <a:spcPts val="0"/>
              </a:spcBef>
              <a:spcAft>
                <a:spcPts val="0"/>
              </a:spcAft>
              <a:buClr>
                <a:schemeClr val="accent5"/>
              </a:buClr>
              <a:buSzPts val="1800"/>
              <a:buNone/>
              <a:defRPr b="1" sz="1800">
                <a:solidFill>
                  <a:schemeClr val="accent5"/>
                </a:solidFill>
              </a:defRPr>
            </a:lvl6pPr>
            <a:lvl7pPr lvl="6" algn="l">
              <a:lnSpc>
                <a:spcPct val="100000"/>
              </a:lnSpc>
              <a:spcBef>
                <a:spcPts val="0"/>
              </a:spcBef>
              <a:spcAft>
                <a:spcPts val="0"/>
              </a:spcAft>
              <a:buClr>
                <a:schemeClr val="accent5"/>
              </a:buClr>
              <a:buSzPts val="1800"/>
              <a:buNone/>
              <a:defRPr b="1" sz="1800">
                <a:solidFill>
                  <a:schemeClr val="accent5"/>
                </a:solidFill>
              </a:defRPr>
            </a:lvl7pPr>
            <a:lvl8pPr lvl="7" algn="l">
              <a:lnSpc>
                <a:spcPct val="100000"/>
              </a:lnSpc>
              <a:spcBef>
                <a:spcPts val="0"/>
              </a:spcBef>
              <a:spcAft>
                <a:spcPts val="0"/>
              </a:spcAft>
              <a:buClr>
                <a:schemeClr val="accent5"/>
              </a:buClr>
              <a:buSzPts val="1800"/>
              <a:buNone/>
              <a:defRPr b="1" sz="1800">
                <a:solidFill>
                  <a:schemeClr val="accent5"/>
                </a:solidFill>
              </a:defRPr>
            </a:lvl8pPr>
            <a:lvl9pPr lvl="8" algn="l">
              <a:lnSpc>
                <a:spcPct val="100000"/>
              </a:lnSpc>
              <a:spcBef>
                <a:spcPts val="0"/>
              </a:spcBef>
              <a:spcAft>
                <a:spcPts val="0"/>
              </a:spcAft>
              <a:buClr>
                <a:schemeClr val="accent5"/>
              </a:buClr>
              <a:buSzPts val="1800"/>
              <a:buNone/>
              <a:defRPr b="1" sz="1800">
                <a:solidFill>
                  <a:schemeClr val="accent5"/>
                </a:solidFill>
              </a:defRPr>
            </a:lvl9pPr>
          </a:lstStyle>
          <a:p/>
        </p:txBody>
      </p:sp>
      <p:sp>
        <p:nvSpPr>
          <p:cNvPr id="824" name="Google Shape;824;p139"/>
          <p:cNvSpPr txBox="1"/>
          <p:nvPr>
            <p:ph idx="4"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8">
  <p:cSld name="CUSTOM_17_1_1_1_1">
    <p:bg>
      <p:bgPr>
        <a:solidFill>
          <a:schemeClr val="accent1"/>
        </a:solidFill>
      </p:bgPr>
    </p:bg>
    <p:spTree>
      <p:nvGrpSpPr>
        <p:cNvPr id="825" name="Shape 825"/>
        <p:cNvGrpSpPr/>
        <p:nvPr/>
      </p:nvGrpSpPr>
      <p:grpSpPr>
        <a:xfrm>
          <a:off x="0" y="0"/>
          <a:ext cx="0" cy="0"/>
          <a:chOff x="0" y="0"/>
          <a:chExt cx="0" cy="0"/>
        </a:xfrm>
      </p:grpSpPr>
      <p:grpSp>
        <p:nvGrpSpPr>
          <p:cNvPr id="826" name="Google Shape;826;p140"/>
          <p:cNvGrpSpPr/>
          <p:nvPr/>
        </p:nvGrpSpPr>
        <p:grpSpPr>
          <a:xfrm>
            <a:off x="4281415" y="75177"/>
            <a:ext cx="581170" cy="125403"/>
            <a:chOff x="4685288" y="186288"/>
            <a:chExt cx="419375" cy="90485"/>
          </a:xfrm>
        </p:grpSpPr>
        <p:sp>
          <p:nvSpPr>
            <p:cNvPr id="827" name="Google Shape;827;p140"/>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28" name="Google Shape;828;p140"/>
            <p:cNvGrpSpPr/>
            <p:nvPr/>
          </p:nvGrpSpPr>
          <p:grpSpPr>
            <a:xfrm>
              <a:off x="4685288" y="186300"/>
              <a:ext cx="419375" cy="90473"/>
              <a:chOff x="4390000" y="182175"/>
              <a:chExt cx="419375" cy="90473"/>
            </a:xfrm>
          </p:grpSpPr>
          <p:sp>
            <p:nvSpPr>
              <p:cNvPr id="829" name="Google Shape;829;p140"/>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140"/>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831" name="Google Shape;831;p140"/>
          <p:cNvSpPr/>
          <p:nvPr/>
        </p:nvSpPr>
        <p:spPr>
          <a:xfrm flipH="1" rot="10800000">
            <a:off x="319050" y="283356"/>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140"/>
          <p:cNvSpPr/>
          <p:nvPr/>
        </p:nvSpPr>
        <p:spPr>
          <a:xfrm>
            <a:off x="7132742" y="-24296"/>
            <a:ext cx="1612254"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140"/>
          <p:cNvSpPr/>
          <p:nvPr/>
        </p:nvSpPr>
        <p:spPr>
          <a:xfrm flipH="1">
            <a:off x="-9513" y="402390"/>
            <a:ext cx="1143784" cy="108505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140"/>
          <p:cNvSpPr/>
          <p:nvPr/>
        </p:nvSpPr>
        <p:spPr>
          <a:xfrm>
            <a:off x="7972352" y="1356826"/>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140"/>
          <p:cNvSpPr txBox="1"/>
          <p:nvPr>
            <p:ph type="title"/>
          </p:nvPr>
        </p:nvSpPr>
        <p:spPr>
          <a:xfrm>
            <a:off x="713163" y="3265075"/>
            <a:ext cx="7709100" cy="555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36" name="Google Shape;836;p140"/>
          <p:cNvSpPr txBox="1"/>
          <p:nvPr>
            <p:ph idx="1" type="subTitle"/>
          </p:nvPr>
        </p:nvSpPr>
        <p:spPr>
          <a:xfrm>
            <a:off x="713163" y="3877750"/>
            <a:ext cx="7709100" cy="555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lvl1pPr>
            <a:lvl2pPr lvl="1" algn="l">
              <a:lnSpc>
                <a:spcPct val="115000"/>
              </a:lnSpc>
              <a:spcBef>
                <a:spcPts val="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19">
    <p:bg>
      <p:bgPr>
        <a:solidFill>
          <a:schemeClr val="accent2"/>
        </a:solidFill>
      </p:bgPr>
    </p:bg>
    <p:spTree>
      <p:nvGrpSpPr>
        <p:cNvPr id="837" name="Shape 837"/>
        <p:cNvGrpSpPr/>
        <p:nvPr/>
      </p:nvGrpSpPr>
      <p:grpSpPr>
        <a:xfrm>
          <a:off x="0" y="0"/>
          <a:ext cx="0" cy="0"/>
          <a:chOff x="0" y="0"/>
          <a:chExt cx="0" cy="0"/>
        </a:xfrm>
      </p:grpSpPr>
      <p:grpSp>
        <p:nvGrpSpPr>
          <p:cNvPr id="838" name="Google Shape;838;p141"/>
          <p:cNvGrpSpPr/>
          <p:nvPr/>
        </p:nvGrpSpPr>
        <p:grpSpPr>
          <a:xfrm flipH="1">
            <a:off x="-449238" y="1854311"/>
            <a:ext cx="1628818" cy="3133824"/>
            <a:chOff x="1801099" y="1658647"/>
            <a:chExt cx="720652" cy="1386464"/>
          </a:xfrm>
        </p:grpSpPr>
        <p:sp>
          <p:nvSpPr>
            <p:cNvPr id="839" name="Google Shape;839;p141"/>
            <p:cNvSpPr/>
            <p:nvPr/>
          </p:nvSpPr>
          <p:spPr>
            <a:xfrm>
              <a:off x="1801099" y="3002886"/>
              <a:ext cx="720652" cy="17"/>
            </a:xfrm>
            <a:custGeom>
              <a:rect b="b" l="l" r="r" t="t"/>
              <a:pathLst>
                <a:path extrusionOk="0" fill="none" h="1" w="43224">
                  <a:moveTo>
                    <a:pt x="1" y="1"/>
                  </a:moveTo>
                  <a:lnTo>
                    <a:pt x="43223" y="1"/>
                  </a:ln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141"/>
            <p:cNvSpPr/>
            <p:nvPr/>
          </p:nvSpPr>
          <p:spPr>
            <a:xfrm>
              <a:off x="2012001" y="2361972"/>
              <a:ext cx="451541" cy="683139"/>
            </a:xfrm>
            <a:custGeom>
              <a:rect b="b" l="l" r="r" t="t"/>
              <a:pathLst>
                <a:path extrusionOk="0" h="40974" w="27083">
                  <a:moveTo>
                    <a:pt x="4408" y="0"/>
                  </a:moveTo>
                  <a:cubicBezTo>
                    <a:pt x="4408" y="0"/>
                    <a:pt x="0" y="5928"/>
                    <a:pt x="0" y="15107"/>
                  </a:cubicBezTo>
                  <a:cubicBezTo>
                    <a:pt x="0" y="23983"/>
                    <a:pt x="6566" y="36475"/>
                    <a:pt x="8086" y="40974"/>
                  </a:cubicBezTo>
                  <a:lnTo>
                    <a:pt x="18998" y="40974"/>
                  </a:lnTo>
                  <a:cubicBezTo>
                    <a:pt x="19514" y="39484"/>
                    <a:pt x="20548" y="37113"/>
                    <a:pt x="21733" y="34317"/>
                  </a:cubicBezTo>
                  <a:cubicBezTo>
                    <a:pt x="24135" y="28603"/>
                    <a:pt x="27083" y="21065"/>
                    <a:pt x="27083" y="15107"/>
                  </a:cubicBezTo>
                  <a:cubicBezTo>
                    <a:pt x="27083" y="5897"/>
                    <a:pt x="22676" y="0"/>
                    <a:pt x="22676"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1" name="Google Shape;841;p141"/>
            <p:cNvSpPr/>
            <p:nvPr/>
          </p:nvSpPr>
          <p:spPr>
            <a:xfrm>
              <a:off x="2222249" y="2499054"/>
              <a:ext cx="240217" cy="539722"/>
            </a:xfrm>
            <a:custGeom>
              <a:rect b="b" l="l" r="r" t="t"/>
              <a:pathLst>
                <a:path extrusionOk="0" h="32372" w="14408">
                  <a:moveTo>
                    <a:pt x="13648" y="0"/>
                  </a:moveTo>
                  <a:lnTo>
                    <a:pt x="13648" y="0"/>
                  </a:lnTo>
                  <a:cubicBezTo>
                    <a:pt x="14043" y="3192"/>
                    <a:pt x="13861" y="6444"/>
                    <a:pt x="13162" y="9605"/>
                  </a:cubicBezTo>
                  <a:cubicBezTo>
                    <a:pt x="11855" y="15411"/>
                    <a:pt x="7295" y="22159"/>
                    <a:pt x="3709" y="27174"/>
                  </a:cubicBezTo>
                  <a:cubicBezTo>
                    <a:pt x="2219" y="29271"/>
                    <a:pt x="882" y="31065"/>
                    <a:pt x="0" y="32372"/>
                  </a:cubicBezTo>
                  <a:lnTo>
                    <a:pt x="6323" y="32372"/>
                  </a:lnTo>
                  <a:cubicBezTo>
                    <a:pt x="6839" y="30882"/>
                    <a:pt x="7873" y="28511"/>
                    <a:pt x="9058" y="25715"/>
                  </a:cubicBezTo>
                  <a:cubicBezTo>
                    <a:pt x="11460" y="20001"/>
                    <a:pt x="14408" y="12463"/>
                    <a:pt x="14408" y="6505"/>
                  </a:cubicBezTo>
                  <a:cubicBezTo>
                    <a:pt x="14408" y="4286"/>
                    <a:pt x="14165" y="2128"/>
                    <a:pt x="13648" y="0"/>
                  </a:cubicBez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141"/>
            <p:cNvSpPr/>
            <p:nvPr/>
          </p:nvSpPr>
          <p:spPr>
            <a:xfrm>
              <a:off x="2085986" y="2295589"/>
              <a:ext cx="304073" cy="96817"/>
            </a:xfrm>
            <a:custGeom>
              <a:rect b="b" l="l" r="r" t="t"/>
              <a:pathLst>
                <a:path extrusionOk="0" h="5807" w="18238">
                  <a:moveTo>
                    <a:pt x="0" y="1"/>
                  </a:moveTo>
                  <a:lnTo>
                    <a:pt x="0" y="4013"/>
                  </a:lnTo>
                  <a:cubicBezTo>
                    <a:pt x="0" y="4985"/>
                    <a:pt x="4073" y="5806"/>
                    <a:pt x="9119" y="5806"/>
                  </a:cubicBezTo>
                  <a:cubicBezTo>
                    <a:pt x="14134" y="5806"/>
                    <a:pt x="18238" y="4985"/>
                    <a:pt x="18238" y="4013"/>
                  </a:cubicBezTo>
                  <a:lnTo>
                    <a:pt x="18238" y="1"/>
                  </a:lnTo>
                  <a:close/>
                </a:path>
              </a:pathLst>
            </a:custGeom>
            <a:solidFill>
              <a:schemeClr val="accent1"/>
            </a:solid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141"/>
            <p:cNvSpPr/>
            <p:nvPr/>
          </p:nvSpPr>
          <p:spPr>
            <a:xfrm>
              <a:off x="2085469" y="2265182"/>
              <a:ext cx="304590" cy="60321"/>
            </a:xfrm>
            <a:custGeom>
              <a:rect b="b" l="l" r="r" t="t"/>
              <a:pathLst>
                <a:path extrusionOk="0" h="3618" w="18269">
                  <a:moveTo>
                    <a:pt x="9119" y="1"/>
                  </a:moveTo>
                  <a:cubicBezTo>
                    <a:pt x="4074" y="1"/>
                    <a:pt x="1" y="822"/>
                    <a:pt x="1" y="1825"/>
                  </a:cubicBezTo>
                  <a:cubicBezTo>
                    <a:pt x="1" y="2828"/>
                    <a:pt x="4074" y="3618"/>
                    <a:pt x="9119" y="3618"/>
                  </a:cubicBezTo>
                  <a:cubicBezTo>
                    <a:pt x="14165" y="3618"/>
                    <a:pt x="18269" y="2828"/>
                    <a:pt x="18269" y="1825"/>
                  </a:cubicBezTo>
                  <a:cubicBezTo>
                    <a:pt x="18269" y="822"/>
                    <a:pt x="14165" y="1"/>
                    <a:pt x="9119" y="1"/>
                  </a:cubicBezTo>
                  <a:close/>
                </a:path>
              </a:pathLst>
            </a:custGeom>
            <a:solidFill>
              <a:schemeClr val="accent6"/>
            </a:solid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141"/>
            <p:cNvSpPr/>
            <p:nvPr/>
          </p:nvSpPr>
          <p:spPr>
            <a:xfrm>
              <a:off x="2106758" y="2273800"/>
              <a:ext cx="261508" cy="40564"/>
            </a:xfrm>
            <a:custGeom>
              <a:rect b="b" l="l" r="r" t="t"/>
              <a:pathLst>
                <a:path extrusionOk="0" h="2433" w="15685">
                  <a:moveTo>
                    <a:pt x="7842" y="1"/>
                  </a:moveTo>
                  <a:cubicBezTo>
                    <a:pt x="3526" y="1"/>
                    <a:pt x="0" y="578"/>
                    <a:pt x="0" y="1308"/>
                  </a:cubicBezTo>
                  <a:cubicBezTo>
                    <a:pt x="0" y="2037"/>
                    <a:pt x="3526" y="2432"/>
                    <a:pt x="7842" y="2432"/>
                  </a:cubicBezTo>
                  <a:cubicBezTo>
                    <a:pt x="12189" y="2432"/>
                    <a:pt x="15685" y="2037"/>
                    <a:pt x="15685" y="1308"/>
                  </a:cubicBezTo>
                  <a:cubicBezTo>
                    <a:pt x="15685" y="578"/>
                    <a:pt x="12189" y="1"/>
                    <a:pt x="7842"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141"/>
            <p:cNvSpPr/>
            <p:nvPr/>
          </p:nvSpPr>
          <p:spPr>
            <a:xfrm>
              <a:off x="2085469" y="1852212"/>
              <a:ext cx="117091" cy="458644"/>
            </a:xfrm>
            <a:custGeom>
              <a:rect b="b" l="l" r="r" t="t"/>
              <a:pathLst>
                <a:path extrusionOk="0" fill="none" h="27509" w="7023">
                  <a:moveTo>
                    <a:pt x="1" y="0"/>
                  </a:moveTo>
                  <a:cubicBezTo>
                    <a:pt x="1" y="0"/>
                    <a:pt x="5958" y="12767"/>
                    <a:pt x="7022" y="27508"/>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141"/>
            <p:cNvSpPr/>
            <p:nvPr/>
          </p:nvSpPr>
          <p:spPr>
            <a:xfrm>
              <a:off x="2114860" y="2133949"/>
              <a:ext cx="70975" cy="46133"/>
            </a:xfrm>
            <a:custGeom>
              <a:rect b="b" l="l" r="r" t="t"/>
              <a:pathLst>
                <a:path extrusionOk="0" fill="none" h="2767" w="4257">
                  <a:moveTo>
                    <a:pt x="1" y="0"/>
                  </a:moveTo>
                  <a:lnTo>
                    <a:pt x="4256" y="2766"/>
                  </a:ln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7" name="Google Shape;847;p141"/>
            <p:cNvSpPr/>
            <p:nvPr/>
          </p:nvSpPr>
          <p:spPr>
            <a:xfrm>
              <a:off x="2099656" y="2119245"/>
              <a:ext cx="30427" cy="29927"/>
            </a:xfrm>
            <a:custGeom>
              <a:rect b="b" l="l" r="r" t="t"/>
              <a:pathLst>
                <a:path extrusionOk="0" h="1795" w="1825">
                  <a:moveTo>
                    <a:pt x="913" y="1"/>
                  </a:moveTo>
                  <a:cubicBezTo>
                    <a:pt x="396" y="1"/>
                    <a:pt x="1" y="396"/>
                    <a:pt x="1" y="882"/>
                  </a:cubicBezTo>
                  <a:cubicBezTo>
                    <a:pt x="1" y="1399"/>
                    <a:pt x="396" y="1794"/>
                    <a:pt x="913" y="1794"/>
                  </a:cubicBezTo>
                  <a:cubicBezTo>
                    <a:pt x="1399" y="1794"/>
                    <a:pt x="1825" y="1399"/>
                    <a:pt x="1825" y="882"/>
                  </a:cubicBezTo>
                  <a:cubicBezTo>
                    <a:pt x="1825" y="396"/>
                    <a:pt x="1399" y="1"/>
                    <a:pt x="913" y="1"/>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p141"/>
            <p:cNvSpPr/>
            <p:nvPr/>
          </p:nvSpPr>
          <p:spPr>
            <a:xfrm>
              <a:off x="2091554" y="2176510"/>
              <a:ext cx="73492" cy="131279"/>
            </a:xfrm>
            <a:custGeom>
              <a:rect b="b" l="l" r="r" t="t"/>
              <a:pathLst>
                <a:path extrusionOk="0" fill="none" h="7874" w="4408">
                  <a:moveTo>
                    <a:pt x="0" y="1"/>
                  </a:moveTo>
                  <a:cubicBezTo>
                    <a:pt x="0" y="1"/>
                    <a:pt x="3162" y="4864"/>
                    <a:pt x="4408" y="7873"/>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9" name="Google Shape;849;p141"/>
            <p:cNvSpPr/>
            <p:nvPr/>
          </p:nvSpPr>
          <p:spPr>
            <a:xfrm>
              <a:off x="2039358" y="2206400"/>
              <a:ext cx="94283" cy="39547"/>
            </a:xfrm>
            <a:custGeom>
              <a:rect b="b" l="l" r="r" t="t"/>
              <a:pathLst>
                <a:path extrusionOk="0" fill="none" h="2372" w="5655">
                  <a:moveTo>
                    <a:pt x="1" y="1"/>
                  </a:moveTo>
                  <a:cubicBezTo>
                    <a:pt x="1" y="1"/>
                    <a:pt x="3891" y="1490"/>
                    <a:pt x="5654" y="2372"/>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0" name="Google Shape;850;p141"/>
            <p:cNvSpPr/>
            <p:nvPr/>
          </p:nvSpPr>
          <p:spPr>
            <a:xfrm>
              <a:off x="2080918" y="2165874"/>
              <a:ext cx="21808" cy="21291"/>
            </a:xfrm>
            <a:custGeom>
              <a:rect b="b" l="l" r="r" t="t"/>
              <a:pathLst>
                <a:path extrusionOk="0" h="1277" w="1308">
                  <a:moveTo>
                    <a:pt x="638" y="0"/>
                  </a:moveTo>
                  <a:cubicBezTo>
                    <a:pt x="274" y="0"/>
                    <a:pt x="0" y="274"/>
                    <a:pt x="0" y="639"/>
                  </a:cubicBezTo>
                  <a:cubicBezTo>
                    <a:pt x="0" y="1003"/>
                    <a:pt x="274" y="1277"/>
                    <a:pt x="638" y="1277"/>
                  </a:cubicBezTo>
                  <a:cubicBezTo>
                    <a:pt x="1003" y="1277"/>
                    <a:pt x="1307" y="1003"/>
                    <a:pt x="1307" y="639"/>
                  </a:cubicBezTo>
                  <a:cubicBezTo>
                    <a:pt x="1307" y="274"/>
                    <a:pt x="1003" y="0"/>
                    <a:pt x="638"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1" name="Google Shape;851;p141"/>
            <p:cNvSpPr/>
            <p:nvPr/>
          </p:nvSpPr>
          <p:spPr>
            <a:xfrm>
              <a:off x="2027205" y="2194247"/>
              <a:ext cx="24342" cy="24342"/>
            </a:xfrm>
            <a:custGeom>
              <a:rect b="b" l="l" r="r" t="t"/>
              <a:pathLst>
                <a:path extrusionOk="0" h="1460" w="1460">
                  <a:moveTo>
                    <a:pt x="730" y="0"/>
                  </a:moveTo>
                  <a:cubicBezTo>
                    <a:pt x="335" y="0"/>
                    <a:pt x="0" y="335"/>
                    <a:pt x="0" y="730"/>
                  </a:cubicBezTo>
                  <a:cubicBezTo>
                    <a:pt x="0" y="1155"/>
                    <a:pt x="335" y="1459"/>
                    <a:pt x="730" y="1459"/>
                  </a:cubicBezTo>
                  <a:cubicBezTo>
                    <a:pt x="1125" y="1459"/>
                    <a:pt x="1459" y="1155"/>
                    <a:pt x="1459" y="730"/>
                  </a:cubicBezTo>
                  <a:cubicBezTo>
                    <a:pt x="1459" y="335"/>
                    <a:pt x="1125" y="0"/>
                    <a:pt x="73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p141"/>
            <p:cNvSpPr/>
            <p:nvPr/>
          </p:nvSpPr>
          <p:spPr>
            <a:xfrm>
              <a:off x="2255727" y="1670300"/>
              <a:ext cx="44616" cy="641074"/>
            </a:xfrm>
            <a:custGeom>
              <a:rect b="b" l="l" r="r" t="t"/>
              <a:pathLst>
                <a:path extrusionOk="0" fill="none" h="38451" w="2676">
                  <a:moveTo>
                    <a:pt x="2675" y="0"/>
                  </a:moveTo>
                  <a:cubicBezTo>
                    <a:pt x="2675" y="0"/>
                    <a:pt x="669" y="24590"/>
                    <a:pt x="1" y="38451"/>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141"/>
            <p:cNvSpPr/>
            <p:nvPr/>
          </p:nvSpPr>
          <p:spPr>
            <a:xfrm>
              <a:off x="2286635" y="1768091"/>
              <a:ext cx="63372" cy="72492"/>
            </a:xfrm>
            <a:custGeom>
              <a:rect b="b" l="l" r="r" t="t"/>
              <a:pathLst>
                <a:path extrusionOk="0" fill="none" h="4348" w="3801">
                  <a:moveTo>
                    <a:pt x="3800" y="1"/>
                  </a:moveTo>
                  <a:cubicBezTo>
                    <a:pt x="3800" y="1"/>
                    <a:pt x="1581" y="2463"/>
                    <a:pt x="1" y="4347"/>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4" name="Google Shape;854;p141"/>
            <p:cNvSpPr/>
            <p:nvPr/>
          </p:nvSpPr>
          <p:spPr>
            <a:xfrm>
              <a:off x="2226337" y="1712360"/>
              <a:ext cx="63872" cy="85146"/>
            </a:xfrm>
            <a:custGeom>
              <a:rect b="b" l="l" r="r" t="t"/>
              <a:pathLst>
                <a:path extrusionOk="0" fill="none" h="5107" w="3831">
                  <a:moveTo>
                    <a:pt x="1" y="0"/>
                  </a:moveTo>
                  <a:cubicBezTo>
                    <a:pt x="1" y="0"/>
                    <a:pt x="2584" y="3465"/>
                    <a:pt x="3831" y="5107"/>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p141"/>
            <p:cNvSpPr/>
            <p:nvPr/>
          </p:nvSpPr>
          <p:spPr>
            <a:xfrm>
              <a:off x="2276499" y="1863865"/>
              <a:ext cx="89715" cy="121142"/>
            </a:xfrm>
            <a:custGeom>
              <a:rect b="b" l="l" r="r" t="t"/>
              <a:pathLst>
                <a:path extrusionOk="0" fill="none" h="7266" w="5381">
                  <a:moveTo>
                    <a:pt x="5381" y="1"/>
                  </a:moveTo>
                  <a:cubicBezTo>
                    <a:pt x="5381" y="1"/>
                    <a:pt x="2220" y="4499"/>
                    <a:pt x="1" y="7265"/>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6" name="Google Shape;856;p141"/>
            <p:cNvSpPr/>
            <p:nvPr/>
          </p:nvSpPr>
          <p:spPr>
            <a:xfrm>
              <a:off x="2217718" y="1984978"/>
              <a:ext cx="53735" cy="72992"/>
            </a:xfrm>
            <a:custGeom>
              <a:rect b="b" l="l" r="r" t="t"/>
              <a:pathLst>
                <a:path extrusionOk="0" fill="none" h="4378" w="3223">
                  <a:moveTo>
                    <a:pt x="1" y="0"/>
                  </a:moveTo>
                  <a:cubicBezTo>
                    <a:pt x="974" y="1550"/>
                    <a:pt x="2038" y="2979"/>
                    <a:pt x="3223" y="4377"/>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p141"/>
            <p:cNvSpPr/>
            <p:nvPr/>
          </p:nvSpPr>
          <p:spPr>
            <a:xfrm>
              <a:off x="2263329" y="2135966"/>
              <a:ext cx="49167" cy="47150"/>
            </a:xfrm>
            <a:custGeom>
              <a:rect b="b" l="l" r="r" t="t"/>
              <a:pathLst>
                <a:path extrusionOk="0" fill="none" h="2828" w="2949">
                  <a:moveTo>
                    <a:pt x="2949" y="1"/>
                  </a:moveTo>
                  <a:cubicBezTo>
                    <a:pt x="2949" y="1"/>
                    <a:pt x="1004" y="1855"/>
                    <a:pt x="1" y="2828"/>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p141"/>
            <p:cNvSpPr/>
            <p:nvPr/>
          </p:nvSpPr>
          <p:spPr>
            <a:xfrm>
              <a:off x="2304890" y="2115711"/>
              <a:ext cx="26359" cy="26359"/>
            </a:xfrm>
            <a:custGeom>
              <a:rect b="b" l="l" r="r" t="t"/>
              <a:pathLst>
                <a:path extrusionOk="0" h="1581" w="1581">
                  <a:moveTo>
                    <a:pt x="790" y="0"/>
                  </a:moveTo>
                  <a:cubicBezTo>
                    <a:pt x="365" y="0"/>
                    <a:pt x="0" y="335"/>
                    <a:pt x="0" y="790"/>
                  </a:cubicBezTo>
                  <a:cubicBezTo>
                    <a:pt x="0" y="1216"/>
                    <a:pt x="365" y="1581"/>
                    <a:pt x="790" y="1581"/>
                  </a:cubicBezTo>
                  <a:cubicBezTo>
                    <a:pt x="1216" y="1581"/>
                    <a:pt x="1581" y="1216"/>
                    <a:pt x="1581" y="790"/>
                  </a:cubicBezTo>
                  <a:cubicBezTo>
                    <a:pt x="1581" y="335"/>
                    <a:pt x="1216" y="0"/>
                    <a:pt x="79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141"/>
            <p:cNvSpPr/>
            <p:nvPr/>
          </p:nvSpPr>
          <p:spPr>
            <a:xfrm>
              <a:off x="2204048" y="1971792"/>
              <a:ext cx="26876" cy="26376"/>
            </a:xfrm>
            <a:custGeom>
              <a:rect b="b" l="l" r="r" t="t"/>
              <a:pathLst>
                <a:path extrusionOk="0" h="1582" w="1612">
                  <a:moveTo>
                    <a:pt x="821" y="1"/>
                  </a:moveTo>
                  <a:cubicBezTo>
                    <a:pt x="365" y="1"/>
                    <a:pt x="0" y="366"/>
                    <a:pt x="0" y="791"/>
                  </a:cubicBezTo>
                  <a:cubicBezTo>
                    <a:pt x="0" y="1247"/>
                    <a:pt x="365" y="1581"/>
                    <a:pt x="821" y="1581"/>
                  </a:cubicBezTo>
                  <a:cubicBezTo>
                    <a:pt x="1247" y="1581"/>
                    <a:pt x="1611" y="1247"/>
                    <a:pt x="1611" y="791"/>
                  </a:cubicBezTo>
                  <a:cubicBezTo>
                    <a:pt x="1611" y="366"/>
                    <a:pt x="1247" y="1"/>
                    <a:pt x="821" y="1"/>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p141"/>
            <p:cNvSpPr/>
            <p:nvPr/>
          </p:nvSpPr>
          <p:spPr>
            <a:xfrm>
              <a:off x="2288669" y="1658647"/>
              <a:ext cx="23325" cy="23325"/>
            </a:xfrm>
            <a:custGeom>
              <a:rect b="b" l="l" r="r" t="t"/>
              <a:pathLst>
                <a:path extrusionOk="0" h="1399" w="1399">
                  <a:moveTo>
                    <a:pt x="699" y="0"/>
                  </a:moveTo>
                  <a:cubicBezTo>
                    <a:pt x="304" y="0"/>
                    <a:pt x="0" y="304"/>
                    <a:pt x="0" y="699"/>
                  </a:cubicBezTo>
                  <a:cubicBezTo>
                    <a:pt x="0" y="1095"/>
                    <a:pt x="304" y="1399"/>
                    <a:pt x="699" y="1399"/>
                  </a:cubicBezTo>
                  <a:cubicBezTo>
                    <a:pt x="1095" y="1399"/>
                    <a:pt x="1399" y="1095"/>
                    <a:pt x="1399" y="699"/>
                  </a:cubicBezTo>
                  <a:cubicBezTo>
                    <a:pt x="1399" y="304"/>
                    <a:pt x="1095" y="0"/>
                    <a:pt x="699"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141"/>
            <p:cNvSpPr/>
            <p:nvPr/>
          </p:nvSpPr>
          <p:spPr>
            <a:xfrm>
              <a:off x="2214684" y="1700707"/>
              <a:ext cx="22825" cy="22808"/>
            </a:xfrm>
            <a:custGeom>
              <a:rect b="b" l="l" r="r" t="t"/>
              <a:pathLst>
                <a:path extrusionOk="0" h="1368" w="1369">
                  <a:moveTo>
                    <a:pt x="700" y="0"/>
                  </a:moveTo>
                  <a:cubicBezTo>
                    <a:pt x="305" y="0"/>
                    <a:pt x="1" y="304"/>
                    <a:pt x="1" y="699"/>
                  </a:cubicBezTo>
                  <a:cubicBezTo>
                    <a:pt x="1" y="1064"/>
                    <a:pt x="305" y="1368"/>
                    <a:pt x="700" y="1368"/>
                  </a:cubicBezTo>
                  <a:cubicBezTo>
                    <a:pt x="1064" y="1368"/>
                    <a:pt x="1368" y="1064"/>
                    <a:pt x="1368" y="699"/>
                  </a:cubicBezTo>
                  <a:cubicBezTo>
                    <a:pt x="1368" y="304"/>
                    <a:pt x="1064" y="0"/>
                    <a:pt x="70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141"/>
            <p:cNvSpPr/>
            <p:nvPr/>
          </p:nvSpPr>
          <p:spPr>
            <a:xfrm>
              <a:off x="2300322" y="2124313"/>
              <a:ext cx="136331" cy="183481"/>
            </a:xfrm>
            <a:custGeom>
              <a:rect b="b" l="l" r="r" t="t"/>
              <a:pathLst>
                <a:path extrusionOk="0" fill="none" h="11005" w="8177">
                  <a:moveTo>
                    <a:pt x="0" y="11004"/>
                  </a:moveTo>
                  <a:cubicBezTo>
                    <a:pt x="0" y="11004"/>
                    <a:pt x="4377" y="3466"/>
                    <a:pt x="8177" y="1"/>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141"/>
            <p:cNvSpPr/>
            <p:nvPr/>
          </p:nvSpPr>
          <p:spPr>
            <a:xfrm>
              <a:off x="2342882" y="2169925"/>
              <a:ext cx="8636" cy="58287"/>
            </a:xfrm>
            <a:custGeom>
              <a:rect b="b" l="l" r="r" t="t"/>
              <a:pathLst>
                <a:path extrusionOk="0" fill="none" h="3496" w="518">
                  <a:moveTo>
                    <a:pt x="1" y="0"/>
                  </a:moveTo>
                  <a:cubicBezTo>
                    <a:pt x="335" y="1125"/>
                    <a:pt x="517" y="2311"/>
                    <a:pt x="517" y="3496"/>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141"/>
            <p:cNvSpPr/>
            <p:nvPr/>
          </p:nvSpPr>
          <p:spPr>
            <a:xfrm>
              <a:off x="2380892" y="2171442"/>
              <a:ext cx="63356" cy="15722"/>
            </a:xfrm>
            <a:custGeom>
              <a:rect b="b" l="l" r="r" t="t"/>
              <a:pathLst>
                <a:path extrusionOk="0" fill="none" h="943" w="3800">
                  <a:moveTo>
                    <a:pt x="0" y="943"/>
                  </a:moveTo>
                  <a:cubicBezTo>
                    <a:pt x="0" y="943"/>
                    <a:pt x="2402" y="122"/>
                    <a:pt x="3800" y="1"/>
                  </a:cubicBezTo>
                </a:path>
              </a:pathLst>
            </a:custGeom>
            <a:no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141"/>
            <p:cNvSpPr/>
            <p:nvPr/>
          </p:nvSpPr>
          <p:spPr>
            <a:xfrm>
              <a:off x="2329712" y="2148136"/>
              <a:ext cx="26876" cy="26876"/>
            </a:xfrm>
            <a:custGeom>
              <a:rect b="b" l="l" r="r" t="t"/>
              <a:pathLst>
                <a:path extrusionOk="0" h="1612" w="1612">
                  <a:moveTo>
                    <a:pt x="791" y="0"/>
                  </a:moveTo>
                  <a:cubicBezTo>
                    <a:pt x="365" y="0"/>
                    <a:pt x="0" y="365"/>
                    <a:pt x="0" y="821"/>
                  </a:cubicBezTo>
                  <a:cubicBezTo>
                    <a:pt x="0" y="1247"/>
                    <a:pt x="365" y="1611"/>
                    <a:pt x="791" y="1611"/>
                  </a:cubicBezTo>
                  <a:cubicBezTo>
                    <a:pt x="1247" y="1611"/>
                    <a:pt x="1611" y="1247"/>
                    <a:pt x="1611" y="821"/>
                  </a:cubicBezTo>
                  <a:cubicBezTo>
                    <a:pt x="1611" y="365"/>
                    <a:pt x="1247" y="0"/>
                    <a:pt x="791"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141"/>
            <p:cNvSpPr/>
            <p:nvPr/>
          </p:nvSpPr>
          <p:spPr>
            <a:xfrm>
              <a:off x="2440690" y="2158272"/>
              <a:ext cx="26359" cy="26359"/>
            </a:xfrm>
            <a:custGeom>
              <a:rect b="b" l="l" r="r" t="t"/>
              <a:pathLst>
                <a:path extrusionOk="0" h="1581" w="1581">
                  <a:moveTo>
                    <a:pt x="790" y="0"/>
                  </a:moveTo>
                  <a:cubicBezTo>
                    <a:pt x="334" y="0"/>
                    <a:pt x="0" y="365"/>
                    <a:pt x="0" y="791"/>
                  </a:cubicBezTo>
                  <a:cubicBezTo>
                    <a:pt x="0" y="1247"/>
                    <a:pt x="334" y="1581"/>
                    <a:pt x="790" y="1581"/>
                  </a:cubicBezTo>
                  <a:cubicBezTo>
                    <a:pt x="1216" y="1581"/>
                    <a:pt x="1581" y="1247"/>
                    <a:pt x="1581" y="791"/>
                  </a:cubicBezTo>
                  <a:cubicBezTo>
                    <a:pt x="1581" y="365"/>
                    <a:pt x="1216" y="0"/>
                    <a:pt x="79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141"/>
            <p:cNvSpPr/>
            <p:nvPr/>
          </p:nvSpPr>
          <p:spPr>
            <a:xfrm>
              <a:off x="2433088" y="2102024"/>
              <a:ext cx="26359" cy="26876"/>
            </a:xfrm>
            <a:custGeom>
              <a:rect b="b" l="l" r="r" t="t"/>
              <a:pathLst>
                <a:path extrusionOk="0" h="1612" w="1581">
                  <a:moveTo>
                    <a:pt x="790" y="0"/>
                  </a:moveTo>
                  <a:cubicBezTo>
                    <a:pt x="335" y="0"/>
                    <a:pt x="0" y="365"/>
                    <a:pt x="0" y="791"/>
                  </a:cubicBezTo>
                  <a:cubicBezTo>
                    <a:pt x="0" y="1247"/>
                    <a:pt x="335" y="1611"/>
                    <a:pt x="790" y="1611"/>
                  </a:cubicBezTo>
                  <a:cubicBezTo>
                    <a:pt x="1216" y="1611"/>
                    <a:pt x="1581" y="1247"/>
                    <a:pt x="1581" y="791"/>
                  </a:cubicBezTo>
                  <a:cubicBezTo>
                    <a:pt x="1581" y="365"/>
                    <a:pt x="1216" y="0"/>
                    <a:pt x="79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8" name="Google Shape;868;p141"/>
          <p:cNvSpPr/>
          <p:nvPr/>
        </p:nvSpPr>
        <p:spPr>
          <a:xfrm>
            <a:off x="6593100" y="23640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69" name="Google Shape;869;p141"/>
          <p:cNvGrpSpPr/>
          <p:nvPr/>
        </p:nvGrpSpPr>
        <p:grpSpPr>
          <a:xfrm flipH="1" rot="3718461">
            <a:off x="7087302" y="2916821"/>
            <a:ext cx="1474087" cy="2698281"/>
            <a:chOff x="365696" y="228600"/>
            <a:chExt cx="1473983" cy="2698089"/>
          </a:xfrm>
        </p:grpSpPr>
        <p:grpSp>
          <p:nvGrpSpPr>
            <p:cNvPr id="870" name="Google Shape;870;p141"/>
            <p:cNvGrpSpPr/>
            <p:nvPr/>
          </p:nvGrpSpPr>
          <p:grpSpPr>
            <a:xfrm flipH="1" rot="-617154">
              <a:off x="575967" y="402323"/>
              <a:ext cx="1053440" cy="2450002"/>
              <a:chOff x="3817855" y="1437512"/>
              <a:chExt cx="541146" cy="1128254"/>
            </a:xfrm>
          </p:grpSpPr>
          <p:sp>
            <p:nvSpPr>
              <p:cNvPr id="871" name="Google Shape;871;p141"/>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141"/>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3" name="Google Shape;873;p141"/>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74" name="Google Shape;874;p141"/>
          <p:cNvSpPr txBox="1"/>
          <p:nvPr>
            <p:ph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75" name="Google Shape;875;p141"/>
          <p:cNvSpPr txBox="1"/>
          <p:nvPr>
            <p:ph idx="1" type="body"/>
          </p:nvPr>
        </p:nvSpPr>
        <p:spPr>
          <a:xfrm>
            <a:off x="4566600" y="1285977"/>
            <a:ext cx="3858900" cy="32445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SzPts val="1800"/>
              <a:buChar char="●"/>
              <a:defRPr sz="12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876" name="Google Shape;876;p141"/>
          <p:cNvSpPr txBox="1"/>
          <p:nvPr>
            <p:ph idx="2" type="body"/>
          </p:nvPr>
        </p:nvSpPr>
        <p:spPr>
          <a:xfrm>
            <a:off x="718500" y="1285877"/>
            <a:ext cx="3840000" cy="3244500"/>
          </a:xfrm>
          <a:prstGeom prst="rect">
            <a:avLst/>
          </a:prstGeom>
          <a:noFill/>
          <a:ln>
            <a:noFill/>
          </a:ln>
        </p:spPr>
        <p:txBody>
          <a:bodyPr anchorCtr="0" anchor="t" bIns="91425" lIns="91425" spcFirstLastPara="1" rIns="91425" wrap="square" tIns="91425">
            <a:noAutofit/>
          </a:bodyPr>
          <a:lstStyle>
            <a:lvl1pPr indent="-342900" lvl="0" marL="457200" algn="l">
              <a:lnSpc>
                <a:spcPct val="100000"/>
              </a:lnSpc>
              <a:spcBef>
                <a:spcPts val="0"/>
              </a:spcBef>
              <a:spcAft>
                <a:spcPts val="0"/>
              </a:spcAft>
              <a:buSzPts val="1800"/>
              <a:buChar char="●"/>
              <a:defRPr sz="12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877" name="Shape 877"/>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bg>
      <p:bgPr>
        <a:solidFill>
          <a:schemeClr val="accent2"/>
        </a:solidFill>
      </p:bgPr>
    </p:bg>
    <p:spTree>
      <p:nvGrpSpPr>
        <p:cNvPr id="878" name="Shape 878"/>
        <p:cNvGrpSpPr/>
        <p:nvPr/>
      </p:nvGrpSpPr>
      <p:grpSpPr>
        <a:xfrm>
          <a:off x="0" y="0"/>
          <a:ext cx="0" cy="0"/>
          <a:chOff x="0" y="0"/>
          <a:chExt cx="0" cy="0"/>
        </a:xfrm>
      </p:grpSpPr>
      <p:cxnSp>
        <p:nvCxnSpPr>
          <p:cNvPr id="879" name="Google Shape;879;p148"/>
          <p:cNvCxnSpPr/>
          <p:nvPr/>
        </p:nvCxnSpPr>
        <p:spPr>
          <a:xfrm rot="10800000">
            <a:off x="447750" y="4895850"/>
            <a:ext cx="1133400" cy="0"/>
          </a:xfrm>
          <a:prstGeom prst="straightConnector1">
            <a:avLst/>
          </a:prstGeom>
          <a:noFill/>
          <a:ln cap="flat" cmpd="sng" w="19050">
            <a:solidFill>
              <a:schemeClr val="accent5"/>
            </a:solidFill>
            <a:prstDash val="solid"/>
            <a:round/>
            <a:headEnd len="sm" w="sm" type="none"/>
            <a:tailEnd len="sm" w="sm" type="none"/>
          </a:ln>
        </p:spPr>
      </p:cxnSp>
      <p:grpSp>
        <p:nvGrpSpPr>
          <p:cNvPr id="880" name="Google Shape;880;p148"/>
          <p:cNvGrpSpPr/>
          <p:nvPr/>
        </p:nvGrpSpPr>
        <p:grpSpPr>
          <a:xfrm flipH="1">
            <a:off x="-47478" y="2136847"/>
            <a:ext cx="1179753" cy="2854242"/>
            <a:chOff x="7907551" y="-114309"/>
            <a:chExt cx="1908059" cy="4616273"/>
          </a:xfrm>
        </p:grpSpPr>
        <p:sp>
          <p:nvSpPr>
            <p:cNvPr id="881" name="Google Shape;881;p148"/>
            <p:cNvSpPr/>
            <p:nvPr/>
          </p:nvSpPr>
          <p:spPr>
            <a:xfrm>
              <a:off x="8606186" y="3608365"/>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148"/>
            <p:cNvSpPr/>
            <p:nvPr/>
          </p:nvSpPr>
          <p:spPr>
            <a:xfrm>
              <a:off x="8566430" y="3568608"/>
              <a:ext cx="79551" cy="562883"/>
            </a:xfrm>
            <a:custGeom>
              <a:rect b="b" l="l" r="r" t="t"/>
              <a:pathLst>
                <a:path extrusionOk="0" h="14470" w="2045">
                  <a:moveTo>
                    <a:pt x="1023" y="0"/>
                  </a:moveTo>
                  <a:cubicBezTo>
                    <a:pt x="369" y="0"/>
                    <a:pt x="1" y="327"/>
                    <a:pt x="1" y="1022"/>
                  </a:cubicBezTo>
                  <a:lnTo>
                    <a:pt x="1" y="13448"/>
                  </a:lnTo>
                  <a:cubicBezTo>
                    <a:pt x="1" y="13979"/>
                    <a:pt x="369" y="14470"/>
                    <a:pt x="1023" y="14470"/>
                  </a:cubicBezTo>
                  <a:cubicBezTo>
                    <a:pt x="1554" y="14470"/>
                    <a:pt x="2044" y="13979"/>
                    <a:pt x="2044" y="13448"/>
                  </a:cubicBezTo>
                  <a:lnTo>
                    <a:pt x="2044" y="1022"/>
                  </a:lnTo>
                  <a:cubicBezTo>
                    <a:pt x="2044" y="327"/>
                    <a:pt x="1554" y="0"/>
                    <a:pt x="1023" y="0"/>
                  </a:cubicBezTo>
                  <a:close/>
                </a:path>
              </a:pathLst>
            </a:custGeom>
            <a:solidFill>
              <a:schemeClr val="accent1">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148"/>
            <p:cNvSpPr/>
            <p:nvPr/>
          </p:nvSpPr>
          <p:spPr>
            <a:xfrm>
              <a:off x="8798589" y="3873900"/>
              <a:ext cx="39" cy="483371"/>
            </a:xfrm>
            <a:custGeom>
              <a:rect b="b" l="l" r="r" t="t"/>
              <a:pathLst>
                <a:path extrusionOk="0" h="12426" w="1">
                  <a:moveTo>
                    <a:pt x="0" y="0"/>
                  </a:moveTo>
                  <a:lnTo>
                    <a:pt x="0" y="124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148"/>
            <p:cNvSpPr/>
            <p:nvPr/>
          </p:nvSpPr>
          <p:spPr>
            <a:xfrm>
              <a:off x="8758832" y="3834144"/>
              <a:ext cx="79551" cy="562883"/>
            </a:xfrm>
            <a:custGeom>
              <a:rect b="b" l="l" r="r" t="t"/>
              <a:pathLst>
                <a:path extrusionOk="0" h="14470" w="2045">
                  <a:moveTo>
                    <a:pt x="1022" y="0"/>
                  </a:moveTo>
                  <a:cubicBezTo>
                    <a:pt x="532" y="0"/>
                    <a:pt x="0" y="491"/>
                    <a:pt x="0" y="1022"/>
                  </a:cubicBezTo>
                  <a:lnTo>
                    <a:pt x="0" y="13448"/>
                  </a:lnTo>
                  <a:cubicBezTo>
                    <a:pt x="0" y="14102"/>
                    <a:pt x="532" y="14470"/>
                    <a:pt x="1022" y="14470"/>
                  </a:cubicBezTo>
                  <a:cubicBezTo>
                    <a:pt x="1554" y="14470"/>
                    <a:pt x="2044" y="14102"/>
                    <a:pt x="2044" y="13448"/>
                  </a:cubicBezTo>
                  <a:lnTo>
                    <a:pt x="2044" y="1022"/>
                  </a:lnTo>
                  <a:cubicBezTo>
                    <a:pt x="2044" y="491"/>
                    <a:pt x="1554" y="0"/>
                    <a:pt x="1022" y="0"/>
                  </a:cubicBezTo>
                  <a:close/>
                </a:path>
              </a:pathLst>
            </a:custGeom>
            <a:solidFill>
              <a:schemeClr val="accent1">
                <a:alpha val="1215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148"/>
            <p:cNvSpPr/>
            <p:nvPr/>
          </p:nvSpPr>
          <p:spPr>
            <a:xfrm>
              <a:off x="7907551" y="-114309"/>
              <a:ext cx="1238654" cy="3139619"/>
            </a:xfrm>
            <a:custGeom>
              <a:rect b="b" l="l" r="r" t="t"/>
              <a:pathLst>
                <a:path extrusionOk="0" h="80710" w="31842">
                  <a:moveTo>
                    <a:pt x="3210" y="0"/>
                  </a:moveTo>
                  <a:cubicBezTo>
                    <a:pt x="2252" y="0"/>
                    <a:pt x="1348" y="293"/>
                    <a:pt x="818" y="992"/>
                  </a:cubicBezTo>
                  <a:cubicBezTo>
                    <a:pt x="164" y="1851"/>
                    <a:pt x="1" y="2873"/>
                    <a:pt x="1" y="3894"/>
                  </a:cubicBezTo>
                  <a:cubicBezTo>
                    <a:pt x="1" y="8677"/>
                    <a:pt x="4088" y="12928"/>
                    <a:pt x="3557" y="17710"/>
                  </a:cubicBezTo>
                  <a:cubicBezTo>
                    <a:pt x="3393" y="20408"/>
                    <a:pt x="1513" y="22983"/>
                    <a:pt x="1513" y="25680"/>
                  </a:cubicBezTo>
                  <a:cubicBezTo>
                    <a:pt x="1513" y="29768"/>
                    <a:pt x="5437" y="33038"/>
                    <a:pt x="6295" y="36921"/>
                  </a:cubicBezTo>
                  <a:cubicBezTo>
                    <a:pt x="7481" y="43420"/>
                    <a:pt x="655" y="50736"/>
                    <a:pt x="4579" y="56009"/>
                  </a:cubicBezTo>
                  <a:cubicBezTo>
                    <a:pt x="6295" y="58584"/>
                    <a:pt x="10219" y="59933"/>
                    <a:pt x="10383" y="62998"/>
                  </a:cubicBezTo>
                  <a:cubicBezTo>
                    <a:pt x="10546" y="65369"/>
                    <a:pt x="7971" y="67086"/>
                    <a:pt x="6786" y="69293"/>
                  </a:cubicBezTo>
                  <a:cubicBezTo>
                    <a:pt x="5273" y="71663"/>
                    <a:pt x="5437" y="74729"/>
                    <a:pt x="6786" y="77141"/>
                  </a:cubicBezTo>
                  <a:cubicBezTo>
                    <a:pt x="8254" y="79382"/>
                    <a:pt x="10929" y="80710"/>
                    <a:pt x="13496" y="80710"/>
                  </a:cubicBezTo>
                  <a:cubicBezTo>
                    <a:pt x="13644" y="80710"/>
                    <a:pt x="13792" y="80706"/>
                    <a:pt x="13939" y="80697"/>
                  </a:cubicBezTo>
                  <a:lnTo>
                    <a:pt x="22645" y="79838"/>
                  </a:lnTo>
                  <a:cubicBezTo>
                    <a:pt x="28245" y="79511"/>
                    <a:pt x="31842" y="71663"/>
                    <a:pt x="28245" y="67249"/>
                  </a:cubicBezTo>
                  <a:cubicBezTo>
                    <a:pt x="26569" y="65042"/>
                    <a:pt x="23503" y="63489"/>
                    <a:pt x="22645" y="60791"/>
                  </a:cubicBezTo>
                  <a:cubicBezTo>
                    <a:pt x="21623" y="56540"/>
                    <a:pt x="26732" y="52248"/>
                    <a:pt x="25016" y="48161"/>
                  </a:cubicBezTo>
                  <a:cubicBezTo>
                    <a:pt x="24321" y="46322"/>
                    <a:pt x="22277" y="45300"/>
                    <a:pt x="21092" y="43583"/>
                  </a:cubicBezTo>
                  <a:cubicBezTo>
                    <a:pt x="17863" y="39169"/>
                    <a:pt x="21787" y="32670"/>
                    <a:pt x="20601" y="27397"/>
                  </a:cubicBezTo>
                  <a:cubicBezTo>
                    <a:pt x="19743" y="22615"/>
                    <a:pt x="15124" y="19549"/>
                    <a:pt x="12917" y="15298"/>
                  </a:cubicBezTo>
                  <a:cubicBezTo>
                    <a:pt x="10383" y="10353"/>
                    <a:pt x="10546" y="3404"/>
                    <a:pt x="5764" y="665"/>
                  </a:cubicBezTo>
                  <a:cubicBezTo>
                    <a:pt x="5036" y="252"/>
                    <a:pt x="4100" y="0"/>
                    <a:pt x="3210"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148"/>
            <p:cNvSpPr/>
            <p:nvPr/>
          </p:nvSpPr>
          <p:spPr>
            <a:xfrm>
              <a:off x="8119015" y="89647"/>
              <a:ext cx="596298" cy="2776176"/>
            </a:xfrm>
            <a:custGeom>
              <a:rect b="b" l="l" r="r" t="t"/>
              <a:pathLst>
                <a:path extrusionOk="0" h="71367" w="15329">
                  <a:moveTo>
                    <a:pt x="328" y="0"/>
                  </a:moveTo>
                  <a:cubicBezTo>
                    <a:pt x="164" y="0"/>
                    <a:pt x="1" y="205"/>
                    <a:pt x="1" y="368"/>
                  </a:cubicBezTo>
                  <a:cubicBezTo>
                    <a:pt x="164" y="695"/>
                    <a:pt x="5805" y="23339"/>
                    <a:pt x="10219" y="43776"/>
                  </a:cubicBezTo>
                  <a:lnTo>
                    <a:pt x="10219" y="43776"/>
                  </a:lnTo>
                  <a:lnTo>
                    <a:pt x="4252" y="39525"/>
                  </a:lnTo>
                  <a:cubicBezTo>
                    <a:pt x="4252" y="39362"/>
                    <a:pt x="4088" y="39362"/>
                    <a:pt x="4088" y="39362"/>
                  </a:cubicBezTo>
                  <a:cubicBezTo>
                    <a:pt x="3925" y="39362"/>
                    <a:pt x="3925" y="39362"/>
                    <a:pt x="3925" y="39525"/>
                  </a:cubicBezTo>
                  <a:cubicBezTo>
                    <a:pt x="3761" y="39689"/>
                    <a:pt x="3761" y="39852"/>
                    <a:pt x="3925" y="40057"/>
                  </a:cubicBezTo>
                  <a:lnTo>
                    <a:pt x="10056" y="44471"/>
                  </a:lnTo>
                  <a:lnTo>
                    <a:pt x="10219" y="44635"/>
                  </a:lnTo>
                  <a:lnTo>
                    <a:pt x="10383" y="44635"/>
                  </a:lnTo>
                  <a:cubicBezTo>
                    <a:pt x="11568" y="50929"/>
                    <a:pt x="12754" y="57060"/>
                    <a:pt x="13612" y="62170"/>
                  </a:cubicBezTo>
                  <a:lnTo>
                    <a:pt x="8666" y="57060"/>
                  </a:lnTo>
                  <a:cubicBezTo>
                    <a:pt x="8666" y="56897"/>
                    <a:pt x="8503" y="56897"/>
                    <a:pt x="8503" y="56897"/>
                  </a:cubicBezTo>
                  <a:cubicBezTo>
                    <a:pt x="8339" y="56897"/>
                    <a:pt x="8339" y="56897"/>
                    <a:pt x="8176" y="57060"/>
                  </a:cubicBezTo>
                  <a:lnTo>
                    <a:pt x="8176" y="57428"/>
                  </a:lnTo>
                  <a:lnTo>
                    <a:pt x="13775" y="63355"/>
                  </a:lnTo>
                  <a:cubicBezTo>
                    <a:pt x="14307" y="66420"/>
                    <a:pt x="14634" y="69159"/>
                    <a:pt x="14797" y="71366"/>
                  </a:cubicBezTo>
                  <a:lnTo>
                    <a:pt x="15329" y="71366"/>
                  </a:lnTo>
                  <a:cubicBezTo>
                    <a:pt x="15329" y="69322"/>
                    <a:pt x="15002" y="66788"/>
                    <a:pt x="14470" y="64050"/>
                  </a:cubicBezTo>
                  <a:lnTo>
                    <a:pt x="14634" y="64050"/>
                  </a:lnTo>
                  <a:cubicBezTo>
                    <a:pt x="14634" y="64050"/>
                    <a:pt x="14797" y="64050"/>
                    <a:pt x="14797" y="63886"/>
                  </a:cubicBezTo>
                  <a:cubicBezTo>
                    <a:pt x="15002" y="63886"/>
                    <a:pt x="15002" y="63559"/>
                    <a:pt x="14797" y="63559"/>
                  </a:cubicBezTo>
                  <a:lnTo>
                    <a:pt x="14470" y="63028"/>
                  </a:lnTo>
                  <a:cubicBezTo>
                    <a:pt x="11078" y="41406"/>
                    <a:pt x="859" y="695"/>
                    <a:pt x="696" y="205"/>
                  </a:cubicBezTo>
                  <a:cubicBezTo>
                    <a:pt x="696" y="0"/>
                    <a:pt x="491" y="0"/>
                    <a:pt x="328"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148"/>
            <p:cNvSpPr/>
            <p:nvPr/>
          </p:nvSpPr>
          <p:spPr>
            <a:xfrm>
              <a:off x="8424307" y="938692"/>
              <a:ext cx="111332" cy="318046"/>
            </a:xfrm>
            <a:custGeom>
              <a:rect b="b" l="l" r="r" t="t"/>
              <a:pathLst>
                <a:path extrusionOk="0" h="8176" w="2862">
                  <a:moveTo>
                    <a:pt x="2535" y="1"/>
                  </a:moveTo>
                  <a:cubicBezTo>
                    <a:pt x="2371" y="1"/>
                    <a:pt x="2208" y="164"/>
                    <a:pt x="2208" y="328"/>
                  </a:cubicBezTo>
                  <a:lnTo>
                    <a:pt x="1" y="7808"/>
                  </a:lnTo>
                  <a:cubicBezTo>
                    <a:pt x="1" y="8012"/>
                    <a:pt x="1" y="8176"/>
                    <a:pt x="164" y="8176"/>
                  </a:cubicBezTo>
                  <a:lnTo>
                    <a:pt x="328" y="8176"/>
                  </a:lnTo>
                  <a:cubicBezTo>
                    <a:pt x="491" y="8176"/>
                    <a:pt x="491" y="8176"/>
                    <a:pt x="655" y="8012"/>
                  </a:cubicBezTo>
                  <a:lnTo>
                    <a:pt x="2862" y="491"/>
                  </a:lnTo>
                  <a:cubicBezTo>
                    <a:pt x="2862" y="328"/>
                    <a:pt x="2698" y="164"/>
                    <a:pt x="2535"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148"/>
            <p:cNvSpPr/>
            <p:nvPr/>
          </p:nvSpPr>
          <p:spPr>
            <a:xfrm>
              <a:off x="8788417" y="298310"/>
              <a:ext cx="1027193" cy="2682583"/>
            </a:xfrm>
            <a:custGeom>
              <a:rect b="b" l="l" r="r" t="t"/>
              <a:pathLst>
                <a:path extrusionOk="0" h="68961" w="26406">
                  <a:moveTo>
                    <a:pt x="18871" y="0"/>
                  </a:moveTo>
                  <a:cubicBezTo>
                    <a:pt x="18467" y="0"/>
                    <a:pt x="18069" y="86"/>
                    <a:pt x="17699" y="277"/>
                  </a:cubicBezTo>
                  <a:cubicBezTo>
                    <a:pt x="17004" y="604"/>
                    <a:pt x="16514" y="1462"/>
                    <a:pt x="16187" y="2321"/>
                  </a:cubicBezTo>
                  <a:cubicBezTo>
                    <a:pt x="14961" y="6081"/>
                    <a:pt x="16841" y="10495"/>
                    <a:pt x="15165" y="14256"/>
                  </a:cubicBezTo>
                  <a:cubicBezTo>
                    <a:pt x="14143" y="16299"/>
                    <a:pt x="12100" y="17648"/>
                    <a:pt x="11241" y="19856"/>
                  </a:cubicBezTo>
                  <a:cubicBezTo>
                    <a:pt x="10056" y="23085"/>
                    <a:pt x="12263" y="26845"/>
                    <a:pt x="11568" y="30237"/>
                  </a:cubicBezTo>
                  <a:cubicBezTo>
                    <a:pt x="10710" y="35715"/>
                    <a:pt x="3230" y="39434"/>
                    <a:pt x="4742" y="44707"/>
                  </a:cubicBezTo>
                  <a:cubicBezTo>
                    <a:pt x="5437" y="47282"/>
                    <a:pt x="8176" y="49326"/>
                    <a:pt x="7317" y="51696"/>
                  </a:cubicBezTo>
                  <a:cubicBezTo>
                    <a:pt x="6786" y="53740"/>
                    <a:pt x="4415" y="54435"/>
                    <a:pt x="2699" y="55784"/>
                  </a:cubicBezTo>
                  <a:cubicBezTo>
                    <a:pt x="859" y="57173"/>
                    <a:pt x="1" y="59708"/>
                    <a:pt x="491" y="62078"/>
                  </a:cubicBezTo>
                  <a:cubicBezTo>
                    <a:pt x="1023" y="64326"/>
                    <a:pt x="2903" y="66166"/>
                    <a:pt x="5110" y="66861"/>
                  </a:cubicBezTo>
                  <a:lnTo>
                    <a:pt x="12263" y="68741"/>
                  </a:lnTo>
                  <a:cubicBezTo>
                    <a:pt x="12754" y="68891"/>
                    <a:pt x="13251" y="68961"/>
                    <a:pt x="13745" y="68961"/>
                  </a:cubicBezTo>
                  <a:cubicBezTo>
                    <a:pt x="17699" y="68961"/>
                    <a:pt x="21473" y="64472"/>
                    <a:pt x="20274" y="60402"/>
                  </a:cubicBezTo>
                  <a:cubicBezTo>
                    <a:pt x="19580" y="58195"/>
                    <a:pt x="17536" y="56152"/>
                    <a:pt x="17699" y="53577"/>
                  </a:cubicBezTo>
                  <a:cubicBezTo>
                    <a:pt x="18026" y="50020"/>
                    <a:pt x="23340" y="48140"/>
                    <a:pt x="23136" y="44380"/>
                  </a:cubicBezTo>
                  <a:cubicBezTo>
                    <a:pt x="23136" y="42663"/>
                    <a:pt x="21787" y="41314"/>
                    <a:pt x="21460" y="39598"/>
                  </a:cubicBezTo>
                  <a:cubicBezTo>
                    <a:pt x="20070" y="35183"/>
                    <a:pt x="25016" y="31259"/>
                    <a:pt x="25711" y="26681"/>
                  </a:cubicBezTo>
                  <a:cubicBezTo>
                    <a:pt x="26406" y="22758"/>
                    <a:pt x="23667" y="18997"/>
                    <a:pt x="23340" y="14910"/>
                  </a:cubicBezTo>
                  <a:cubicBezTo>
                    <a:pt x="22645" y="10332"/>
                    <a:pt x="24852" y="4855"/>
                    <a:pt x="21787" y="1462"/>
                  </a:cubicBezTo>
                  <a:cubicBezTo>
                    <a:pt x="21045" y="602"/>
                    <a:pt x="19938" y="0"/>
                    <a:pt x="18871" y="0"/>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148"/>
            <p:cNvSpPr/>
            <p:nvPr/>
          </p:nvSpPr>
          <p:spPr>
            <a:xfrm>
              <a:off x="9179562" y="495109"/>
              <a:ext cx="410278" cy="2370722"/>
            </a:xfrm>
            <a:custGeom>
              <a:rect b="b" l="l" r="r" t="t"/>
              <a:pathLst>
                <a:path extrusionOk="0" h="60944" w="10547">
                  <a:moveTo>
                    <a:pt x="10383" y="0"/>
                  </a:moveTo>
                  <a:cubicBezTo>
                    <a:pt x="10219" y="0"/>
                    <a:pt x="10015" y="0"/>
                    <a:pt x="10015" y="164"/>
                  </a:cubicBezTo>
                  <a:cubicBezTo>
                    <a:pt x="10015" y="491"/>
                    <a:pt x="7971" y="19906"/>
                    <a:pt x="5437" y="37277"/>
                  </a:cubicBezTo>
                  <a:lnTo>
                    <a:pt x="2045" y="32168"/>
                  </a:lnTo>
                  <a:cubicBezTo>
                    <a:pt x="2045" y="32168"/>
                    <a:pt x="2045" y="32004"/>
                    <a:pt x="1840" y="32004"/>
                  </a:cubicBezTo>
                  <a:lnTo>
                    <a:pt x="1677" y="32168"/>
                  </a:lnTo>
                  <a:cubicBezTo>
                    <a:pt x="1677" y="32168"/>
                    <a:pt x="1513" y="32331"/>
                    <a:pt x="1677" y="32495"/>
                  </a:cubicBezTo>
                  <a:lnTo>
                    <a:pt x="5274" y="37972"/>
                  </a:lnTo>
                  <a:lnTo>
                    <a:pt x="5437" y="37972"/>
                  </a:lnTo>
                  <a:cubicBezTo>
                    <a:pt x="4579" y="43408"/>
                    <a:pt x="3720" y="48518"/>
                    <a:pt x="2862" y="52768"/>
                  </a:cubicBezTo>
                  <a:lnTo>
                    <a:pt x="491" y="47332"/>
                  </a:lnTo>
                  <a:cubicBezTo>
                    <a:pt x="491" y="47169"/>
                    <a:pt x="328" y="47169"/>
                    <a:pt x="328" y="47169"/>
                  </a:cubicBezTo>
                  <a:lnTo>
                    <a:pt x="164" y="47169"/>
                  </a:lnTo>
                  <a:cubicBezTo>
                    <a:pt x="1" y="47169"/>
                    <a:pt x="1" y="47332"/>
                    <a:pt x="1" y="47496"/>
                  </a:cubicBezTo>
                  <a:lnTo>
                    <a:pt x="2699" y="53790"/>
                  </a:lnTo>
                  <a:cubicBezTo>
                    <a:pt x="2208" y="56692"/>
                    <a:pt x="1513" y="59063"/>
                    <a:pt x="1023" y="60943"/>
                  </a:cubicBezTo>
                  <a:lnTo>
                    <a:pt x="1513" y="60943"/>
                  </a:lnTo>
                  <a:cubicBezTo>
                    <a:pt x="2045" y="59267"/>
                    <a:pt x="2535" y="57019"/>
                    <a:pt x="3066" y="54485"/>
                  </a:cubicBezTo>
                  <a:lnTo>
                    <a:pt x="3393" y="54485"/>
                  </a:lnTo>
                  <a:cubicBezTo>
                    <a:pt x="3393" y="54485"/>
                    <a:pt x="3557" y="54322"/>
                    <a:pt x="3393" y="54158"/>
                  </a:cubicBezTo>
                  <a:lnTo>
                    <a:pt x="3230" y="53627"/>
                  </a:lnTo>
                  <a:cubicBezTo>
                    <a:pt x="6786" y="35560"/>
                    <a:pt x="10546" y="654"/>
                    <a:pt x="10546" y="164"/>
                  </a:cubicBezTo>
                  <a:cubicBezTo>
                    <a:pt x="10546" y="164"/>
                    <a:pt x="10546" y="0"/>
                    <a:pt x="10383"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148"/>
            <p:cNvSpPr/>
            <p:nvPr/>
          </p:nvSpPr>
          <p:spPr>
            <a:xfrm>
              <a:off x="9476919" y="1275805"/>
              <a:ext cx="179718" cy="225815"/>
            </a:xfrm>
            <a:custGeom>
              <a:rect b="b" l="l" r="r" t="t"/>
              <a:pathLst>
                <a:path extrusionOk="0" h="5805" w="4620">
                  <a:moveTo>
                    <a:pt x="4251" y="0"/>
                  </a:moveTo>
                  <a:cubicBezTo>
                    <a:pt x="4088" y="0"/>
                    <a:pt x="4088" y="0"/>
                    <a:pt x="4088" y="164"/>
                  </a:cubicBezTo>
                  <a:lnTo>
                    <a:pt x="0" y="5477"/>
                  </a:lnTo>
                  <a:cubicBezTo>
                    <a:pt x="0" y="5477"/>
                    <a:pt x="0" y="5641"/>
                    <a:pt x="164" y="5804"/>
                  </a:cubicBezTo>
                  <a:lnTo>
                    <a:pt x="532" y="5804"/>
                  </a:lnTo>
                  <a:lnTo>
                    <a:pt x="4415" y="368"/>
                  </a:lnTo>
                  <a:cubicBezTo>
                    <a:pt x="4619" y="368"/>
                    <a:pt x="4415" y="164"/>
                    <a:pt x="4415"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148"/>
            <p:cNvSpPr/>
            <p:nvPr/>
          </p:nvSpPr>
          <p:spPr>
            <a:xfrm>
              <a:off x="8106294" y="2865830"/>
              <a:ext cx="1510565" cy="1636134"/>
            </a:xfrm>
            <a:custGeom>
              <a:rect b="b" l="l" r="r" t="t"/>
              <a:pathLst>
                <a:path extrusionOk="0" h="42060" w="38832">
                  <a:moveTo>
                    <a:pt x="1" y="0"/>
                  </a:moveTo>
                  <a:lnTo>
                    <a:pt x="5437" y="42059"/>
                  </a:lnTo>
                  <a:lnTo>
                    <a:pt x="34744" y="42059"/>
                  </a:lnTo>
                  <a:lnTo>
                    <a:pt x="38831" y="0"/>
                  </a:lnTo>
                  <a:close/>
                </a:path>
              </a:pathLst>
            </a:cu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p148"/>
            <p:cNvSpPr/>
            <p:nvPr/>
          </p:nvSpPr>
          <p:spPr>
            <a:xfrm>
              <a:off x="8522881" y="3144086"/>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148"/>
            <p:cNvSpPr/>
            <p:nvPr/>
          </p:nvSpPr>
          <p:spPr>
            <a:xfrm>
              <a:off x="8483163" y="3104329"/>
              <a:ext cx="79512" cy="562883"/>
            </a:xfrm>
            <a:custGeom>
              <a:rect b="b" l="l" r="r" t="t"/>
              <a:pathLst>
                <a:path extrusionOk="0" h="14470" w="2044">
                  <a:moveTo>
                    <a:pt x="1022" y="0"/>
                  </a:moveTo>
                  <a:cubicBezTo>
                    <a:pt x="327" y="0"/>
                    <a:pt x="0" y="368"/>
                    <a:pt x="0" y="1022"/>
                  </a:cubicBezTo>
                  <a:lnTo>
                    <a:pt x="0" y="13448"/>
                  </a:lnTo>
                  <a:cubicBezTo>
                    <a:pt x="0" y="13979"/>
                    <a:pt x="327" y="14470"/>
                    <a:pt x="1022" y="14470"/>
                  </a:cubicBezTo>
                  <a:cubicBezTo>
                    <a:pt x="1553" y="14470"/>
                    <a:pt x="2044" y="13979"/>
                    <a:pt x="2044" y="13448"/>
                  </a:cubicBezTo>
                  <a:lnTo>
                    <a:pt x="2044" y="1022"/>
                  </a:lnTo>
                  <a:cubicBezTo>
                    <a:pt x="2044" y="368"/>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148"/>
            <p:cNvSpPr/>
            <p:nvPr/>
          </p:nvSpPr>
          <p:spPr>
            <a:xfrm>
              <a:off x="9139845" y="3031196"/>
              <a:ext cx="79512" cy="564478"/>
            </a:xfrm>
            <a:custGeom>
              <a:rect b="b" l="l" r="r" t="t"/>
              <a:pathLst>
                <a:path extrusionOk="0" h="14511" w="2044">
                  <a:moveTo>
                    <a:pt x="1022" y="0"/>
                  </a:moveTo>
                  <a:cubicBezTo>
                    <a:pt x="491" y="0"/>
                    <a:pt x="0" y="368"/>
                    <a:pt x="0" y="1022"/>
                  </a:cubicBezTo>
                  <a:lnTo>
                    <a:pt x="0" y="13488"/>
                  </a:lnTo>
                  <a:cubicBezTo>
                    <a:pt x="0" y="13979"/>
                    <a:pt x="491" y="14510"/>
                    <a:pt x="1022" y="14510"/>
                  </a:cubicBezTo>
                  <a:cubicBezTo>
                    <a:pt x="1512" y="14510"/>
                    <a:pt x="2044" y="13979"/>
                    <a:pt x="2044" y="13488"/>
                  </a:cubicBezTo>
                  <a:lnTo>
                    <a:pt x="2044" y="1022"/>
                  </a:lnTo>
                  <a:cubicBezTo>
                    <a:pt x="2044" y="368"/>
                    <a:pt x="1512"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148"/>
            <p:cNvSpPr/>
            <p:nvPr/>
          </p:nvSpPr>
          <p:spPr>
            <a:xfrm>
              <a:off x="8993540" y="3323729"/>
              <a:ext cx="79551" cy="562922"/>
            </a:xfrm>
            <a:custGeom>
              <a:rect b="b" l="l" r="r" t="t"/>
              <a:pathLst>
                <a:path extrusionOk="0" h="14471" w="2045">
                  <a:moveTo>
                    <a:pt x="1022" y="1"/>
                  </a:moveTo>
                  <a:cubicBezTo>
                    <a:pt x="491" y="1"/>
                    <a:pt x="1" y="328"/>
                    <a:pt x="1" y="1023"/>
                  </a:cubicBezTo>
                  <a:lnTo>
                    <a:pt x="1" y="13448"/>
                  </a:lnTo>
                  <a:cubicBezTo>
                    <a:pt x="1" y="14143"/>
                    <a:pt x="491" y="14470"/>
                    <a:pt x="1022" y="14470"/>
                  </a:cubicBezTo>
                  <a:cubicBezTo>
                    <a:pt x="1513" y="14470"/>
                    <a:pt x="2044" y="14143"/>
                    <a:pt x="2044" y="13448"/>
                  </a:cubicBezTo>
                  <a:lnTo>
                    <a:pt x="2044" y="1023"/>
                  </a:lnTo>
                  <a:cubicBezTo>
                    <a:pt x="2044" y="328"/>
                    <a:pt x="1513" y="1"/>
                    <a:pt x="1022"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148"/>
            <p:cNvSpPr/>
            <p:nvPr/>
          </p:nvSpPr>
          <p:spPr>
            <a:xfrm>
              <a:off x="9165286" y="3733975"/>
              <a:ext cx="79512" cy="569263"/>
            </a:xfrm>
            <a:custGeom>
              <a:rect b="b" l="l" r="r" t="t"/>
              <a:pathLst>
                <a:path extrusionOk="0" h="14634" w="2044">
                  <a:moveTo>
                    <a:pt x="1022" y="0"/>
                  </a:moveTo>
                  <a:cubicBezTo>
                    <a:pt x="368" y="0"/>
                    <a:pt x="0" y="532"/>
                    <a:pt x="0" y="1022"/>
                  </a:cubicBezTo>
                  <a:lnTo>
                    <a:pt x="0" y="13611"/>
                  </a:lnTo>
                  <a:cubicBezTo>
                    <a:pt x="0" y="14143"/>
                    <a:pt x="368" y="14633"/>
                    <a:pt x="1022" y="14633"/>
                  </a:cubicBezTo>
                  <a:cubicBezTo>
                    <a:pt x="1553" y="14633"/>
                    <a:pt x="2044" y="14143"/>
                    <a:pt x="2044" y="13611"/>
                  </a:cubicBezTo>
                  <a:lnTo>
                    <a:pt x="2044" y="1022"/>
                  </a:lnTo>
                  <a:cubicBezTo>
                    <a:pt x="2044" y="532"/>
                    <a:pt x="1553" y="0"/>
                    <a:pt x="1022"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97" name="Google Shape;897;p148"/>
          <p:cNvSpPr/>
          <p:nvPr/>
        </p:nvSpPr>
        <p:spPr>
          <a:xfrm flipH="1">
            <a:off x="6758010" y="467505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8" name="Google Shape;898;p148"/>
          <p:cNvGrpSpPr/>
          <p:nvPr/>
        </p:nvGrpSpPr>
        <p:grpSpPr>
          <a:xfrm flipH="1">
            <a:off x="8014662" y="457200"/>
            <a:ext cx="1473983" cy="2698089"/>
            <a:chOff x="365696" y="228600"/>
            <a:chExt cx="1473983" cy="2698089"/>
          </a:xfrm>
        </p:grpSpPr>
        <p:grpSp>
          <p:nvGrpSpPr>
            <p:cNvPr id="899" name="Google Shape;899;p148"/>
            <p:cNvGrpSpPr/>
            <p:nvPr/>
          </p:nvGrpSpPr>
          <p:grpSpPr>
            <a:xfrm flipH="1" rot="-617154">
              <a:off x="575967" y="402323"/>
              <a:ext cx="1053440" cy="2450002"/>
              <a:chOff x="3817855" y="1437512"/>
              <a:chExt cx="541146" cy="1128254"/>
            </a:xfrm>
          </p:grpSpPr>
          <p:sp>
            <p:nvSpPr>
              <p:cNvPr id="900" name="Google Shape;900;p148"/>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148"/>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2" name="Google Shape;902;p148"/>
            <p:cNvSpPr/>
            <p:nvPr/>
          </p:nvSpPr>
          <p:spPr>
            <a:xfrm>
              <a:off x="1419225" y="228600"/>
              <a:ext cx="142800" cy="142800"/>
            </a:xfrm>
            <a:prstGeom prst="ellipse">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_1">
    <p:spTree>
      <p:nvGrpSpPr>
        <p:cNvPr id="903" name="Shape 903"/>
        <p:cNvGrpSpPr/>
        <p:nvPr/>
      </p:nvGrpSpPr>
      <p:grpSpPr>
        <a:xfrm>
          <a:off x="0" y="0"/>
          <a:ext cx="0" cy="0"/>
          <a:chOff x="0" y="0"/>
          <a:chExt cx="0" cy="0"/>
        </a:xfrm>
      </p:grpSpPr>
      <p:grpSp>
        <p:nvGrpSpPr>
          <p:cNvPr id="904" name="Google Shape;904;p149"/>
          <p:cNvGrpSpPr/>
          <p:nvPr/>
        </p:nvGrpSpPr>
        <p:grpSpPr>
          <a:xfrm flipH="1">
            <a:off x="-24431" y="-6"/>
            <a:ext cx="9169628" cy="5143519"/>
            <a:chOff x="-1204" y="-6"/>
            <a:chExt cx="9169628" cy="5143519"/>
          </a:xfrm>
        </p:grpSpPr>
        <p:sp>
          <p:nvSpPr>
            <p:cNvPr id="905" name="Google Shape;905;p149"/>
            <p:cNvSpPr/>
            <p:nvPr/>
          </p:nvSpPr>
          <p:spPr>
            <a:xfrm>
              <a:off x="319050" y="283350"/>
              <a:ext cx="8505900" cy="45768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6" name="Google Shape;906;p149"/>
            <p:cNvSpPr/>
            <p:nvPr/>
          </p:nvSpPr>
          <p:spPr>
            <a:xfrm>
              <a:off x="7144668" y="0"/>
              <a:ext cx="1600279" cy="120848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149"/>
            <p:cNvSpPr/>
            <p:nvPr/>
          </p:nvSpPr>
          <p:spPr>
            <a:xfrm>
              <a:off x="6578703" y="-6"/>
              <a:ext cx="1250846" cy="93763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8" name="Google Shape;908;p149"/>
            <p:cNvSpPr/>
            <p:nvPr/>
          </p:nvSpPr>
          <p:spPr>
            <a:xfrm>
              <a:off x="743289" y="3878776"/>
              <a:ext cx="1664900" cy="1264737"/>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p149"/>
            <p:cNvSpPr/>
            <p:nvPr/>
          </p:nvSpPr>
          <p:spPr>
            <a:xfrm rot="10800000">
              <a:off x="-1204" y="3670093"/>
              <a:ext cx="1135497" cy="106700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149"/>
            <p:cNvSpPr/>
            <p:nvPr/>
          </p:nvSpPr>
          <p:spPr>
            <a:xfrm>
              <a:off x="7972342" y="1228724"/>
              <a:ext cx="1196082" cy="113470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lt2">
                <a:alpha val="50196"/>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1" name="Google Shape;911;p149"/>
          <p:cNvGrpSpPr/>
          <p:nvPr/>
        </p:nvGrpSpPr>
        <p:grpSpPr>
          <a:xfrm>
            <a:off x="4281415" y="75177"/>
            <a:ext cx="581170" cy="125403"/>
            <a:chOff x="4685288" y="186288"/>
            <a:chExt cx="419375" cy="90485"/>
          </a:xfrm>
        </p:grpSpPr>
        <p:sp>
          <p:nvSpPr>
            <p:cNvPr id="912" name="Google Shape;912;p149"/>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13" name="Google Shape;913;p149"/>
            <p:cNvGrpSpPr/>
            <p:nvPr/>
          </p:nvGrpSpPr>
          <p:grpSpPr>
            <a:xfrm>
              <a:off x="4685288" y="186300"/>
              <a:ext cx="419375" cy="90473"/>
              <a:chOff x="4390000" y="182175"/>
              <a:chExt cx="419375" cy="90473"/>
            </a:xfrm>
          </p:grpSpPr>
          <p:sp>
            <p:nvSpPr>
              <p:cNvPr id="914" name="Google Shape;914;p149"/>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p149"/>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916" name="Google Shape;916;p149"/>
          <p:cNvGrpSpPr/>
          <p:nvPr/>
        </p:nvGrpSpPr>
        <p:grpSpPr>
          <a:xfrm rot="-1102275">
            <a:off x="239301" y="2899434"/>
            <a:ext cx="541146" cy="2225370"/>
            <a:chOff x="871338" y="1945155"/>
            <a:chExt cx="247109" cy="1016148"/>
          </a:xfrm>
        </p:grpSpPr>
        <p:sp>
          <p:nvSpPr>
            <p:cNvPr id="917" name="Google Shape;917;p149"/>
            <p:cNvSpPr/>
            <p:nvPr/>
          </p:nvSpPr>
          <p:spPr>
            <a:xfrm>
              <a:off x="1017893" y="2858365"/>
              <a:ext cx="100554" cy="102938"/>
            </a:xfrm>
            <a:custGeom>
              <a:rect b="b" l="l" r="r" t="t"/>
              <a:pathLst>
                <a:path extrusionOk="0" h="5440" w="5314">
                  <a:moveTo>
                    <a:pt x="2707" y="0"/>
                  </a:moveTo>
                  <a:cubicBezTo>
                    <a:pt x="1253" y="0"/>
                    <a:pt x="0" y="1254"/>
                    <a:pt x="0" y="2707"/>
                  </a:cubicBezTo>
                  <a:cubicBezTo>
                    <a:pt x="0" y="4186"/>
                    <a:pt x="1253" y="5439"/>
                    <a:pt x="2707" y="5439"/>
                  </a:cubicBezTo>
                  <a:cubicBezTo>
                    <a:pt x="4161" y="5439"/>
                    <a:pt x="5314" y="4186"/>
                    <a:pt x="5314" y="2707"/>
                  </a:cubicBezTo>
                  <a:cubicBezTo>
                    <a:pt x="5314" y="1254"/>
                    <a:pt x="4161" y="0"/>
                    <a:pt x="270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149"/>
            <p:cNvSpPr/>
            <p:nvPr/>
          </p:nvSpPr>
          <p:spPr>
            <a:xfrm>
              <a:off x="871338" y="2075844"/>
              <a:ext cx="215338" cy="853670"/>
            </a:xfrm>
            <a:custGeom>
              <a:rect b="b" l="l" r="r" t="t"/>
              <a:pathLst>
                <a:path extrusionOk="0" h="45114" w="11380">
                  <a:moveTo>
                    <a:pt x="6066" y="1"/>
                  </a:moveTo>
                  <a:cubicBezTo>
                    <a:pt x="2206" y="5640"/>
                    <a:pt x="1" y="12332"/>
                    <a:pt x="1" y="19625"/>
                  </a:cubicBezTo>
                  <a:cubicBezTo>
                    <a:pt x="1" y="29650"/>
                    <a:pt x="4287" y="38748"/>
                    <a:pt x="11079" y="45114"/>
                  </a:cubicBezTo>
                  <a:lnTo>
                    <a:pt x="11379" y="44813"/>
                  </a:lnTo>
                  <a:cubicBezTo>
                    <a:pt x="4612" y="38547"/>
                    <a:pt x="427" y="29550"/>
                    <a:pt x="427" y="19625"/>
                  </a:cubicBezTo>
                  <a:cubicBezTo>
                    <a:pt x="427" y="12432"/>
                    <a:pt x="2607" y="5740"/>
                    <a:pt x="6367" y="201"/>
                  </a:cubicBezTo>
                  <a:lnTo>
                    <a:pt x="6066"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9" name="Google Shape;919;p149"/>
            <p:cNvSpPr/>
            <p:nvPr/>
          </p:nvSpPr>
          <p:spPr>
            <a:xfrm>
              <a:off x="1051083" y="1945155"/>
              <a:ext cx="67364" cy="51242"/>
            </a:xfrm>
            <a:custGeom>
              <a:rect b="b" l="l" r="r" t="t"/>
              <a:pathLst>
                <a:path extrusionOk="0" h="2708" w="3560">
                  <a:moveTo>
                    <a:pt x="1780" y="1"/>
                  </a:moveTo>
                  <a:cubicBezTo>
                    <a:pt x="1" y="1"/>
                    <a:pt x="1" y="2708"/>
                    <a:pt x="1780" y="2708"/>
                  </a:cubicBezTo>
                  <a:cubicBezTo>
                    <a:pt x="3459" y="2708"/>
                    <a:pt x="3560" y="1"/>
                    <a:pt x="178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20" name="Google Shape;920;p149"/>
          <p:cNvSpPr/>
          <p:nvPr/>
        </p:nvSpPr>
        <p:spPr>
          <a:xfrm>
            <a:off x="7683774" y="926546"/>
            <a:ext cx="1629891" cy="217696"/>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MAIN_POINT_1">
    <p:bg>
      <p:bgPr>
        <a:solidFill>
          <a:schemeClr val="accent2"/>
        </a:solidFill>
      </p:bgPr>
    </p:bg>
    <p:spTree>
      <p:nvGrpSpPr>
        <p:cNvPr id="921" name="Shape 921"/>
        <p:cNvGrpSpPr/>
        <p:nvPr/>
      </p:nvGrpSpPr>
      <p:grpSpPr>
        <a:xfrm>
          <a:off x="0" y="0"/>
          <a:ext cx="0" cy="0"/>
          <a:chOff x="0" y="0"/>
          <a:chExt cx="0" cy="0"/>
        </a:xfrm>
      </p:grpSpPr>
      <p:grpSp>
        <p:nvGrpSpPr>
          <p:cNvPr id="922" name="Google Shape;922;p150"/>
          <p:cNvGrpSpPr/>
          <p:nvPr/>
        </p:nvGrpSpPr>
        <p:grpSpPr>
          <a:xfrm>
            <a:off x="319043" y="283350"/>
            <a:ext cx="8505900" cy="4576800"/>
            <a:chOff x="319043" y="283350"/>
            <a:chExt cx="8505900" cy="4576800"/>
          </a:xfrm>
        </p:grpSpPr>
        <p:sp>
          <p:nvSpPr>
            <p:cNvPr id="923" name="Google Shape;923;p150"/>
            <p:cNvSpPr/>
            <p:nvPr/>
          </p:nvSpPr>
          <p:spPr>
            <a:xfrm flipH="1">
              <a:off x="319043" y="283350"/>
              <a:ext cx="8505900" cy="45768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150"/>
            <p:cNvSpPr/>
            <p:nvPr/>
          </p:nvSpPr>
          <p:spPr>
            <a:xfrm flipH="1" rot="10800000">
              <a:off x="694692" y="580875"/>
              <a:ext cx="7754700" cy="3981600"/>
            </a:xfrm>
            <a:prstGeom prst="roundRect">
              <a:avLst>
                <a:gd fmla="val 3396" name="adj"/>
              </a:avLst>
            </a:pr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5" name="Google Shape;925;p150"/>
            <p:cNvSpPr/>
            <p:nvPr/>
          </p:nvSpPr>
          <p:spPr>
            <a:xfrm flipH="1">
              <a:off x="1289186" y="298550"/>
              <a:ext cx="1611114" cy="1202094"/>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150"/>
            <p:cNvSpPr/>
            <p:nvPr/>
          </p:nvSpPr>
          <p:spPr>
            <a:xfrm flipH="1">
              <a:off x="2162181" y="298550"/>
              <a:ext cx="1348069" cy="995345"/>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150"/>
            <p:cNvSpPr/>
            <p:nvPr/>
          </p:nvSpPr>
          <p:spPr>
            <a:xfrm rot="10800000">
              <a:off x="5767286" y="3636168"/>
              <a:ext cx="1611114" cy="1209957"/>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8" name="Google Shape;928;p150"/>
            <p:cNvSpPr/>
            <p:nvPr/>
          </p:nvSpPr>
          <p:spPr>
            <a:xfrm rot="10800000">
              <a:off x="6640281" y="3842942"/>
              <a:ext cx="1348069" cy="100435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29" name="Google Shape;929;p150"/>
          <p:cNvGrpSpPr/>
          <p:nvPr/>
        </p:nvGrpSpPr>
        <p:grpSpPr>
          <a:xfrm>
            <a:off x="4281415" y="375214"/>
            <a:ext cx="581170" cy="125403"/>
            <a:chOff x="4685288" y="186288"/>
            <a:chExt cx="419375" cy="90485"/>
          </a:xfrm>
        </p:grpSpPr>
        <p:sp>
          <p:nvSpPr>
            <p:cNvPr id="930" name="Google Shape;930;p150"/>
            <p:cNvSpPr/>
            <p:nvPr/>
          </p:nvSpPr>
          <p:spPr>
            <a:xfrm>
              <a:off x="4687513" y="186288"/>
              <a:ext cx="414900" cy="82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31" name="Google Shape;931;p150"/>
            <p:cNvGrpSpPr/>
            <p:nvPr/>
          </p:nvGrpSpPr>
          <p:grpSpPr>
            <a:xfrm>
              <a:off x="4685288" y="186300"/>
              <a:ext cx="419375" cy="90473"/>
              <a:chOff x="4390000" y="182175"/>
              <a:chExt cx="419375" cy="90473"/>
            </a:xfrm>
          </p:grpSpPr>
          <p:sp>
            <p:nvSpPr>
              <p:cNvPr id="932" name="Google Shape;932;p150"/>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3" name="Google Shape;933;p150"/>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1"/>
        </a:solidFill>
      </p:bgPr>
    </p:bg>
    <p:spTree>
      <p:nvGrpSpPr>
        <p:cNvPr id="5" name="Shape 5"/>
        <p:cNvGrpSpPr/>
        <p:nvPr/>
      </p:nvGrpSpPr>
      <p:grpSpPr>
        <a:xfrm>
          <a:off x="0" y="0"/>
          <a:ext cx="0" cy="0"/>
          <a:chOff x="0" y="0"/>
          <a:chExt cx="0" cy="0"/>
        </a:xfrm>
      </p:grpSpPr>
      <p:sp>
        <p:nvSpPr>
          <p:cNvPr id="6" name="Google Shape;6;p9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5"/>
              </a:buClr>
              <a:buSzPts val="2800"/>
              <a:buFont typeface="Aldrich"/>
              <a:buNone/>
              <a:defRPr b="0" i="0" sz="2800" u="none" cap="none" strike="noStrike">
                <a:solidFill>
                  <a:schemeClr val="accent5"/>
                </a:solidFill>
                <a:latin typeface="Aldrich"/>
                <a:ea typeface="Aldrich"/>
                <a:cs typeface="Aldrich"/>
                <a:sym typeface="Aldrich"/>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9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accent5"/>
              </a:buClr>
              <a:buSzPts val="1800"/>
              <a:buFont typeface="Didact Gothic"/>
              <a:buChar char="●"/>
              <a:defRPr b="0" i="0" sz="1800" u="none" cap="none" strike="noStrike">
                <a:solidFill>
                  <a:schemeClr val="accent5"/>
                </a:solidFill>
                <a:latin typeface="Didact Gothic"/>
                <a:ea typeface="Didact Gothic"/>
                <a:cs typeface="Didact Gothic"/>
                <a:sym typeface="Didact Gothic"/>
              </a:defRPr>
            </a:lvl1pPr>
            <a:lvl2pPr indent="-317500" lvl="1" marL="914400" marR="0" rtl="0" algn="l">
              <a:lnSpc>
                <a:spcPct val="115000"/>
              </a:lnSpc>
              <a:spcBef>
                <a:spcPts val="1600"/>
              </a:spcBef>
              <a:spcAft>
                <a:spcPts val="0"/>
              </a:spcAft>
              <a:buClr>
                <a:schemeClr val="accent5"/>
              </a:buClr>
              <a:buSzPts val="1400"/>
              <a:buFont typeface="Didact Gothic"/>
              <a:buChar char="○"/>
              <a:defRPr b="0" i="0" sz="1400" u="none" cap="none" strike="noStrike">
                <a:solidFill>
                  <a:schemeClr val="accent5"/>
                </a:solidFill>
                <a:latin typeface="Didact Gothic"/>
                <a:ea typeface="Didact Gothic"/>
                <a:cs typeface="Didact Gothic"/>
                <a:sym typeface="Didact Gothic"/>
              </a:defRPr>
            </a:lvl2pPr>
            <a:lvl3pPr indent="-317500" lvl="2" marL="1371600" marR="0" rtl="0" algn="l">
              <a:lnSpc>
                <a:spcPct val="115000"/>
              </a:lnSpc>
              <a:spcBef>
                <a:spcPts val="1600"/>
              </a:spcBef>
              <a:spcAft>
                <a:spcPts val="0"/>
              </a:spcAft>
              <a:buClr>
                <a:schemeClr val="accent5"/>
              </a:buClr>
              <a:buSzPts val="1400"/>
              <a:buFont typeface="Didact Gothic"/>
              <a:buChar char="■"/>
              <a:defRPr b="0" i="0" sz="1400" u="none" cap="none" strike="noStrike">
                <a:solidFill>
                  <a:schemeClr val="accent5"/>
                </a:solidFill>
                <a:latin typeface="Didact Gothic"/>
                <a:ea typeface="Didact Gothic"/>
                <a:cs typeface="Didact Gothic"/>
                <a:sym typeface="Didact Gothic"/>
              </a:defRPr>
            </a:lvl3pPr>
            <a:lvl4pPr indent="-317500" lvl="3" marL="1828800" marR="0" rtl="0" algn="l">
              <a:lnSpc>
                <a:spcPct val="115000"/>
              </a:lnSpc>
              <a:spcBef>
                <a:spcPts val="1600"/>
              </a:spcBef>
              <a:spcAft>
                <a:spcPts val="0"/>
              </a:spcAft>
              <a:buClr>
                <a:schemeClr val="accent5"/>
              </a:buClr>
              <a:buSzPts val="1400"/>
              <a:buFont typeface="Didact Gothic"/>
              <a:buChar char="●"/>
              <a:defRPr b="0" i="0" sz="1400" u="none" cap="none" strike="noStrike">
                <a:solidFill>
                  <a:schemeClr val="accent5"/>
                </a:solidFill>
                <a:latin typeface="Didact Gothic"/>
                <a:ea typeface="Didact Gothic"/>
                <a:cs typeface="Didact Gothic"/>
                <a:sym typeface="Didact Gothic"/>
              </a:defRPr>
            </a:lvl4pPr>
            <a:lvl5pPr indent="-317500" lvl="4" marL="2286000" marR="0" rtl="0" algn="l">
              <a:lnSpc>
                <a:spcPct val="115000"/>
              </a:lnSpc>
              <a:spcBef>
                <a:spcPts val="1600"/>
              </a:spcBef>
              <a:spcAft>
                <a:spcPts val="0"/>
              </a:spcAft>
              <a:buClr>
                <a:schemeClr val="accent5"/>
              </a:buClr>
              <a:buSzPts val="1400"/>
              <a:buFont typeface="Didact Gothic"/>
              <a:buChar char="○"/>
              <a:defRPr b="0" i="0" sz="1400" u="none" cap="none" strike="noStrike">
                <a:solidFill>
                  <a:schemeClr val="accent5"/>
                </a:solidFill>
                <a:latin typeface="Didact Gothic"/>
                <a:ea typeface="Didact Gothic"/>
                <a:cs typeface="Didact Gothic"/>
                <a:sym typeface="Didact Gothic"/>
              </a:defRPr>
            </a:lvl5pPr>
            <a:lvl6pPr indent="-317500" lvl="5" marL="2743200" marR="0" rtl="0" algn="l">
              <a:lnSpc>
                <a:spcPct val="115000"/>
              </a:lnSpc>
              <a:spcBef>
                <a:spcPts val="1600"/>
              </a:spcBef>
              <a:spcAft>
                <a:spcPts val="0"/>
              </a:spcAft>
              <a:buClr>
                <a:schemeClr val="accent5"/>
              </a:buClr>
              <a:buSzPts val="1400"/>
              <a:buFont typeface="Didact Gothic"/>
              <a:buChar char="■"/>
              <a:defRPr b="0" i="0" sz="1400" u="none" cap="none" strike="noStrike">
                <a:solidFill>
                  <a:schemeClr val="accent5"/>
                </a:solidFill>
                <a:latin typeface="Didact Gothic"/>
                <a:ea typeface="Didact Gothic"/>
                <a:cs typeface="Didact Gothic"/>
                <a:sym typeface="Didact Gothic"/>
              </a:defRPr>
            </a:lvl6pPr>
            <a:lvl7pPr indent="-317500" lvl="6" marL="3200400" marR="0" rtl="0" algn="l">
              <a:lnSpc>
                <a:spcPct val="115000"/>
              </a:lnSpc>
              <a:spcBef>
                <a:spcPts val="1600"/>
              </a:spcBef>
              <a:spcAft>
                <a:spcPts val="0"/>
              </a:spcAft>
              <a:buClr>
                <a:schemeClr val="accent5"/>
              </a:buClr>
              <a:buSzPts val="1400"/>
              <a:buFont typeface="Didact Gothic"/>
              <a:buChar char="●"/>
              <a:defRPr b="0" i="0" sz="1400" u="none" cap="none" strike="noStrike">
                <a:solidFill>
                  <a:schemeClr val="accent5"/>
                </a:solidFill>
                <a:latin typeface="Didact Gothic"/>
                <a:ea typeface="Didact Gothic"/>
                <a:cs typeface="Didact Gothic"/>
                <a:sym typeface="Didact Gothic"/>
              </a:defRPr>
            </a:lvl7pPr>
            <a:lvl8pPr indent="-317500" lvl="7" marL="3657600" marR="0" rtl="0" algn="l">
              <a:lnSpc>
                <a:spcPct val="115000"/>
              </a:lnSpc>
              <a:spcBef>
                <a:spcPts val="1600"/>
              </a:spcBef>
              <a:spcAft>
                <a:spcPts val="0"/>
              </a:spcAft>
              <a:buClr>
                <a:schemeClr val="accent5"/>
              </a:buClr>
              <a:buSzPts val="1400"/>
              <a:buFont typeface="Didact Gothic"/>
              <a:buChar char="○"/>
              <a:defRPr b="0" i="0" sz="1400" u="none" cap="none" strike="noStrike">
                <a:solidFill>
                  <a:schemeClr val="accent5"/>
                </a:solidFill>
                <a:latin typeface="Didact Gothic"/>
                <a:ea typeface="Didact Gothic"/>
                <a:cs typeface="Didact Gothic"/>
                <a:sym typeface="Didact Gothic"/>
              </a:defRPr>
            </a:lvl8pPr>
            <a:lvl9pPr indent="-317500" lvl="8" marL="4114800" marR="0" rtl="0" algn="l">
              <a:lnSpc>
                <a:spcPct val="115000"/>
              </a:lnSpc>
              <a:spcBef>
                <a:spcPts val="1600"/>
              </a:spcBef>
              <a:spcAft>
                <a:spcPts val="1600"/>
              </a:spcAft>
              <a:buClr>
                <a:schemeClr val="accent5"/>
              </a:buClr>
              <a:buSzPts val="1400"/>
              <a:buFont typeface="Didact Gothic"/>
              <a:buChar char="■"/>
              <a:defRPr b="0" i="0" sz="1400" u="none" cap="none" strike="noStrike">
                <a:solidFill>
                  <a:schemeClr val="accent5"/>
                </a:solidFill>
                <a:latin typeface="Didact Gothic"/>
                <a:ea typeface="Didact Gothic"/>
                <a:cs typeface="Didact Gothic"/>
                <a:sym typeface="Didact Gothic"/>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slide" Target="/ppt/slid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slide" Target="/ppt/slid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kaggle.com/datasets/mexwell/employee-performance-and-productivity-data" TargetMode="External"/><Relationship Id="rId4" Type="http://schemas.openxmlformats.org/officeDocument/2006/relationships/slide" Target="/ppt/slid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slide" Target="/ppt/slid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slide" Target="/ppt/slides/slide3.xml"/><Relationship Id="rId4" Type="http://schemas.openxmlformats.org/officeDocument/2006/relationships/image" Target="../media/image4.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slide" Target="/ppt/slides/slide3.xml"/><Relationship Id="rId4" Type="http://schemas.openxmlformats.org/officeDocument/2006/relationships/image" Target="../media/image5.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slide" Target="/ppt/slides/slide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slide" Target="/ppt/slid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slide" Target="/ppt/slid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hyperlink" Target="https://magnific.ai" TargetMode="External"/><Relationship Id="rId4" Type="http://schemas.openxmlformats.org/officeDocument/2006/relationships/hyperlink" Target="https://www.kaggle.com/datasets/mexwell/employee-performance-and-productivity-data" TargetMode="External"/><Relationship Id="rId5" Type="http://schemas.openxmlformats.org/officeDocument/2006/relationships/hyperlink" Target="https://www.bls.gov/opub/btn/volume-13/remote-work-productivity.htm" TargetMode="External"/><Relationship Id="rId6" Type="http://schemas.openxmlformats.org/officeDocument/2006/relationships/hyperlink" Target="https://www.census.gov/programs-surveys/ac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937" name="Shape 937"/>
        <p:cNvGrpSpPr/>
        <p:nvPr/>
      </p:nvGrpSpPr>
      <p:grpSpPr>
        <a:xfrm>
          <a:off x="0" y="0"/>
          <a:ext cx="0" cy="0"/>
          <a:chOff x="0" y="0"/>
          <a:chExt cx="0" cy="0"/>
        </a:xfrm>
      </p:grpSpPr>
      <p:sp>
        <p:nvSpPr>
          <p:cNvPr id="938" name="Google Shape;938;p1"/>
          <p:cNvSpPr txBox="1"/>
          <p:nvPr>
            <p:ph idx="1" type="subTitle"/>
          </p:nvPr>
        </p:nvSpPr>
        <p:spPr>
          <a:xfrm>
            <a:off x="2359900" y="3803425"/>
            <a:ext cx="46359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lang="en"/>
              <a:t>By: Anashae Harriott</a:t>
            </a:r>
            <a:endParaRPr/>
          </a:p>
        </p:txBody>
      </p:sp>
      <p:sp>
        <p:nvSpPr>
          <p:cNvPr id="939" name="Google Shape;939;p1"/>
          <p:cNvSpPr txBox="1"/>
          <p:nvPr>
            <p:ph type="ctrTitle"/>
          </p:nvPr>
        </p:nvSpPr>
        <p:spPr>
          <a:xfrm>
            <a:off x="1896300" y="2284125"/>
            <a:ext cx="5351400" cy="1370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t>Data Analytics Capstone</a:t>
            </a:r>
            <a:endParaRPr/>
          </a:p>
          <a:p>
            <a:pPr indent="0" lvl="0" marL="0" rtl="0" algn="ctr">
              <a:lnSpc>
                <a:spcPct val="100000"/>
              </a:lnSpc>
              <a:spcBef>
                <a:spcPts val="0"/>
              </a:spcBef>
              <a:spcAft>
                <a:spcPts val="0"/>
              </a:spcAft>
              <a:buSzPts val="5200"/>
              <a:buNone/>
            </a:pPr>
            <a:r>
              <a:t/>
            </a:r>
            <a:endParaRPr/>
          </a:p>
          <a:p>
            <a:pPr indent="0" lvl="0" marL="0" rtl="0" algn="ctr">
              <a:lnSpc>
                <a:spcPct val="100000"/>
              </a:lnSpc>
              <a:spcBef>
                <a:spcPts val="0"/>
              </a:spcBef>
              <a:spcAft>
                <a:spcPts val="0"/>
              </a:spcAft>
              <a:buSzPts val="5200"/>
              <a:buNone/>
            </a:pPr>
            <a:r>
              <a:rPr lang="en"/>
              <a:t>Is the Remote World the </a:t>
            </a:r>
            <a:r>
              <a:rPr lang="en"/>
              <a:t>F</a:t>
            </a:r>
            <a:r>
              <a:rPr lang="en"/>
              <a:t>uture?</a:t>
            </a:r>
            <a:endParaRPr/>
          </a:p>
        </p:txBody>
      </p:sp>
      <p:grpSp>
        <p:nvGrpSpPr>
          <p:cNvPr id="940" name="Google Shape;940;p1"/>
          <p:cNvGrpSpPr/>
          <p:nvPr/>
        </p:nvGrpSpPr>
        <p:grpSpPr>
          <a:xfrm rot="-1529825">
            <a:off x="1804407" y="869850"/>
            <a:ext cx="899286" cy="792600"/>
            <a:chOff x="1745938" y="2664450"/>
            <a:chExt cx="493775" cy="381325"/>
          </a:xfrm>
        </p:grpSpPr>
        <p:sp>
          <p:nvSpPr>
            <p:cNvPr id="941" name="Google Shape;941;p1"/>
            <p:cNvSpPr/>
            <p:nvPr/>
          </p:nvSpPr>
          <p:spPr>
            <a:xfrm>
              <a:off x="1752913" y="2673600"/>
              <a:ext cx="479400" cy="278050"/>
            </a:xfrm>
            <a:custGeom>
              <a:rect b="b" l="l" r="r" t="t"/>
              <a:pathLst>
                <a:path extrusionOk="0" h="11122" w="19176">
                  <a:moveTo>
                    <a:pt x="1" y="0"/>
                  </a:moveTo>
                  <a:lnTo>
                    <a:pt x="1" y="11121"/>
                  </a:lnTo>
                  <a:lnTo>
                    <a:pt x="19175" y="11121"/>
                  </a:lnTo>
                  <a:lnTo>
                    <a:pt x="19175"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1"/>
            <p:cNvSpPr/>
            <p:nvPr/>
          </p:nvSpPr>
          <p:spPr>
            <a:xfrm>
              <a:off x="1783863" y="2704525"/>
              <a:ext cx="417500" cy="216175"/>
            </a:xfrm>
            <a:custGeom>
              <a:rect b="b" l="l" r="r" t="t"/>
              <a:pathLst>
                <a:path extrusionOk="0" h="8647" w="16700">
                  <a:moveTo>
                    <a:pt x="0" y="1"/>
                  </a:moveTo>
                  <a:lnTo>
                    <a:pt x="0" y="8647"/>
                  </a:lnTo>
                  <a:lnTo>
                    <a:pt x="16700" y="8647"/>
                  </a:lnTo>
                  <a:lnTo>
                    <a:pt x="16700"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1"/>
            <p:cNvSpPr/>
            <p:nvPr/>
          </p:nvSpPr>
          <p:spPr>
            <a:xfrm>
              <a:off x="2108963" y="2897150"/>
              <a:ext cx="45325" cy="130750"/>
            </a:xfrm>
            <a:custGeom>
              <a:rect b="b" l="l" r="r" t="t"/>
              <a:pathLst>
                <a:path extrusionOk="0" h="5230" w="1813">
                  <a:moveTo>
                    <a:pt x="0" y="0"/>
                  </a:moveTo>
                  <a:lnTo>
                    <a:pt x="0" y="5230"/>
                  </a:lnTo>
                  <a:lnTo>
                    <a:pt x="1813" y="5230"/>
                  </a:lnTo>
                  <a:lnTo>
                    <a:pt x="1813"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1"/>
            <p:cNvSpPr/>
            <p:nvPr/>
          </p:nvSpPr>
          <p:spPr>
            <a:xfrm>
              <a:off x="2092388" y="2827850"/>
              <a:ext cx="78475" cy="76300"/>
            </a:xfrm>
            <a:custGeom>
              <a:rect b="b" l="l" r="r" t="t"/>
              <a:pathLst>
                <a:path extrusionOk="0" h="3052" w="3139">
                  <a:moveTo>
                    <a:pt x="1604" y="1"/>
                  </a:moveTo>
                  <a:cubicBezTo>
                    <a:pt x="733" y="1"/>
                    <a:pt x="1" y="663"/>
                    <a:pt x="1" y="1535"/>
                  </a:cubicBezTo>
                  <a:cubicBezTo>
                    <a:pt x="1" y="2406"/>
                    <a:pt x="733" y="3051"/>
                    <a:pt x="1604" y="3051"/>
                  </a:cubicBezTo>
                  <a:cubicBezTo>
                    <a:pt x="2406" y="3051"/>
                    <a:pt x="3138" y="2406"/>
                    <a:pt x="3138" y="1535"/>
                  </a:cubicBezTo>
                  <a:cubicBezTo>
                    <a:pt x="3138" y="663"/>
                    <a:pt x="2406" y="1"/>
                    <a:pt x="1604"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1"/>
            <p:cNvSpPr/>
            <p:nvPr/>
          </p:nvSpPr>
          <p:spPr>
            <a:xfrm>
              <a:off x="2070613" y="2735475"/>
              <a:ext cx="100250" cy="61475"/>
            </a:xfrm>
            <a:custGeom>
              <a:rect b="b" l="l" r="r" t="t"/>
              <a:pathLst>
                <a:path extrusionOk="0" h="2459" w="4010">
                  <a:moveTo>
                    <a:pt x="0" y="0"/>
                  </a:moveTo>
                  <a:lnTo>
                    <a:pt x="0" y="2458"/>
                  </a:lnTo>
                  <a:lnTo>
                    <a:pt x="4009" y="2458"/>
                  </a:lnTo>
                  <a:lnTo>
                    <a:pt x="4009"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1"/>
            <p:cNvSpPr/>
            <p:nvPr/>
          </p:nvSpPr>
          <p:spPr>
            <a:xfrm>
              <a:off x="1745938" y="2664450"/>
              <a:ext cx="493775" cy="294175"/>
            </a:xfrm>
            <a:custGeom>
              <a:rect b="b" l="l" r="r" t="t"/>
              <a:pathLst>
                <a:path extrusionOk="0" h="11767" w="19751">
                  <a:moveTo>
                    <a:pt x="1" y="0"/>
                  </a:moveTo>
                  <a:lnTo>
                    <a:pt x="1" y="11766"/>
                  </a:lnTo>
                  <a:lnTo>
                    <a:pt x="13859" y="11766"/>
                  </a:lnTo>
                  <a:lnTo>
                    <a:pt x="13859" y="11121"/>
                  </a:lnTo>
                  <a:lnTo>
                    <a:pt x="646" y="11121"/>
                  </a:lnTo>
                  <a:lnTo>
                    <a:pt x="646" y="662"/>
                  </a:lnTo>
                  <a:lnTo>
                    <a:pt x="19175" y="662"/>
                  </a:lnTo>
                  <a:lnTo>
                    <a:pt x="19175" y="11121"/>
                  </a:lnTo>
                  <a:lnTo>
                    <a:pt x="16996" y="11121"/>
                  </a:lnTo>
                  <a:lnTo>
                    <a:pt x="16996" y="11766"/>
                  </a:lnTo>
                  <a:lnTo>
                    <a:pt x="19750" y="11766"/>
                  </a:lnTo>
                  <a:lnTo>
                    <a:pt x="19750"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7" name="Google Shape;947;p1"/>
            <p:cNvSpPr/>
            <p:nvPr/>
          </p:nvSpPr>
          <p:spPr>
            <a:xfrm>
              <a:off x="1807388" y="2726325"/>
              <a:ext cx="201800" cy="16150"/>
            </a:xfrm>
            <a:custGeom>
              <a:rect b="b" l="l" r="r" t="t"/>
              <a:pathLst>
                <a:path extrusionOk="0" h="646" w="8072">
                  <a:moveTo>
                    <a:pt x="1" y="0"/>
                  </a:moveTo>
                  <a:lnTo>
                    <a:pt x="1" y="645"/>
                  </a:lnTo>
                  <a:lnTo>
                    <a:pt x="8071" y="645"/>
                  </a:lnTo>
                  <a:lnTo>
                    <a:pt x="8071"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8" name="Google Shape;948;p1"/>
            <p:cNvSpPr/>
            <p:nvPr/>
          </p:nvSpPr>
          <p:spPr>
            <a:xfrm>
              <a:off x="1807388" y="2757250"/>
              <a:ext cx="92850" cy="16150"/>
            </a:xfrm>
            <a:custGeom>
              <a:rect b="b" l="l" r="r" t="t"/>
              <a:pathLst>
                <a:path extrusionOk="0" h="646" w="3714">
                  <a:moveTo>
                    <a:pt x="1" y="1"/>
                  </a:moveTo>
                  <a:lnTo>
                    <a:pt x="1" y="646"/>
                  </a:lnTo>
                  <a:lnTo>
                    <a:pt x="3714" y="646"/>
                  </a:lnTo>
                  <a:lnTo>
                    <a:pt x="3714"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1"/>
            <p:cNvSpPr/>
            <p:nvPr/>
          </p:nvSpPr>
          <p:spPr>
            <a:xfrm>
              <a:off x="1807388" y="2788200"/>
              <a:ext cx="216175" cy="16150"/>
            </a:xfrm>
            <a:custGeom>
              <a:rect b="b" l="l" r="r" t="t"/>
              <a:pathLst>
                <a:path extrusionOk="0" h="646" w="8647">
                  <a:moveTo>
                    <a:pt x="1" y="0"/>
                  </a:moveTo>
                  <a:lnTo>
                    <a:pt x="1" y="645"/>
                  </a:lnTo>
                  <a:lnTo>
                    <a:pt x="8647" y="645"/>
                  </a:lnTo>
                  <a:lnTo>
                    <a:pt x="8647"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0" name="Google Shape;950;p1"/>
            <p:cNvSpPr/>
            <p:nvPr/>
          </p:nvSpPr>
          <p:spPr>
            <a:xfrm>
              <a:off x="2085413" y="2818700"/>
              <a:ext cx="92425" cy="92850"/>
            </a:xfrm>
            <a:custGeom>
              <a:rect b="b" l="l" r="r" t="t"/>
              <a:pathLst>
                <a:path extrusionOk="0" h="3714" w="3697">
                  <a:moveTo>
                    <a:pt x="1883" y="663"/>
                  </a:moveTo>
                  <a:cubicBezTo>
                    <a:pt x="2546" y="663"/>
                    <a:pt x="3121" y="1169"/>
                    <a:pt x="3121" y="1901"/>
                  </a:cubicBezTo>
                  <a:cubicBezTo>
                    <a:pt x="3121" y="2546"/>
                    <a:pt x="2546" y="3138"/>
                    <a:pt x="1883" y="3138"/>
                  </a:cubicBezTo>
                  <a:cubicBezTo>
                    <a:pt x="1151" y="3138"/>
                    <a:pt x="646" y="2546"/>
                    <a:pt x="646" y="1901"/>
                  </a:cubicBezTo>
                  <a:cubicBezTo>
                    <a:pt x="646" y="1169"/>
                    <a:pt x="1151" y="663"/>
                    <a:pt x="1883" y="663"/>
                  </a:cubicBezTo>
                  <a:close/>
                  <a:moveTo>
                    <a:pt x="1883" y="1"/>
                  </a:moveTo>
                  <a:cubicBezTo>
                    <a:pt x="872" y="1"/>
                    <a:pt x="1" y="872"/>
                    <a:pt x="1" y="1901"/>
                  </a:cubicBezTo>
                  <a:cubicBezTo>
                    <a:pt x="1" y="2912"/>
                    <a:pt x="872" y="3713"/>
                    <a:pt x="1883" y="3713"/>
                  </a:cubicBezTo>
                  <a:cubicBezTo>
                    <a:pt x="2894" y="3713"/>
                    <a:pt x="3696" y="2912"/>
                    <a:pt x="3696" y="1901"/>
                  </a:cubicBezTo>
                  <a:cubicBezTo>
                    <a:pt x="3696" y="872"/>
                    <a:pt x="2894" y="1"/>
                    <a:pt x="1883"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1" name="Google Shape;951;p1"/>
            <p:cNvSpPr/>
            <p:nvPr/>
          </p:nvSpPr>
          <p:spPr>
            <a:xfrm>
              <a:off x="2101538" y="2897150"/>
              <a:ext cx="60175" cy="148625"/>
            </a:xfrm>
            <a:custGeom>
              <a:rect b="b" l="l" r="r" t="t"/>
              <a:pathLst>
                <a:path extrusionOk="0" h="5945" w="2407">
                  <a:moveTo>
                    <a:pt x="1" y="0"/>
                  </a:moveTo>
                  <a:lnTo>
                    <a:pt x="1" y="5944"/>
                  </a:lnTo>
                  <a:lnTo>
                    <a:pt x="1238" y="5508"/>
                  </a:lnTo>
                  <a:lnTo>
                    <a:pt x="2406" y="5944"/>
                  </a:lnTo>
                  <a:lnTo>
                    <a:pt x="2406" y="0"/>
                  </a:lnTo>
                  <a:lnTo>
                    <a:pt x="1814" y="0"/>
                  </a:lnTo>
                  <a:lnTo>
                    <a:pt x="1814" y="5073"/>
                  </a:lnTo>
                  <a:lnTo>
                    <a:pt x="1238" y="4933"/>
                  </a:lnTo>
                  <a:lnTo>
                    <a:pt x="593" y="5073"/>
                  </a:lnTo>
                  <a:lnTo>
                    <a:pt x="593"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1"/>
            <p:cNvSpPr/>
            <p:nvPr/>
          </p:nvSpPr>
          <p:spPr>
            <a:xfrm>
              <a:off x="2123338" y="2849650"/>
              <a:ext cx="16575" cy="30950"/>
            </a:xfrm>
            <a:custGeom>
              <a:rect b="b" l="l" r="r" t="t"/>
              <a:pathLst>
                <a:path extrusionOk="0" h="1238" w="663">
                  <a:moveTo>
                    <a:pt x="0" y="0"/>
                  </a:moveTo>
                  <a:lnTo>
                    <a:pt x="0" y="1238"/>
                  </a:lnTo>
                  <a:lnTo>
                    <a:pt x="663" y="1238"/>
                  </a:lnTo>
                  <a:lnTo>
                    <a:pt x="66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1"/>
            <p:cNvSpPr/>
            <p:nvPr/>
          </p:nvSpPr>
          <p:spPr>
            <a:xfrm>
              <a:off x="1961663" y="2880575"/>
              <a:ext cx="78450" cy="16600"/>
            </a:xfrm>
            <a:custGeom>
              <a:rect b="b" l="l" r="r" t="t"/>
              <a:pathLst>
                <a:path extrusionOk="0" h="664" w="3138">
                  <a:moveTo>
                    <a:pt x="0" y="1"/>
                  </a:moveTo>
                  <a:lnTo>
                    <a:pt x="0" y="663"/>
                  </a:lnTo>
                  <a:lnTo>
                    <a:pt x="3138" y="663"/>
                  </a:lnTo>
                  <a:lnTo>
                    <a:pt x="3138"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1"/>
            <p:cNvSpPr/>
            <p:nvPr/>
          </p:nvSpPr>
          <p:spPr>
            <a:xfrm>
              <a:off x="1807388" y="2880575"/>
              <a:ext cx="78025" cy="16600"/>
            </a:xfrm>
            <a:custGeom>
              <a:rect b="b" l="l" r="r" t="t"/>
              <a:pathLst>
                <a:path extrusionOk="0" h="664" w="3121">
                  <a:moveTo>
                    <a:pt x="1" y="1"/>
                  </a:moveTo>
                  <a:lnTo>
                    <a:pt x="1" y="663"/>
                  </a:lnTo>
                  <a:lnTo>
                    <a:pt x="3121" y="663"/>
                  </a:lnTo>
                  <a:lnTo>
                    <a:pt x="3121"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1"/>
            <p:cNvSpPr/>
            <p:nvPr/>
          </p:nvSpPr>
          <p:spPr>
            <a:xfrm>
              <a:off x="2061888" y="2726325"/>
              <a:ext cx="115950" cy="78025"/>
            </a:xfrm>
            <a:custGeom>
              <a:rect b="b" l="l" r="r" t="t"/>
              <a:pathLst>
                <a:path extrusionOk="0" h="3121" w="4638">
                  <a:moveTo>
                    <a:pt x="4062" y="645"/>
                  </a:moveTo>
                  <a:lnTo>
                    <a:pt x="4062" y="2475"/>
                  </a:lnTo>
                  <a:lnTo>
                    <a:pt x="645" y="2475"/>
                  </a:lnTo>
                  <a:lnTo>
                    <a:pt x="645" y="645"/>
                  </a:lnTo>
                  <a:close/>
                  <a:moveTo>
                    <a:pt x="1" y="0"/>
                  </a:moveTo>
                  <a:lnTo>
                    <a:pt x="1" y="3120"/>
                  </a:lnTo>
                  <a:lnTo>
                    <a:pt x="4637" y="3120"/>
                  </a:lnTo>
                  <a:lnTo>
                    <a:pt x="4637"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1"/>
            <p:cNvSpPr/>
            <p:nvPr/>
          </p:nvSpPr>
          <p:spPr>
            <a:xfrm>
              <a:off x="2085413" y="2757250"/>
              <a:ext cx="68875" cy="16150"/>
            </a:xfrm>
            <a:custGeom>
              <a:rect b="b" l="l" r="r" t="t"/>
              <a:pathLst>
                <a:path extrusionOk="0" h="646" w="2755">
                  <a:moveTo>
                    <a:pt x="1" y="1"/>
                  </a:moveTo>
                  <a:lnTo>
                    <a:pt x="1" y="646"/>
                  </a:lnTo>
                  <a:lnTo>
                    <a:pt x="2755" y="646"/>
                  </a:lnTo>
                  <a:lnTo>
                    <a:pt x="2755"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7" name="Google Shape;957;p1"/>
            <p:cNvSpPr/>
            <p:nvPr/>
          </p:nvSpPr>
          <p:spPr>
            <a:xfrm>
              <a:off x="1776463" y="2695375"/>
              <a:ext cx="432300" cy="232300"/>
            </a:xfrm>
            <a:custGeom>
              <a:rect b="b" l="l" r="r" t="t"/>
              <a:pathLst>
                <a:path extrusionOk="0" h="9292" w="17292">
                  <a:moveTo>
                    <a:pt x="0" y="1"/>
                  </a:moveTo>
                  <a:lnTo>
                    <a:pt x="0" y="9291"/>
                  </a:lnTo>
                  <a:lnTo>
                    <a:pt x="12638" y="9291"/>
                  </a:lnTo>
                  <a:lnTo>
                    <a:pt x="12638" y="8646"/>
                  </a:lnTo>
                  <a:lnTo>
                    <a:pt x="662" y="8646"/>
                  </a:lnTo>
                  <a:lnTo>
                    <a:pt x="662" y="663"/>
                  </a:lnTo>
                  <a:lnTo>
                    <a:pt x="16717" y="663"/>
                  </a:lnTo>
                  <a:lnTo>
                    <a:pt x="16717" y="8646"/>
                  </a:lnTo>
                  <a:lnTo>
                    <a:pt x="15775" y="8646"/>
                  </a:lnTo>
                  <a:lnTo>
                    <a:pt x="15775" y="9291"/>
                  </a:lnTo>
                  <a:lnTo>
                    <a:pt x="17292" y="9291"/>
                  </a:lnTo>
                  <a:lnTo>
                    <a:pt x="17292"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8" name="Google Shape;958;p1"/>
            <p:cNvSpPr/>
            <p:nvPr/>
          </p:nvSpPr>
          <p:spPr>
            <a:xfrm>
              <a:off x="1807388" y="2818700"/>
              <a:ext cx="216175" cy="16600"/>
            </a:xfrm>
            <a:custGeom>
              <a:rect b="b" l="l" r="r" t="t"/>
              <a:pathLst>
                <a:path extrusionOk="0" h="664" w="8647">
                  <a:moveTo>
                    <a:pt x="1" y="1"/>
                  </a:moveTo>
                  <a:lnTo>
                    <a:pt x="1" y="663"/>
                  </a:lnTo>
                  <a:lnTo>
                    <a:pt x="8647" y="663"/>
                  </a:lnTo>
                  <a:lnTo>
                    <a:pt x="8647"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939"/>
                                        </p:tgtEl>
                                        <p:attrNameLst>
                                          <p:attrName>style.visibility</p:attrName>
                                        </p:attrNameLst>
                                      </p:cBhvr>
                                      <p:to>
                                        <p:strVal val="visible"/>
                                      </p:to>
                                    </p:set>
                                    <p:anim calcmode="lin" valueType="num">
                                      <p:cBhvr additive="base">
                                        <p:cTn dur="1000"/>
                                        <p:tgtEl>
                                          <p:spTgt spid="939"/>
                                        </p:tgtEl>
                                        <p:attrNameLst>
                                          <p:attrName>ppt_w</p:attrName>
                                        </p:attrNameLst>
                                      </p:cBhvr>
                                      <p:tavLst>
                                        <p:tav fmla="" tm="0">
                                          <p:val>
                                            <p:strVal val="0"/>
                                          </p:val>
                                        </p:tav>
                                        <p:tav fmla="" tm="100000">
                                          <p:val>
                                            <p:strVal val="#ppt_w"/>
                                          </p:val>
                                        </p:tav>
                                      </p:tavLst>
                                    </p:anim>
                                    <p:anim calcmode="lin" valueType="num">
                                      <p:cBhvr additive="base">
                                        <p:cTn dur="1000"/>
                                        <p:tgtEl>
                                          <p:spTgt spid="93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2"/>
          <p:cNvSpPr txBox="1"/>
          <p:nvPr>
            <p:ph idx="6" type="title"/>
          </p:nvPr>
        </p:nvSpPr>
        <p:spPr>
          <a:xfrm>
            <a:off x="722375" y="530750"/>
            <a:ext cx="7699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TABLE OF CONTENTS</a:t>
            </a:r>
            <a:endParaRPr/>
          </a:p>
        </p:txBody>
      </p:sp>
      <p:sp>
        <p:nvSpPr>
          <p:cNvPr id="964" name="Google Shape;964;p2"/>
          <p:cNvSpPr txBox="1"/>
          <p:nvPr>
            <p:ph idx="1" type="subTitle"/>
          </p:nvPr>
        </p:nvSpPr>
        <p:spPr>
          <a:xfrm>
            <a:off x="602153" y="2175447"/>
            <a:ext cx="23676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a:t>Why I believe this matters</a:t>
            </a:r>
            <a:endParaRPr/>
          </a:p>
        </p:txBody>
      </p:sp>
      <p:sp>
        <p:nvSpPr>
          <p:cNvPr id="965" name="Google Shape;965;p2"/>
          <p:cNvSpPr txBox="1"/>
          <p:nvPr>
            <p:ph idx="7" type="subTitle"/>
          </p:nvPr>
        </p:nvSpPr>
        <p:spPr>
          <a:xfrm>
            <a:off x="5824315" y="2175447"/>
            <a:ext cx="23676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a:t>How I analyzed the data for this project</a:t>
            </a:r>
            <a:endParaRPr/>
          </a:p>
        </p:txBody>
      </p:sp>
      <p:sp>
        <p:nvSpPr>
          <p:cNvPr id="966" name="Google Shape;966;p2"/>
          <p:cNvSpPr txBox="1"/>
          <p:nvPr>
            <p:ph idx="2" type="subTitle"/>
          </p:nvPr>
        </p:nvSpPr>
        <p:spPr>
          <a:xfrm>
            <a:off x="3082725" y="2176693"/>
            <a:ext cx="23676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a:t>Where I pulled my data from</a:t>
            </a:r>
            <a:endParaRPr/>
          </a:p>
        </p:txBody>
      </p:sp>
      <p:sp>
        <p:nvSpPr>
          <p:cNvPr id="967" name="Google Shape;967;p2">
            <a:hlinkClick action="ppaction://hlinksldjump" r:id="rId3"/>
          </p:cNvPr>
          <p:cNvSpPr txBox="1"/>
          <p:nvPr>
            <p:ph type="title"/>
          </p:nvPr>
        </p:nvSpPr>
        <p:spPr>
          <a:xfrm>
            <a:off x="1418303" y="1392503"/>
            <a:ext cx="735300" cy="387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01</a:t>
            </a:r>
            <a:endParaRPr/>
          </a:p>
        </p:txBody>
      </p:sp>
      <p:sp>
        <p:nvSpPr>
          <p:cNvPr id="968" name="Google Shape;968;p2">
            <a:hlinkClick/>
          </p:cNvPr>
          <p:cNvSpPr txBox="1"/>
          <p:nvPr>
            <p:ph idx="9" type="title"/>
          </p:nvPr>
        </p:nvSpPr>
        <p:spPr>
          <a:xfrm>
            <a:off x="6640465" y="1389231"/>
            <a:ext cx="735300" cy="387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03</a:t>
            </a:r>
            <a:endParaRPr/>
          </a:p>
        </p:txBody>
      </p:sp>
      <p:sp>
        <p:nvSpPr>
          <p:cNvPr id="969" name="Google Shape;969;p2">
            <a:hlinkClick/>
          </p:cNvPr>
          <p:cNvSpPr txBox="1"/>
          <p:nvPr>
            <p:ph idx="3" type="title"/>
          </p:nvPr>
        </p:nvSpPr>
        <p:spPr>
          <a:xfrm>
            <a:off x="3898875" y="1392503"/>
            <a:ext cx="735300" cy="387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02</a:t>
            </a:r>
            <a:endParaRPr/>
          </a:p>
        </p:txBody>
      </p:sp>
      <p:sp>
        <p:nvSpPr>
          <p:cNvPr id="970" name="Google Shape;970;p2"/>
          <p:cNvSpPr txBox="1"/>
          <p:nvPr>
            <p:ph idx="4" type="subTitle"/>
          </p:nvPr>
        </p:nvSpPr>
        <p:spPr>
          <a:xfrm>
            <a:off x="214200" y="1780403"/>
            <a:ext cx="3257100" cy="388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a:t>INTRODUCTION/ MOTIVATION</a:t>
            </a:r>
            <a:endParaRPr/>
          </a:p>
        </p:txBody>
      </p:sp>
      <p:sp>
        <p:nvSpPr>
          <p:cNvPr id="971" name="Google Shape;971;p2"/>
          <p:cNvSpPr txBox="1"/>
          <p:nvPr>
            <p:ph idx="5" type="subTitle"/>
          </p:nvPr>
        </p:nvSpPr>
        <p:spPr>
          <a:xfrm>
            <a:off x="2715386" y="1783675"/>
            <a:ext cx="3257100" cy="388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a:t>DATA SOURCE</a:t>
            </a:r>
            <a:endParaRPr/>
          </a:p>
        </p:txBody>
      </p:sp>
      <p:sp>
        <p:nvSpPr>
          <p:cNvPr id="972" name="Google Shape;972;p2"/>
          <p:cNvSpPr txBox="1"/>
          <p:nvPr>
            <p:ph idx="14" type="subTitle"/>
          </p:nvPr>
        </p:nvSpPr>
        <p:spPr>
          <a:xfrm>
            <a:off x="5302154" y="1780403"/>
            <a:ext cx="3257100" cy="388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a:t>METHODOLOGIES</a:t>
            </a:r>
            <a:endParaRPr/>
          </a:p>
        </p:txBody>
      </p:sp>
      <p:sp>
        <p:nvSpPr>
          <p:cNvPr id="973" name="Google Shape;973;p2"/>
          <p:cNvSpPr txBox="1"/>
          <p:nvPr>
            <p:ph idx="8" type="subTitle"/>
          </p:nvPr>
        </p:nvSpPr>
        <p:spPr>
          <a:xfrm>
            <a:off x="658950" y="3960264"/>
            <a:ext cx="2367600" cy="57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a:t>What the data revealed</a:t>
            </a:r>
            <a:endParaRPr/>
          </a:p>
        </p:txBody>
      </p:sp>
      <p:sp>
        <p:nvSpPr>
          <p:cNvPr id="974" name="Google Shape;974;p2">
            <a:hlinkClick/>
          </p:cNvPr>
          <p:cNvSpPr txBox="1"/>
          <p:nvPr>
            <p:ph idx="13" type="title"/>
          </p:nvPr>
        </p:nvSpPr>
        <p:spPr>
          <a:xfrm>
            <a:off x="1475100" y="3001748"/>
            <a:ext cx="735300" cy="387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04</a:t>
            </a:r>
            <a:endParaRPr/>
          </a:p>
        </p:txBody>
      </p:sp>
      <p:sp>
        <p:nvSpPr>
          <p:cNvPr id="975" name="Google Shape;975;p2"/>
          <p:cNvSpPr txBox="1"/>
          <p:nvPr>
            <p:ph idx="15" type="subTitle"/>
          </p:nvPr>
        </p:nvSpPr>
        <p:spPr>
          <a:xfrm>
            <a:off x="157403" y="3465810"/>
            <a:ext cx="3257100" cy="388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a:t>FINDINGS </a:t>
            </a:r>
            <a:endParaRPr/>
          </a:p>
        </p:txBody>
      </p:sp>
      <p:sp>
        <p:nvSpPr>
          <p:cNvPr id="976" name="Google Shape;976;p2">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2">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2">
            <a:hlinkClick/>
          </p:cNvPr>
          <p:cNvSpPr txBox="1"/>
          <p:nvPr/>
        </p:nvSpPr>
        <p:spPr>
          <a:xfrm>
            <a:off x="3898875" y="3001748"/>
            <a:ext cx="735300" cy="387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1"/>
              </a:buClr>
              <a:buSzPts val="2800"/>
              <a:buFont typeface="Aldrich"/>
              <a:buNone/>
            </a:pPr>
            <a:r>
              <a:rPr b="0" i="0" lang="en" sz="3000" u="none" cap="none" strike="noStrike">
                <a:solidFill>
                  <a:schemeClr val="accent3"/>
                </a:solidFill>
                <a:latin typeface="Aldrich"/>
                <a:ea typeface="Aldrich"/>
                <a:cs typeface="Aldrich"/>
                <a:sym typeface="Aldrich"/>
              </a:rPr>
              <a:t>05</a:t>
            </a:r>
            <a:endParaRPr b="0" i="0" sz="1400" u="none" cap="none" strike="noStrike">
              <a:solidFill>
                <a:srgbClr val="000000"/>
              </a:solidFill>
              <a:latin typeface="Arial"/>
              <a:ea typeface="Arial"/>
              <a:cs typeface="Arial"/>
              <a:sym typeface="Arial"/>
            </a:endParaRPr>
          </a:p>
        </p:txBody>
      </p:sp>
      <p:sp>
        <p:nvSpPr>
          <p:cNvPr id="979" name="Google Shape;979;p2"/>
          <p:cNvSpPr txBox="1"/>
          <p:nvPr/>
        </p:nvSpPr>
        <p:spPr>
          <a:xfrm>
            <a:off x="2637975" y="3469082"/>
            <a:ext cx="3257100" cy="38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800"/>
              <a:buFont typeface="Arial"/>
              <a:buNone/>
            </a:pPr>
            <a:r>
              <a:t/>
            </a:r>
            <a:endParaRPr b="1" sz="1800">
              <a:solidFill>
                <a:schemeClr val="accent5"/>
              </a:solidFill>
              <a:latin typeface="Aldrich"/>
              <a:ea typeface="Aldrich"/>
              <a:cs typeface="Aldrich"/>
              <a:sym typeface="Aldrich"/>
            </a:endParaRPr>
          </a:p>
          <a:p>
            <a:pPr indent="0" lvl="0" marL="0" rtl="0" algn="ctr">
              <a:spcBef>
                <a:spcPts val="0"/>
              </a:spcBef>
              <a:spcAft>
                <a:spcPts val="0"/>
              </a:spcAft>
              <a:buClr>
                <a:schemeClr val="dk1"/>
              </a:buClr>
              <a:buSzPts val="1800"/>
              <a:buFont typeface="Arial"/>
              <a:buNone/>
            </a:pPr>
            <a:r>
              <a:rPr b="1" lang="en" sz="1800">
                <a:solidFill>
                  <a:schemeClr val="accent5"/>
                </a:solidFill>
                <a:latin typeface="Aldrich"/>
                <a:ea typeface="Aldrich"/>
                <a:cs typeface="Aldrich"/>
                <a:sym typeface="Aldrich"/>
              </a:rPr>
              <a:t>CONCLUSIONS</a:t>
            </a:r>
            <a:endParaRPr b="1" sz="1800">
              <a:solidFill>
                <a:schemeClr val="accent5"/>
              </a:solidFill>
              <a:latin typeface="Aldrich"/>
              <a:ea typeface="Aldrich"/>
              <a:cs typeface="Aldrich"/>
              <a:sym typeface="Aldrich"/>
            </a:endParaRPr>
          </a:p>
          <a:p>
            <a:pPr indent="0" lvl="0" marL="0" marR="0" rtl="0" algn="ctr">
              <a:lnSpc>
                <a:spcPct val="100000"/>
              </a:lnSpc>
              <a:spcBef>
                <a:spcPts val="0"/>
              </a:spcBef>
              <a:spcAft>
                <a:spcPts val="0"/>
              </a:spcAft>
              <a:buClr>
                <a:schemeClr val="accent5"/>
              </a:buClr>
              <a:buSzPts val="1800"/>
              <a:buFont typeface="Didact Gothic"/>
              <a:buNone/>
            </a:pPr>
            <a:r>
              <a:t/>
            </a:r>
            <a:endParaRPr b="1" sz="1800">
              <a:solidFill>
                <a:schemeClr val="accent5"/>
              </a:solidFill>
              <a:latin typeface="Aldrich"/>
              <a:ea typeface="Aldrich"/>
              <a:cs typeface="Aldrich"/>
              <a:sym typeface="Aldrich"/>
            </a:endParaRPr>
          </a:p>
        </p:txBody>
      </p:sp>
      <p:sp>
        <p:nvSpPr>
          <p:cNvPr id="980" name="Google Shape;980;p2">
            <a:hlinkClick/>
          </p:cNvPr>
          <p:cNvSpPr txBox="1"/>
          <p:nvPr/>
        </p:nvSpPr>
        <p:spPr>
          <a:xfrm>
            <a:off x="6640465" y="3001748"/>
            <a:ext cx="735300" cy="387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lt1"/>
              </a:buClr>
              <a:buSzPts val="2800"/>
              <a:buFont typeface="Aldrich"/>
              <a:buNone/>
            </a:pPr>
            <a:r>
              <a:rPr b="0" i="0" lang="en" sz="3000" u="none" cap="none" strike="noStrike">
                <a:solidFill>
                  <a:schemeClr val="accent3"/>
                </a:solidFill>
                <a:latin typeface="Aldrich"/>
                <a:ea typeface="Aldrich"/>
                <a:cs typeface="Aldrich"/>
                <a:sym typeface="Aldrich"/>
              </a:rPr>
              <a:t>06</a:t>
            </a:r>
            <a:endParaRPr b="0" i="0" sz="1400" u="none" cap="none" strike="noStrike">
              <a:solidFill>
                <a:srgbClr val="000000"/>
              </a:solidFill>
              <a:latin typeface="Arial"/>
              <a:ea typeface="Arial"/>
              <a:cs typeface="Arial"/>
              <a:sym typeface="Arial"/>
            </a:endParaRPr>
          </a:p>
        </p:txBody>
      </p:sp>
      <p:sp>
        <p:nvSpPr>
          <p:cNvPr id="981" name="Google Shape;981;p2"/>
          <p:cNvSpPr txBox="1"/>
          <p:nvPr/>
        </p:nvSpPr>
        <p:spPr>
          <a:xfrm>
            <a:off x="3082725" y="3960264"/>
            <a:ext cx="23676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5"/>
              </a:buClr>
              <a:buSzPts val="1800"/>
              <a:buFont typeface="Didact Gothic"/>
              <a:buNone/>
            </a:pPr>
            <a:r>
              <a:rPr b="0" i="0" lang="en" sz="1600" u="none" cap="none" strike="noStrike">
                <a:solidFill>
                  <a:schemeClr val="accent5"/>
                </a:solidFill>
                <a:latin typeface="Didact Gothic"/>
                <a:ea typeface="Didact Gothic"/>
                <a:cs typeface="Didact Gothic"/>
                <a:sym typeface="Didact Gothic"/>
              </a:rPr>
              <a:t>Wh</a:t>
            </a:r>
            <a:r>
              <a:rPr lang="en" sz="1600">
                <a:solidFill>
                  <a:schemeClr val="accent5"/>
                </a:solidFill>
                <a:latin typeface="Didact Gothic"/>
                <a:ea typeface="Didact Gothic"/>
                <a:cs typeface="Didact Gothic"/>
                <a:sym typeface="Didact Gothic"/>
              </a:rPr>
              <a:t>at i learned</a:t>
            </a:r>
            <a:endParaRPr b="0" i="0" sz="1400" u="none" cap="none" strike="noStrike">
              <a:solidFill>
                <a:srgbClr val="000000"/>
              </a:solidFill>
              <a:latin typeface="Arial"/>
              <a:ea typeface="Arial"/>
              <a:cs typeface="Arial"/>
              <a:sym typeface="Arial"/>
            </a:endParaRPr>
          </a:p>
        </p:txBody>
      </p:sp>
      <p:sp>
        <p:nvSpPr>
          <p:cNvPr id="982" name="Google Shape;982;p2"/>
          <p:cNvSpPr txBox="1"/>
          <p:nvPr/>
        </p:nvSpPr>
        <p:spPr>
          <a:xfrm>
            <a:off x="5379565" y="3465810"/>
            <a:ext cx="3257100" cy="388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5"/>
              </a:buClr>
              <a:buSzPts val="1800"/>
              <a:buFont typeface="Didact Gothic"/>
              <a:buNone/>
            </a:pPr>
            <a:r>
              <a:rPr b="1" i="0" lang="en" sz="1800" u="none" cap="none" strike="noStrike">
                <a:solidFill>
                  <a:schemeClr val="accent5"/>
                </a:solidFill>
                <a:latin typeface="Aldrich"/>
                <a:ea typeface="Aldrich"/>
                <a:cs typeface="Aldrich"/>
                <a:sym typeface="Aldrich"/>
              </a:rPr>
              <a:t>Wrap-up w/ Q&amp;A</a:t>
            </a:r>
            <a:endParaRPr b="0" i="0" sz="1400" u="none" cap="none" strike="noStrike">
              <a:solidFill>
                <a:srgbClr val="000000"/>
              </a:solidFill>
              <a:latin typeface="Arial"/>
              <a:ea typeface="Arial"/>
              <a:cs typeface="Arial"/>
              <a:sym typeface="Arial"/>
            </a:endParaRPr>
          </a:p>
        </p:txBody>
      </p:sp>
      <p:sp>
        <p:nvSpPr>
          <p:cNvPr id="983" name="Google Shape;983;p2"/>
          <p:cNvSpPr txBox="1"/>
          <p:nvPr/>
        </p:nvSpPr>
        <p:spPr>
          <a:xfrm>
            <a:off x="5824315" y="3951201"/>
            <a:ext cx="23676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accent5"/>
              </a:buClr>
              <a:buSzPts val="1800"/>
              <a:buFont typeface="Didact Gothic"/>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3"/>
          <p:cNvSpPr txBox="1"/>
          <p:nvPr>
            <p:ph type="ctrTitle"/>
          </p:nvPr>
        </p:nvSpPr>
        <p:spPr>
          <a:xfrm>
            <a:off x="1968837" y="918086"/>
            <a:ext cx="5302500" cy="11244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8000"/>
              <a:buNone/>
            </a:pPr>
            <a:r>
              <a:rPr lang="en"/>
              <a:t>INTRODUCTION</a:t>
            </a:r>
            <a:endParaRPr/>
          </a:p>
        </p:txBody>
      </p:sp>
      <p:sp>
        <p:nvSpPr>
          <p:cNvPr id="989" name="Google Shape;989;p3"/>
          <p:cNvSpPr txBox="1"/>
          <p:nvPr>
            <p:ph idx="1" type="subTitle"/>
          </p:nvPr>
        </p:nvSpPr>
        <p:spPr>
          <a:xfrm>
            <a:off x="1423950" y="2378400"/>
            <a:ext cx="6071100" cy="12819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800"/>
              <a:buNone/>
            </a:pPr>
            <a:r>
              <a:rPr lang="en" sz="1600"/>
              <a:t>This analysis was conducted to gain insight to the impact of remote work on job performance and overall employee satisfaction as more companies </a:t>
            </a:r>
            <a:r>
              <a:rPr lang="en" sz="1600"/>
              <a:t>transition</a:t>
            </a:r>
            <a:r>
              <a:rPr lang="en" sz="1600"/>
              <a:t> to in-person and on site requirements post covid and quarantine years.</a:t>
            </a:r>
            <a:endParaRPr sz="1600"/>
          </a:p>
          <a:p>
            <a:pPr indent="0" lvl="0" marL="0" rtl="0" algn="ctr">
              <a:lnSpc>
                <a:spcPct val="100000"/>
              </a:lnSpc>
              <a:spcBef>
                <a:spcPts val="0"/>
              </a:spcBef>
              <a:spcAft>
                <a:spcPts val="0"/>
              </a:spcAft>
              <a:buSzPts val="1800"/>
              <a:buNone/>
            </a:pPr>
            <a:r>
              <a:t/>
            </a:r>
            <a:endParaRPr sz="1600"/>
          </a:p>
        </p:txBody>
      </p:sp>
      <p:sp>
        <p:nvSpPr>
          <p:cNvPr id="990" name="Google Shape;990;p3">
            <a:hlinkClick action="ppaction://hlinksldjump" r:id="rId3"/>
          </p:cNvPr>
          <p:cNvSpPr txBox="1"/>
          <p:nvPr>
            <p:ph idx="2" type="title"/>
          </p:nvPr>
        </p:nvSpPr>
        <p:spPr>
          <a:xfrm>
            <a:off x="2636400" y="607836"/>
            <a:ext cx="4159800" cy="704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5000"/>
              <a:buNone/>
            </a:pPr>
            <a:r>
              <a:rPr lang="en"/>
              <a:t>01</a:t>
            </a:r>
            <a:endParaRPr/>
          </a:p>
        </p:txBody>
      </p:sp>
      <p:sp>
        <p:nvSpPr>
          <p:cNvPr id="991" name="Google Shape;991;p3"/>
          <p:cNvSpPr/>
          <p:nvPr/>
        </p:nvSpPr>
        <p:spPr>
          <a:xfrm>
            <a:off x="3655800" y="386670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92" name="Google Shape;992;p3"/>
          <p:cNvGrpSpPr/>
          <p:nvPr/>
        </p:nvGrpSpPr>
        <p:grpSpPr>
          <a:xfrm rot="10667963">
            <a:off x="7414318" y="1387687"/>
            <a:ext cx="1474038" cy="2698191"/>
            <a:chOff x="365696" y="228600"/>
            <a:chExt cx="1473983" cy="2698089"/>
          </a:xfrm>
        </p:grpSpPr>
        <p:grpSp>
          <p:nvGrpSpPr>
            <p:cNvPr id="993" name="Google Shape;993;p3"/>
            <p:cNvGrpSpPr/>
            <p:nvPr/>
          </p:nvGrpSpPr>
          <p:grpSpPr>
            <a:xfrm flipH="1" rot="-617154">
              <a:off x="575967" y="402323"/>
              <a:ext cx="1053440" cy="2450002"/>
              <a:chOff x="3817855" y="1437512"/>
              <a:chExt cx="541146" cy="1128254"/>
            </a:xfrm>
          </p:grpSpPr>
          <p:sp>
            <p:nvSpPr>
              <p:cNvPr id="994" name="Google Shape;994;p3"/>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5" name="Google Shape;995;p3"/>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96" name="Google Shape;996;p3"/>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97" name="Google Shape;997;p3"/>
          <p:cNvGrpSpPr/>
          <p:nvPr/>
        </p:nvGrpSpPr>
        <p:grpSpPr>
          <a:xfrm rot="-230834">
            <a:off x="217749" y="1063694"/>
            <a:ext cx="1474061" cy="2698235"/>
            <a:chOff x="365696" y="228600"/>
            <a:chExt cx="1473983" cy="2698089"/>
          </a:xfrm>
        </p:grpSpPr>
        <p:grpSp>
          <p:nvGrpSpPr>
            <p:cNvPr id="998" name="Google Shape;998;p3"/>
            <p:cNvGrpSpPr/>
            <p:nvPr/>
          </p:nvGrpSpPr>
          <p:grpSpPr>
            <a:xfrm flipH="1" rot="-617154">
              <a:off x="575967" y="402323"/>
              <a:ext cx="1053440" cy="2450002"/>
              <a:chOff x="3817855" y="1437512"/>
              <a:chExt cx="541146" cy="1128254"/>
            </a:xfrm>
          </p:grpSpPr>
          <p:sp>
            <p:nvSpPr>
              <p:cNvPr id="999" name="Google Shape;999;p3"/>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3"/>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01" name="Google Shape;1001;p3"/>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02" name="Google Shape;1002;p3">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3">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990"/>
                                        </p:tgtEl>
                                        <p:attrNameLst>
                                          <p:attrName>style.visibility</p:attrName>
                                        </p:attrNameLst>
                                      </p:cBhvr>
                                      <p:to>
                                        <p:strVal val="visible"/>
                                      </p:to>
                                    </p:set>
                                    <p:anim calcmode="lin" valueType="num">
                                      <p:cBhvr additive="base">
                                        <p:cTn dur="1000"/>
                                        <p:tgtEl>
                                          <p:spTgt spid="990"/>
                                        </p:tgtEl>
                                        <p:attrNameLst>
                                          <p:attrName>ppt_w</p:attrName>
                                        </p:attrNameLst>
                                      </p:cBhvr>
                                      <p:tavLst>
                                        <p:tav fmla="" tm="0">
                                          <p:val>
                                            <p:strVal val="0"/>
                                          </p:val>
                                        </p:tav>
                                        <p:tav fmla="" tm="100000">
                                          <p:val>
                                            <p:strVal val="#ppt_w"/>
                                          </p:val>
                                        </p:tav>
                                      </p:tavLst>
                                    </p:anim>
                                    <p:anim calcmode="lin" valueType="num">
                                      <p:cBhvr additive="base">
                                        <p:cTn dur="1000"/>
                                        <p:tgtEl>
                                          <p:spTgt spid="990"/>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991"/>
                                        </p:tgtEl>
                                        <p:attrNameLst>
                                          <p:attrName>style.visibility</p:attrName>
                                        </p:attrNameLst>
                                      </p:cBhvr>
                                      <p:to>
                                        <p:strVal val="visible"/>
                                      </p:to>
                                    </p:set>
                                    <p:anim calcmode="lin" valueType="num">
                                      <p:cBhvr additive="base">
                                        <p:cTn dur="1000"/>
                                        <p:tgtEl>
                                          <p:spTgt spid="991"/>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992"/>
                                        </p:tgtEl>
                                        <p:attrNameLst>
                                          <p:attrName>style.visibility</p:attrName>
                                        </p:attrNameLst>
                                      </p:cBhvr>
                                      <p:to>
                                        <p:strVal val="visible"/>
                                      </p:to>
                                    </p:set>
                                    <p:anim calcmode="lin" valueType="num">
                                      <p:cBhvr additive="base">
                                        <p:cTn dur="1000"/>
                                        <p:tgtEl>
                                          <p:spTgt spid="99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997"/>
                                        </p:tgtEl>
                                        <p:attrNameLst>
                                          <p:attrName>style.visibility</p:attrName>
                                        </p:attrNameLst>
                                      </p:cBhvr>
                                      <p:to>
                                        <p:strVal val="visible"/>
                                      </p:to>
                                    </p:set>
                                    <p:anim calcmode="lin" valueType="num">
                                      <p:cBhvr additive="base">
                                        <p:cTn dur="1000"/>
                                        <p:tgtEl>
                                          <p:spTgt spid="99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ea1b9d0de0_0_0"/>
          <p:cNvSpPr txBox="1"/>
          <p:nvPr>
            <p:ph type="ctrTitle"/>
          </p:nvPr>
        </p:nvSpPr>
        <p:spPr>
          <a:xfrm>
            <a:off x="1920624" y="795611"/>
            <a:ext cx="5302500" cy="11244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8000"/>
              <a:buNone/>
            </a:pPr>
            <a:r>
              <a:rPr lang="en"/>
              <a:t>MOTIVATION</a:t>
            </a:r>
            <a:endParaRPr/>
          </a:p>
        </p:txBody>
      </p:sp>
      <p:sp>
        <p:nvSpPr>
          <p:cNvPr id="1009" name="Google Shape;1009;g3ea1b9d0de0_0_0"/>
          <p:cNvSpPr txBox="1"/>
          <p:nvPr>
            <p:ph idx="1" type="subTitle"/>
          </p:nvPr>
        </p:nvSpPr>
        <p:spPr>
          <a:xfrm>
            <a:off x="1164663" y="1920000"/>
            <a:ext cx="6843000" cy="27528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800"/>
              <a:buNone/>
            </a:pPr>
            <a:r>
              <a:rPr lang="en" sz="1600"/>
              <a:t>The post Covid and Quarantine era catapulted our society, especially the corporate world, to be heavily technology oriented. From how we submit our deliverable to how we meet our teams. I started at healthfirst in the quarantine era in a remote position, so my experience is a lot different than those who have always worked inside of the office. Recently, various companies, including Healthfirst, are trending to hybrid or fully in-person structure. Early last year, Healthfirst collected data on remote work from the employees to gain an insight to the impact and preference that team members and leaders hold. I sought data that reflected a similar scope to explore how the original data was analyzed or how companies can utilize this data in the future.</a:t>
            </a:r>
            <a:endParaRPr sz="1600"/>
          </a:p>
          <a:p>
            <a:pPr indent="0" lvl="0" marL="0" rtl="0" algn="ctr">
              <a:lnSpc>
                <a:spcPct val="100000"/>
              </a:lnSpc>
              <a:spcBef>
                <a:spcPts val="0"/>
              </a:spcBef>
              <a:spcAft>
                <a:spcPts val="0"/>
              </a:spcAft>
              <a:buSzPts val="1800"/>
              <a:buNone/>
            </a:pPr>
            <a:r>
              <a:t/>
            </a:r>
            <a:endParaRPr sz="1600"/>
          </a:p>
          <a:p>
            <a:pPr indent="0" lvl="0" marL="0" rtl="0" algn="ctr">
              <a:lnSpc>
                <a:spcPct val="100000"/>
              </a:lnSpc>
              <a:spcBef>
                <a:spcPts val="0"/>
              </a:spcBef>
              <a:spcAft>
                <a:spcPts val="0"/>
              </a:spcAft>
              <a:buSzPts val="1800"/>
              <a:buNone/>
            </a:pPr>
            <a:r>
              <a:t/>
            </a:r>
            <a:endParaRPr sz="1600"/>
          </a:p>
        </p:txBody>
      </p:sp>
      <p:sp>
        <p:nvSpPr>
          <p:cNvPr id="1010" name="Google Shape;1010;g3ea1b9d0de0_0_0">
            <a:hlinkClick action="ppaction://hlinksldjump" r:id="rId3"/>
          </p:cNvPr>
          <p:cNvSpPr txBox="1"/>
          <p:nvPr>
            <p:ph idx="2" type="title"/>
          </p:nvPr>
        </p:nvSpPr>
        <p:spPr>
          <a:xfrm>
            <a:off x="2636400" y="607836"/>
            <a:ext cx="4159800" cy="704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5000"/>
              <a:buNone/>
            </a:pPr>
            <a:r>
              <a:rPr lang="en"/>
              <a:t>01</a:t>
            </a:r>
            <a:endParaRPr/>
          </a:p>
        </p:txBody>
      </p:sp>
      <p:sp>
        <p:nvSpPr>
          <p:cNvPr id="1011" name="Google Shape;1011;g3ea1b9d0de0_0_0"/>
          <p:cNvSpPr/>
          <p:nvPr/>
        </p:nvSpPr>
        <p:spPr>
          <a:xfrm>
            <a:off x="3655800" y="4622926"/>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12" name="Google Shape;1012;g3ea1b9d0de0_0_0"/>
          <p:cNvGrpSpPr/>
          <p:nvPr/>
        </p:nvGrpSpPr>
        <p:grpSpPr>
          <a:xfrm rot="10667963">
            <a:off x="7414434" y="1387685"/>
            <a:ext cx="1473990" cy="2698189"/>
            <a:chOff x="365627" y="228600"/>
            <a:chExt cx="1473934" cy="2698088"/>
          </a:xfrm>
        </p:grpSpPr>
        <p:grpSp>
          <p:nvGrpSpPr>
            <p:cNvPr id="1013" name="Google Shape;1013;g3ea1b9d0de0_0_0"/>
            <p:cNvGrpSpPr/>
            <p:nvPr/>
          </p:nvGrpSpPr>
          <p:grpSpPr>
            <a:xfrm flipH="1" rot="-617154">
              <a:off x="575875" y="402327"/>
              <a:ext cx="1053440" cy="2449993"/>
              <a:chOff x="3817855" y="1437512"/>
              <a:chExt cx="541146" cy="1128254"/>
            </a:xfrm>
          </p:grpSpPr>
          <p:sp>
            <p:nvSpPr>
              <p:cNvPr id="1014" name="Google Shape;1014;g3ea1b9d0de0_0_0"/>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g3ea1b9d0de0_0_0"/>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16" name="Google Shape;1016;g3ea1b9d0de0_0_0"/>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17" name="Google Shape;1017;g3ea1b9d0de0_0_0"/>
          <p:cNvGrpSpPr/>
          <p:nvPr/>
        </p:nvGrpSpPr>
        <p:grpSpPr>
          <a:xfrm rot="-230834">
            <a:off x="217681" y="1063700"/>
            <a:ext cx="1474014" cy="2698233"/>
            <a:chOff x="365627" y="228600"/>
            <a:chExt cx="1473934" cy="2698088"/>
          </a:xfrm>
        </p:grpSpPr>
        <p:grpSp>
          <p:nvGrpSpPr>
            <p:cNvPr id="1018" name="Google Shape;1018;g3ea1b9d0de0_0_0"/>
            <p:cNvGrpSpPr/>
            <p:nvPr/>
          </p:nvGrpSpPr>
          <p:grpSpPr>
            <a:xfrm flipH="1" rot="-617154">
              <a:off x="575875" y="402327"/>
              <a:ext cx="1053440" cy="2449993"/>
              <a:chOff x="3817855" y="1437512"/>
              <a:chExt cx="541146" cy="1128254"/>
            </a:xfrm>
          </p:grpSpPr>
          <p:sp>
            <p:nvSpPr>
              <p:cNvPr id="1019" name="Google Shape;1019;g3ea1b9d0de0_0_0"/>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g3ea1b9d0de0_0_0"/>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21" name="Google Shape;1021;g3ea1b9d0de0_0_0"/>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22" name="Google Shape;1022;g3ea1b9d0de0_0_0">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3" name="Google Shape;1023;g3ea1b9d0de0_0_0">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010"/>
                                        </p:tgtEl>
                                        <p:attrNameLst>
                                          <p:attrName>style.visibility</p:attrName>
                                        </p:attrNameLst>
                                      </p:cBhvr>
                                      <p:to>
                                        <p:strVal val="visible"/>
                                      </p:to>
                                    </p:set>
                                    <p:anim calcmode="lin" valueType="num">
                                      <p:cBhvr additive="base">
                                        <p:cTn dur="1000"/>
                                        <p:tgtEl>
                                          <p:spTgt spid="1010"/>
                                        </p:tgtEl>
                                        <p:attrNameLst>
                                          <p:attrName>ppt_w</p:attrName>
                                        </p:attrNameLst>
                                      </p:cBhvr>
                                      <p:tavLst>
                                        <p:tav fmla="" tm="0">
                                          <p:val>
                                            <p:strVal val="0"/>
                                          </p:val>
                                        </p:tav>
                                        <p:tav fmla="" tm="100000">
                                          <p:val>
                                            <p:strVal val="#ppt_w"/>
                                          </p:val>
                                        </p:tav>
                                      </p:tavLst>
                                    </p:anim>
                                    <p:anim calcmode="lin" valueType="num">
                                      <p:cBhvr additive="base">
                                        <p:cTn dur="1000"/>
                                        <p:tgtEl>
                                          <p:spTgt spid="1010"/>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1011"/>
                                        </p:tgtEl>
                                        <p:attrNameLst>
                                          <p:attrName>style.visibility</p:attrName>
                                        </p:attrNameLst>
                                      </p:cBhvr>
                                      <p:to>
                                        <p:strVal val="visible"/>
                                      </p:to>
                                    </p:set>
                                    <p:anim calcmode="lin" valueType="num">
                                      <p:cBhvr additive="base">
                                        <p:cTn dur="1000"/>
                                        <p:tgtEl>
                                          <p:spTgt spid="1011"/>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1012"/>
                                        </p:tgtEl>
                                        <p:attrNameLst>
                                          <p:attrName>style.visibility</p:attrName>
                                        </p:attrNameLst>
                                      </p:cBhvr>
                                      <p:to>
                                        <p:strVal val="visible"/>
                                      </p:to>
                                    </p:set>
                                    <p:anim calcmode="lin" valueType="num">
                                      <p:cBhvr additive="base">
                                        <p:cTn dur="1000"/>
                                        <p:tgtEl>
                                          <p:spTgt spid="101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017"/>
                                        </p:tgtEl>
                                        <p:attrNameLst>
                                          <p:attrName>style.visibility</p:attrName>
                                        </p:attrNameLst>
                                      </p:cBhvr>
                                      <p:to>
                                        <p:strVal val="visible"/>
                                      </p:to>
                                    </p:set>
                                    <p:anim calcmode="lin" valueType="num">
                                      <p:cBhvr additive="base">
                                        <p:cTn dur="1000"/>
                                        <p:tgtEl>
                                          <p:spTgt spid="101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4"/>
          <p:cNvSpPr txBox="1"/>
          <p:nvPr>
            <p:ph type="ctrTitle"/>
          </p:nvPr>
        </p:nvSpPr>
        <p:spPr>
          <a:xfrm>
            <a:off x="1920762" y="860361"/>
            <a:ext cx="5302500" cy="11244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8000"/>
              <a:buNone/>
            </a:pPr>
            <a:r>
              <a:rPr lang="en"/>
              <a:t>DATA SOURCE</a:t>
            </a:r>
            <a:endParaRPr/>
          </a:p>
        </p:txBody>
      </p:sp>
      <p:sp>
        <p:nvSpPr>
          <p:cNvPr id="1029" name="Google Shape;1029;p4"/>
          <p:cNvSpPr txBox="1"/>
          <p:nvPr>
            <p:ph idx="1" type="subTitle"/>
          </p:nvPr>
        </p:nvSpPr>
        <p:spPr>
          <a:xfrm>
            <a:off x="1349400" y="2378400"/>
            <a:ext cx="6232200" cy="1124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800"/>
              <a:buNone/>
            </a:pPr>
            <a:r>
              <a:rPr b="1" lang="en" sz="2700">
                <a:solidFill>
                  <a:srgbClr val="202124"/>
                </a:solidFill>
                <a:latin typeface="Arial"/>
                <a:ea typeface="Arial"/>
                <a:cs typeface="Arial"/>
                <a:sym typeface="Arial"/>
              </a:rPr>
              <a:t>Kaggle:</a:t>
            </a:r>
            <a:r>
              <a:rPr lang="en"/>
              <a:t> </a:t>
            </a:r>
            <a:r>
              <a:rPr lang="en"/>
              <a:t>Employee Performance and Productivity Data</a:t>
            </a:r>
            <a:endParaRPr b="1" sz="2700">
              <a:solidFill>
                <a:srgbClr val="202124"/>
              </a:solidFill>
              <a:latin typeface="Arial"/>
              <a:ea typeface="Arial"/>
              <a:cs typeface="Arial"/>
              <a:sym typeface="Arial"/>
            </a:endParaRPr>
          </a:p>
          <a:p>
            <a:pPr indent="0" lvl="0" marL="0" rtl="0" algn="ctr">
              <a:lnSpc>
                <a:spcPct val="100000"/>
              </a:lnSpc>
              <a:spcBef>
                <a:spcPts val="0"/>
              </a:spcBef>
              <a:spcAft>
                <a:spcPts val="0"/>
              </a:spcAft>
              <a:buSzPts val="1800"/>
              <a:buNone/>
            </a:pPr>
            <a:r>
              <a:rPr lang="en" sz="1100" u="sng">
                <a:solidFill>
                  <a:schemeClr val="hlink"/>
                </a:solidFill>
                <a:latin typeface="Arial"/>
                <a:ea typeface="Arial"/>
                <a:cs typeface="Arial"/>
                <a:sym typeface="Arial"/>
                <a:hlinkClick r:id="rId3"/>
              </a:rPr>
              <a:t>https://www.kaggle.com/datasets/mexwell/employee-performance-and-productivity-data</a:t>
            </a:r>
            <a:endParaRPr/>
          </a:p>
          <a:p>
            <a:pPr indent="0" lvl="0" marL="0" rtl="0" algn="ctr">
              <a:lnSpc>
                <a:spcPct val="100000"/>
              </a:lnSpc>
              <a:spcBef>
                <a:spcPts val="0"/>
              </a:spcBef>
              <a:spcAft>
                <a:spcPts val="0"/>
              </a:spcAft>
              <a:buSzPts val="1800"/>
              <a:buNone/>
            </a:pPr>
            <a:r>
              <a:t/>
            </a:r>
            <a:endParaRPr/>
          </a:p>
          <a:p>
            <a:pPr indent="0" lvl="0" marL="0" rtl="0" algn="ctr">
              <a:lnSpc>
                <a:spcPct val="100000"/>
              </a:lnSpc>
              <a:spcBef>
                <a:spcPts val="0"/>
              </a:spcBef>
              <a:spcAft>
                <a:spcPts val="0"/>
              </a:spcAft>
              <a:buSzPts val="1800"/>
              <a:buNone/>
            </a:pPr>
            <a:r>
              <a:rPr lang="en"/>
              <a:t>Data Card: 20 </a:t>
            </a:r>
            <a:r>
              <a:rPr lang="en"/>
              <a:t>Columns</a:t>
            </a:r>
            <a:r>
              <a:rPr lang="en"/>
              <a:t> 100,000 Rows</a:t>
            </a:r>
            <a:endParaRPr/>
          </a:p>
          <a:p>
            <a:pPr indent="0" lvl="0" marL="0" rtl="0" algn="ctr">
              <a:lnSpc>
                <a:spcPct val="100000"/>
              </a:lnSpc>
              <a:spcBef>
                <a:spcPts val="0"/>
              </a:spcBef>
              <a:spcAft>
                <a:spcPts val="0"/>
              </a:spcAft>
              <a:buSzPts val="1800"/>
              <a:buNone/>
            </a:pPr>
            <a:r>
              <a:rPr lang="en" sz="1200">
                <a:solidFill>
                  <a:schemeClr val="dk1"/>
                </a:solidFill>
                <a:latin typeface="Arial"/>
                <a:ea typeface="Arial"/>
                <a:cs typeface="Arial"/>
                <a:sym typeface="Arial"/>
              </a:rPr>
              <a:t>Synthetic data generated by GPT (Dataset creator used OpenAI's models to create and artificial dataset that mimic the statistical properties and structures of real-world data)</a:t>
            </a:r>
            <a:endParaRPr/>
          </a:p>
        </p:txBody>
      </p:sp>
      <p:sp>
        <p:nvSpPr>
          <p:cNvPr id="1030" name="Google Shape;1030;p4">
            <a:hlinkClick action="ppaction://hlinksldjump" r:id="rId4"/>
          </p:cNvPr>
          <p:cNvSpPr txBox="1"/>
          <p:nvPr>
            <p:ph idx="2" type="title"/>
          </p:nvPr>
        </p:nvSpPr>
        <p:spPr>
          <a:xfrm>
            <a:off x="2489263" y="598236"/>
            <a:ext cx="4159800" cy="704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5000"/>
              <a:buNone/>
            </a:pPr>
            <a:r>
              <a:rPr lang="en"/>
              <a:t>02</a:t>
            </a:r>
            <a:endParaRPr/>
          </a:p>
        </p:txBody>
      </p:sp>
      <p:sp>
        <p:nvSpPr>
          <p:cNvPr id="1031" name="Google Shape;1031;p4"/>
          <p:cNvSpPr/>
          <p:nvPr/>
        </p:nvSpPr>
        <p:spPr>
          <a:xfrm>
            <a:off x="3655800" y="4222676"/>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32" name="Google Shape;1032;p4"/>
          <p:cNvGrpSpPr/>
          <p:nvPr/>
        </p:nvGrpSpPr>
        <p:grpSpPr>
          <a:xfrm rot="10667963">
            <a:off x="7414318" y="1387687"/>
            <a:ext cx="1474038" cy="2698191"/>
            <a:chOff x="365696" y="228600"/>
            <a:chExt cx="1473983" cy="2698089"/>
          </a:xfrm>
        </p:grpSpPr>
        <p:grpSp>
          <p:nvGrpSpPr>
            <p:cNvPr id="1033" name="Google Shape;1033;p4"/>
            <p:cNvGrpSpPr/>
            <p:nvPr/>
          </p:nvGrpSpPr>
          <p:grpSpPr>
            <a:xfrm flipH="1" rot="-617154">
              <a:off x="575967" y="402323"/>
              <a:ext cx="1053440" cy="2450002"/>
              <a:chOff x="3817855" y="1437512"/>
              <a:chExt cx="541146" cy="1128254"/>
            </a:xfrm>
          </p:grpSpPr>
          <p:sp>
            <p:nvSpPr>
              <p:cNvPr id="1034" name="Google Shape;1034;p4"/>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5" name="Google Shape;1035;p4"/>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36" name="Google Shape;1036;p4"/>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37" name="Google Shape;1037;p4"/>
          <p:cNvGrpSpPr/>
          <p:nvPr/>
        </p:nvGrpSpPr>
        <p:grpSpPr>
          <a:xfrm rot="-230834">
            <a:off x="217749" y="1063694"/>
            <a:ext cx="1474061" cy="2698235"/>
            <a:chOff x="365696" y="228600"/>
            <a:chExt cx="1473983" cy="2698089"/>
          </a:xfrm>
        </p:grpSpPr>
        <p:grpSp>
          <p:nvGrpSpPr>
            <p:cNvPr id="1038" name="Google Shape;1038;p4"/>
            <p:cNvGrpSpPr/>
            <p:nvPr/>
          </p:nvGrpSpPr>
          <p:grpSpPr>
            <a:xfrm flipH="1" rot="-617154">
              <a:off x="575967" y="402323"/>
              <a:ext cx="1053440" cy="2450002"/>
              <a:chOff x="3817855" y="1437512"/>
              <a:chExt cx="541146" cy="1128254"/>
            </a:xfrm>
          </p:grpSpPr>
          <p:sp>
            <p:nvSpPr>
              <p:cNvPr id="1039" name="Google Shape;1039;p4"/>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0" name="Google Shape;1040;p4"/>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41" name="Google Shape;1041;p4"/>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42" name="Google Shape;1042;p4">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3" name="Google Shape;1043;p4">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030"/>
                                        </p:tgtEl>
                                        <p:attrNameLst>
                                          <p:attrName>style.visibility</p:attrName>
                                        </p:attrNameLst>
                                      </p:cBhvr>
                                      <p:to>
                                        <p:strVal val="visible"/>
                                      </p:to>
                                    </p:set>
                                    <p:anim calcmode="lin" valueType="num">
                                      <p:cBhvr additive="base">
                                        <p:cTn dur="1000"/>
                                        <p:tgtEl>
                                          <p:spTgt spid="1030"/>
                                        </p:tgtEl>
                                        <p:attrNameLst>
                                          <p:attrName>ppt_w</p:attrName>
                                        </p:attrNameLst>
                                      </p:cBhvr>
                                      <p:tavLst>
                                        <p:tav fmla="" tm="0">
                                          <p:val>
                                            <p:strVal val="0"/>
                                          </p:val>
                                        </p:tav>
                                        <p:tav fmla="" tm="100000">
                                          <p:val>
                                            <p:strVal val="#ppt_w"/>
                                          </p:val>
                                        </p:tav>
                                      </p:tavLst>
                                    </p:anim>
                                    <p:anim calcmode="lin" valueType="num">
                                      <p:cBhvr additive="base">
                                        <p:cTn dur="1000"/>
                                        <p:tgtEl>
                                          <p:spTgt spid="1030"/>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1031"/>
                                        </p:tgtEl>
                                        <p:attrNameLst>
                                          <p:attrName>style.visibility</p:attrName>
                                        </p:attrNameLst>
                                      </p:cBhvr>
                                      <p:to>
                                        <p:strVal val="visible"/>
                                      </p:to>
                                    </p:set>
                                    <p:anim calcmode="lin" valueType="num">
                                      <p:cBhvr additive="base">
                                        <p:cTn dur="1000"/>
                                        <p:tgtEl>
                                          <p:spTgt spid="1031"/>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1032"/>
                                        </p:tgtEl>
                                        <p:attrNameLst>
                                          <p:attrName>style.visibility</p:attrName>
                                        </p:attrNameLst>
                                      </p:cBhvr>
                                      <p:to>
                                        <p:strVal val="visible"/>
                                      </p:to>
                                    </p:set>
                                    <p:anim calcmode="lin" valueType="num">
                                      <p:cBhvr additive="base">
                                        <p:cTn dur="1000"/>
                                        <p:tgtEl>
                                          <p:spTgt spid="103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037"/>
                                        </p:tgtEl>
                                        <p:attrNameLst>
                                          <p:attrName>style.visibility</p:attrName>
                                        </p:attrNameLst>
                                      </p:cBhvr>
                                      <p:to>
                                        <p:strVal val="visible"/>
                                      </p:to>
                                    </p:set>
                                    <p:anim calcmode="lin" valueType="num">
                                      <p:cBhvr additive="base">
                                        <p:cTn dur="1000"/>
                                        <p:tgtEl>
                                          <p:spTgt spid="103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p5"/>
          <p:cNvSpPr txBox="1"/>
          <p:nvPr>
            <p:ph type="ctrTitle"/>
          </p:nvPr>
        </p:nvSpPr>
        <p:spPr>
          <a:xfrm>
            <a:off x="1603685" y="940311"/>
            <a:ext cx="5936400" cy="11244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8000"/>
              <a:buNone/>
            </a:pPr>
            <a:r>
              <a:rPr lang="en"/>
              <a:t>METHODOLOGIES</a:t>
            </a:r>
            <a:endParaRPr/>
          </a:p>
        </p:txBody>
      </p:sp>
      <p:sp>
        <p:nvSpPr>
          <p:cNvPr id="1049" name="Google Shape;1049;p5"/>
          <p:cNvSpPr txBox="1"/>
          <p:nvPr>
            <p:ph idx="1" type="subTitle"/>
          </p:nvPr>
        </p:nvSpPr>
        <p:spPr>
          <a:xfrm>
            <a:off x="814650" y="2188125"/>
            <a:ext cx="7575000" cy="16785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800"/>
              <a:buNone/>
            </a:pPr>
            <a:r>
              <a:rPr lang="en"/>
              <a:t>Downloaded dataset and analyzed information using Python in Google Colab</a:t>
            </a:r>
            <a:endParaRPr/>
          </a:p>
          <a:p>
            <a:pPr indent="0" lvl="0" marL="0" rtl="0" algn="ctr">
              <a:lnSpc>
                <a:spcPct val="100000"/>
              </a:lnSpc>
              <a:spcBef>
                <a:spcPts val="0"/>
              </a:spcBef>
              <a:spcAft>
                <a:spcPts val="0"/>
              </a:spcAft>
              <a:buSzPts val="1800"/>
              <a:buNone/>
            </a:pPr>
            <a:r>
              <a:t/>
            </a:r>
            <a:endParaRPr/>
          </a:p>
          <a:p>
            <a:pPr indent="0" lvl="0" marL="0" rtl="0" algn="ctr">
              <a:lnSpc>
                <a:spcPct val="100000"/>
              </a:lnSpc>
              <a:spcBef>
                <a:spcPts val="0"/>
              </a:spcBef>
              <a:spcAft>
                <a:spcPts val="0"/>
              </a:spcAft>
              <a:buSzPts val="1800"/>
              <a:buNone/>
            </a:pPr>
            <a:r>
              <a:rPr lang="en"/>
              <a:t>Imported Libraries:</a:t>
            </a:r>
            <a:r>
              <a:rPr lang="en"/>
              <a:t> pandas; seaborn and matplotlib.pyplot to clean, analyze, group, transform and visualize the data</a:t>
            </a:r>
            <a:endParaRPr/>
          </a:p>
        </p:txBody>
      </p:sp>
      <p:sp>
        <p:nvSpPr>
          <p:cNvPr id="1050" name="Google Shape;1050;p5">
            <a:hlinkClick action="ppaction://hlinksldjump" r:id="rId3"/>
          </p:cNvPr>
          <p:cNvSpPr txBox="1"/>
          <p:nvPr>
            <p:ph idx="2" type="title"/>
          </p:nvPr>
        </p:nvSpPr>
        <p:spPr>
          <a:xfrm>
            <a:off x="2491963" y="655686"/>
            <a:ext cx="4159800" cy="704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5000"/>
              <a:buNone/>
            </a:pPr>
            <a:r>
              <a:rPr lang="en"/>
              <a:t>03</a:t>
            </a:r>
            <a:endParaRPr/>
          </a:p>
        </p:txBody>
      </p:sp>
      <p:sp>
        <p:nvSpPr>
          <p:cNvPr id="1051" name="Google Shape;1051;p5"/>
          <p:cNvSpPr/>
          <p:nvPr/>
        </p:nvSpPr>
        <p:spPr>
          <a:xfrm>
            <a:off x="3655800" y="386670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52" name="Google Shape;1052;p5"/>
          <p:cNvGrpSpPr/>
          <p:nvPr/>
        </p:nvGrpSpPr>
        <p:grpSpPr>
          <a:xfrm rot="10667963">
            <a:off x="7414318" y="1387687"/>
            <a:ext cx="1474038" cy="2698191"/>
            <a:chOff x="365696" y="228600"/>
            <a:chExt cx="1473983" cy="2698089"/>
          </a:xfrm>
        </p:grpSpPr>
        <p:grpSp>
          <p:nvGrpSpPr>
            <p:cNvPr id="1053" name="Google Shape;1053;p5"/>
            <p:cNvGrpSpPr/>
            <p:nvPr/>
          </p:nvGrpSpPr>
          <p:grpSpPr>
            <a:xfrm flipH="1" rot="-617154">
              <a:off x="575967" y="402323"/>
              <a:ext cx="1053440" cy="2450002"/>
              <a:chOff x="3817855" y="1437512"/>
              <a:chExt cx="541146" cy="1128254"/>
            </a:xfrm>
          </p:grpSpPr>
          <p:sp>
            <p:nvSpPr>
              <p:cNvPr id="1054" name="Google Shape;1054;p5"/>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5" name="Google Shape;1055;p5"/>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56" name="Google Shape;1056;p5"/>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57" name="Google Shape;1057;p5"/>
          <p:cNvGrpSpPr/>
          <p:nvPr/>
        </p:nvGrpSpPr>
        <p:grpSpPr>
          <a:xfrm rot="-230834">
            <a:off x="217749" y="1063694"/>
            <a:ext cx="1474061" cy="2698235"/>
            <a:chOff x="365696" y="228600"/>
            <a:chExt cx="1473983" cy="2698089"/>
          </a:xfrm>
        </p:grpSpPr>
        <p:grpSp>
          <p:nvGrpSpPr>
            <p:cNvPr id="1058" name="Google Shape;1058;p5"/>
            <p:cNvGrpSpPr/>
            <p:nvPr/>
          </p:nvGrpSpPr>
          <p:grpSpPr>
            <a:xfrm flipH="1" rot="-617154">
              <a:off x="575967" y="402323"/>
              <a:ext cx="1053440" cy="2450002"/>
              <a:chOff x="3817855" y="1437512"/>
              <a:chExt cx="541146" cy="1128254"/>
            </a:xfrm>
          </p:grpSpPr>
          <p:sp>
            <p:nvSpPr>
              <p:cNvPr id="1059" name="Google Shape;1059;p5"/>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5"/>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61" name="Google Shape;1061;p5"/>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62" name="Google Shape;1062;p5">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3" name="Google Shape;1063;p5">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050"/>
                                        </p:tgtEl>
                                        <p:attrNameLst>
                                          <p:attrName>style.visibility</p:attrName>
                                        </p:attrNameLst>
                                      </p:cBhvr>
                                      <p:to>
                                        <p:strVal val="visible"/>
                                      </p:to>
                                    </p:set>
                                    <p:anim calcmode="lin" valueType="num">
                                      <p:cBhvr additive="base">
                                        <p:cTn dur="1000"/>
                                        <p:tgtEl>
                                          <p:spTgt spid="1050"/>
                                        </p:tgtEl>
                                        <p:attrNameLst>
                                          <p:attrName>ppt_w</p:attrName>
                                        </p:attrNameLst>
                                      </p:cBhvr>
                                      <p:tavLst>
                                        <p:tav fmla="" tm="0">
                                          <p:val>
                                            <p:strVal val="0"/>
                                          </p:val>
                                        </p:tav>
                                        <p:tav fmla="" tm="100000">
                                          <p:val>
                                            <p:strVal val="#ppt_w"/>
                                          </p:val>
                                        </p:tav>
                                      </p:tavLst>
                                    </p:anim>
                                    <p:anim calcmode="lin" valueType="num">
                                      <p:cBhvr additive="base">
                                        <p:cTn dur="1000"/>
                                        <p:tgtEl>
                                          <p:spTgt spid="1050"/>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1051"/>
                                        </p:tgtEl>
                                        <p:attrNameLst>
                                          <p:attrName>style.visibility</p:attrName>
                                        </p:attrNameLst>
                                      </p:cBhvr>
                                      <p:to>
                                        <p:strVal val="visible"/>
                                      </p:to>
                                    </p:set>
                                    <p:anim calcmode="lin" valueType="num">
                                      <p:cBhvr additive="base">
                                        <p:cTn dur="1000"/>
                                        <p:tgtEl>
                                          <p:spTgt spid="1051"/>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1052"/>
                                        </p:tgtEl>
                                        <p:attrNameLst>
                                          <p:attrName>style.visibility</p:attrName>
                                        </p:attrNameLst>
                                      </p:cBhvr>
                                      <p:to>
                                        <p:strVal val="visible"/>
                                      </p:to>
                                    </p:set>
                                    <p:anim calcmode="lin" valueType="num">
                                      <p:cBhvr additive="base">
                                        <p:cTn dur="1000"/>
                                        <p:tgtEl>
                                          <p:spTgt spid="105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057"/>
                                        </p:tgtEl>
                                        <p:attrNameLst>
                                          <p:attrName>style.visibility</p:attrName>
                                        </p:attrNameLst>
                                      </p:cBhvr>
                                      <p:to>
                                        <p:strVal val="visible"/>
                                      </p:to>
                                    </p:set>
                                    <p:anim calcmode="lin" valueType="num">
                                      <p:cBhvr additive="base">
                                        <p:cTn dur="1000"/>
                                        <p:tgtEl>
                                          <p:spTgt spid="105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23"/>
          <p:cNvSpPr/>
          <p:nvPr/>
        </p:nvSpPr>
        <p:spPr>
          <a:xfrm flipH="1">
            <a:off x="954075" y="1366400"/>
            <a:ext cx="4044600" cy="3073500"/>
          </a:xfrm>
          <a:prstGeom prst="roundRect">
            <a:avLst>
              <a:gd fmla="val 3396" name="adj"/>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23"/>
          <p:cNvSpPr txBox="1"/>
          <p:nvPr>
            <p:ph idx="1" type="body"/>
          </p:nvPr>
        </p:nvSpPr>
        <p:spPr>
          <a:xfrm>
            <a:off x="4998675" y="1366325"/>
            <a:ext cx="3191400" cy="3120300"/>
          </a:xfrm>
          <a:prstGeom prst="rect">
            <a:avLst/>
          </a:prstGeom>
          <a:noFill/>
          <a:ln>
            <a:noFill/>
          </a:ln>
        </p:spPr>
        <p:txBody>
          <a:bodyPr anchorCtr="0" anchor="ctr" bIns="91425" lIns="91425" spcFirstLastPara="1" rIns="91425" wrap="square" tIns="91425">
            <a:noAutofit/>
          </a:bodyPr>
          <a:lstStyle/>
          <a:p>
            <a:pPr indent="-330200" lvl="0" marL="457200" rtl="0" algn="l">
              <a:spcBef>
                <a:spcPts val="1000"/>
              </a:spcBef>
              <a:spcAft>
                <a:spcPts val="0"/>
              </a:spcAft>
              <a:buClr>
                <a:schemeClr val="accent5"/>
              </a:buClr>
              <a:buSzPts val="1600"/>
              <a:buChar char="●"/>
            </a:pPr>
            <a:r>
              <a:rPr lang="en">
                <a:solidFill>
                  <a:schemeClr val="accent5"/>
                </a:solidFill>
              </a:rPr>
              <a:t>Does Remote Work Affect Overall Employee Job Satisfaction?</a:t>
            </a:r>
            <a:endParaRPr>
              <a:solidFill>
                <a:schemeClr val="accent5"/>
              </a:solidFill>
            </a:endParaRPr>
          </a:p>
          <a:p>
            <a:pPr indent="-330200" lvl="0" marL="457200" rtl="0" algn="l">
              <a:spcBef>
                <a:spcPts val="1000"/>
              </a:spcBef>
              <a:spcAft>
                <a:spcPts val="0"/>
              </a:spcAft>
              <a:buClr>
                <a:schemeClr val="accent5"/>
              </a:buClr>
              <a:buSzPts val="1600"/>
              <a:buChar char="●"/>
            </a:pPr>
            <a:r>
              <a:rPr lang="en">
                <a:solidFill>
                  <a:schemeClr val="accent5"/>
                </a:solidFill>
              </a:rPr>
              <a:t>Does Remote Work Affect Employee Performance?</a:t>
            </a:r>
            <a:endParaRPr>
              <a:solidFill>
                <a:schemeClr val="accent5"/>
              </a:solidFill>
            </a:endParaRPr>
          </a:p>
          <a:p>
            <a:pPr indent="-330200" lvl="0" marL="457200" rtl="0" algn="l">
              <a:lnSpc>
                <a:spcPct val="100000"/>
              </a:lnSpc>
              <a:spcBef>
                <a:spcPts val="1600"/>
              </a:spcBef>
              <a:spcAft>
                <a:spcPts val="0"/>
              </a:spcAft>
              <a:buClr>
                <a:schemeClr val="accent5"/>
              </a:buClr>
              <a:buSzPts val="1600"/>
              <a:buChar char="●"/>
            </a:pPr>
            <a:r>
              <a:rPr lang="en">
                <a:solidFill>
                  <a:schemeClr val="accent5"/>
                </a:solidFill>
              </a:rPr>
              <a:t>Are there other factors that impact Employee Job </a:t>
            </a:r>
            <a:r>
              <a:rPr lang="en">
                <a:solidFill>
                  <a:schemeClr val="accent5"/>
                </a:solidFill>
              </a:rPr>
              <a:t>Satisfaction</a:t>
            </a:r>
            <a:r>
              <a:rPr lang="en">
                <a:solidFill>
                  <a:schemeClr val="accent5"/>
                </a:solidFill>
              </a:rPr>
              <a:t> and Performance more than Remote impact?</a:t>
            </a:r>
            <a:endParaRPr>
              <a:solidFill>
                <a:schemeClr val="accent5"/>
              </a:solidFill>
            </a:endParaRPr>
          </a:p>
          <a:p>
            <a:pPr indent="-342900" lvl="0" marL="457200" rtl="0" algn="l">
              <a:lnSpc>
                <a:spcPct val="100000"/>
              </a:lnSpc>
              <a:spcBef>
                <a:spcPts val="1600"/>
              </a:spcBef>
              <a:spcAft>
                <a:spcPts val="1600"/>
              </a:spcAft>
              <a:buClr>
                <a:schemeClr val="accent5"/>
              </a:buClr>
              <a:buSzPts val="1800"/>
              <a:buChar char="●"/>
            </a:pPr>
            <a:r>
              <a:rPr lang="en">
                <a:solidFill>
                  <a:schemeClr val="accent5"/>
                </a:solidFill>
              </a:rPr>
              <a:t>Should companies continue to adjust </a:t>
            </a:r>
            <a:r>
              <a:rPr lang="en">
                <a:solidFill>
                  <a:schemeClr val="accent5"/>
                </a:solidFill>
              </a:rPr>
              <a:t>toward a remote/ hybrid work environment?</a:t>
            </a:r>
            <a:r>
              <a:rPr lang="en">
                <a:solidFill>
                  <a:schemeClr val="accent5"/>
                </a:solidFill>
              </a:rPr>
              <a:t> </a:t>
            </a:r>
            <a:endParaRPr>
              <a:solidFill>
                <a:schemeClr val="accent5"/>
              </a:solidFill>
            </a:endParaRPr>
          </a:p>
        </p:txBody>
      </p:sp>
      <p:sp>
        <p:nvSpPr>
          <p:cNvPr id="1070" name="Google Shape;1070;p23"/>
          <p:cNvSpPr txBox="1"/>
          <p:nvPr>
            <p:ph type="title"/>
          </p:nvPr>
        </p:nvSpPr>
        <p:spPr>
          <a:xfrm>
            <a:off x="722375" y="530750"/>
            <a:ext cx="79278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Research Questions  </a:t>
            </a:r>
            <a:endParaRPr/>
          </a:p>
        </p:txBody>
      </p:sp>
      <p:grpSp>
        <p:nvGrpSpPr>
          <p:cNvPr id="1071" name="Google Shape;1071;p23"/>
          <p:cNvGrpSpPr/>
          <p:nvPr/>
        </p:nvGrpSpPr>
        <p:grpSpPr>
          <a:xfrm>
            <a:off x="1259648" y="1678376"/>
            <a:ext cx="3426788" cy="2448157"/>
            <a:chOff x="884172" y="1689117"/>
            <a:chExt cx="3727200" cy="2605808"/>
          </a:xfrm>
        </p:grpSpPr>
        <p:pic>
          <p:nvPicPr>
            <p:cNvPr id="1072" name="Google Shape;1072;p23"/>
            <p:cNvPicPr preferRelativeResize="0"/>
            <p:nvPr/>
          </p:nvPicPr>
          <p:blipFill rotWithShape="1">
            <a:blip r:embed="rId3">
              <a:alphaModFix/>
            </a:blip>
            <a:srcRect b="0" l="3254" r="1307" t="0"/>
            <a:stretch/>
          </p:blipFill>
          <p:spPr>
            <a:xfrm>
              <a:off x="884172" y="1689125"/>
              <a:ext cx="3727200" cy="2605800"/>
            </a:xfrm>
            <a:prstGeom prst="roundRect">
              <a:avLst>
                <a:gd fmla="val 3654" name="adj"/>
              </a:avLst>
            </a:prstGeom>
            <a:noFill/>
            <a:ln cap="flat" cmpd="sng" w="28575">
              <a:solidFill>
                <a:schemeClr val="accent5"/>
              </a:solidFill>
              <a:prstDash val="solid"/>
              <a:round/>
              <a:headEnd len="sm" w="sm" type="none"/>
              <a:tailEnd len="sm" w="sm" type="none"/>
            </a:ln>
          </p:spPr>
        </p:pic>
        <p:pic>
          <p:nvPicPr>
            <p:cNvPr id="1073" name="Google Shape;1073;p23"/>
            <p:cNvPicPr preferRelativeResize="0"/>
            <p:nvPr/>
          </p:nvPicPr>
          <p:blipFill rotWithShape="1">
            <a:blip r:embed="rId4">
              <a:alphaModFix amt="50000"/>
            </a:blip>
            <a:srcRect b="0" l="3254" r="1307" t="0"/>
            <a:stretch/>
          </p:blipFill>
          <p:spPr>
            <a:xfrm>
              <a:off x="884172" y="1689117"/>
              <a:ext cx="3727200" cy="2605800"/>
            </a:xfrm>
            <a:prstGeom prst="roundRect">
              <a:avLst>
                <a:gd fmla="val 3654" name="adj"/>
              </a:avLst>
            </a:prstGeom>
            <a:noFill/>
            <a:ln cap="flat" cmpd="sng" w="28575">
              <a:solidFill>
                <a:schemeClr val="accent5"/>
              </a:solidFill>
              <a:prstDash val="solid"/>
              <a:round/>
              <a:headEnd len="sm" w="sm" type="none"/>
              <a:tailEnd len="sm" w="sm" type="none"/>
            </a:ln>
          </p:spPr>
        </p:pic>
      </p:grpSp>
      <p:sp>
        <p:nvSpPr>
          <p:cNvPr id="1074" name="Google Shape;1074;p23"/>
          <p:cNvSpPr/>
          <p:nvPr/>
        </p:nvSpPr>
        <p:spPr>
          <a:xfrm flipH="1">
            <a:off x="966280" y="2356532"/>
            <a:ext cx="934551" cy="747799"/>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23"/>
          <p:cNvSpPr/>
          <p:nvPr/>
        </p:nvSpPr>
        <p:spPr>
          <a:xfrm flipH="1">
            <a:off x="1502236" y="1382975"/>
            <a:ext cx="1490739" cy="949406"/>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23"/>
          <p:cNvSpPr/>
          <p:nvPr/>
        </p:nvSpPr>
        <p:spPr>
          <a:xfrm flipH="1">
            <a:off x="2355049" y="1382984"/>
            <a:ext cx="1165141" cy="736588"/>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23"/>
          <p:cNvSpPr/>
          <p:nvPr/>
        </p:nvSpPr>
        <p:spPr>
          <a:xfrm flipH="1">
            <a:off x="2934657" y="3514607"/>
            <a:ext cx="1443743" cy="911041"/>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23"/>
          <p:cNvSpPr/>
          <p:nvPr/>
        </p:nvSpPr>
        <p:spPr>
          <a:xfrm flipH="1" rot="10800000">
            <a:off x="4010753" y="3409012"/>
            <a:ext cx="975390" cy="780335"/>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79" name="Google Shape;1079;p23"/>
          <p:cNvGrpSpPr/>
          <p:nvPr/>
        </p:nvGrpSpPr>
        <p:grpSpPr>
          <a:xfrm>
            <a:off x="2730040" y="1471162"/>
            <a:ext cx="492658" cy="106303"/>
            <a:chOff x="-3037735" y="-542969"/>
            <a:chExt cx="581170" cy="125387"/>
          </a:xfrm>
        </p:grpSpPr>
        <p:sp>
          <p:nvSpPr>
            <p:cNvPr id="1080" name="Google Shape;1080;p23"/>
            <p:cNvSpPr/>
            <p:nvPr/>
          </p:nvSpPr>
          <p:spPr>
            <a:xfrm>
              <a:off x="-3034701" y="-537273"/>
              <a:ext cx="575100" cy="1140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81" name="Google Shape;1081;p23"/>
            <p:cNvGrpSpPr/>
            <p:nvPr/>
          </p:nvGrpSpPr>
          <p:grpSpPr>
            <a:xfrm>
              <a:off x="-3037735" y="-542969"/>
              <a:ext cx="581170" cy="125387"/>
              <a:chOff x="4390000" y="182175"/>
              <a:chExt cx="419375" cy="90473"/>
            </a:xfrm>
          </p:grpSpPr>
          <p:sp>
            <p:nvSpPr>
              <p:cNvPr id="1082" name="Google Shape;1082;p23"/>
              <p:cNvSpPr/>
              <p:nvPr/>
            </p:nvSpPr>
            <p:spPr>
              <a:xfrm>
                <a:off x="4390000" y="182175"/>
                <a:ext cx="419375" cy="90473"/>
              </a:xfrm>
              <a:custGeom>
                <a:rect b="b" l="l" r="r" t="t"/>
                <a:pathLst>
                  <a:path extrusionOk="0" h="1906" w="8835">
                    <a:moveTo>
                      <a:pt x="7882" y="155"/>
                    </a:moveTo>
                    <a:cubicBezTo>
                      <a:pt x="8323" y="155"/>
                      <a:pt x="8680" y="512"/>
                      <a:pt x="8680" y="953"/>
                    </a:cubicBezTo>
                    <a:cubicBezTo>
                      <a:pt x="8680" y="1393"/>
                      <a:pt x="8323" y="1750"/>
                      <a:pt x="7882" y="1750"/>
                    </a:cubicBezTo>
                    <a:lnTo>
                      <a:pt x="953" y="1750"/>
                    </a:lnTo>
                    <a:cubicBezTo>
                      <a:pt x="512" y="1750"/>
                      <a:pt x="155" y="1393"/>
                      <a:pt x="155" y="953"/>
                    </a:cubicBezTo>
                    <a:cubicBezTo>
                      <a:pt x="155" y="512"/>
                      <a:pt x="512" y="155"/>
                      <a:pt x="953" y="155"/>
                    </a:cubicBezTo>
                    <a:close/>
                    <a:moveTo>
                      <a:pt x="953" y="0"/>
                    </a:moveTo>
                    <a:cubicBezTo>
                      <a:pt x="429" y="0"/>
                      <a:pt x="0" y="429"/>
                      <a:pt x="0" y="953"/>
                    </a:cubicBezTo>
                    <a:cubicBezTo>
                      <a:pt x="0" y="1476"/>
                      <a:pt x="429" y="1905"/>
                      <a:pt x="953" y="1905"/>
                    </a:cubicBezTo>
                    <a:lnTo>
                      <a:pt x="7882" y="1905"/>
                    </a:lnTo>
                    <a:cubicBezTo>
                      <a:pt x="8406" y="1905"/>
                      <a:pt x="8835" y="1476"/>
                      <a:pt x="8835" y="953"/>
                    </a:cubicBezTo>
                    <a:cubicBezTo>
                      <a:pt x="8835" y="429"/>
                      <a:pt x="8406" y="0"/>
                      <a:pt x="7882"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23"/>
              <p:cNvSpPr/>
              <p:nvPr/>
            </p:nvSpPr>
            <p:spPr>
              <a:xfrm>
                <a:off x="4464048" y="201352"/>
                <a:ext cx="52024" cy="52072"/>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1084" name="Google Shape;1084;p23">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23">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dir="r"/>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g3ed25e059bb_0_39"/>
          <p:cNvSpPr txBox="1"/>
          <p:nvPr>
            <p:ph type="ctrTitle"/>
          </p:nvPr>
        </p:nvSpPr>
        <p:spPr>
          <a:xfrm>
            <a:off x="1603788" y="1234630"/>
            <a:ext cx="5936400" cy="6474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8000"/>
              <a:buNone/>
            </a:pPr>
            <a:r>
              <a:rPr lang="en" sz="4000"/>
              <a:t>FINDINGS </a:t>
            </a:r>
            <a:endParaRPr/>
          </a:p>
        </p:txBody>
      </p:sp>
      <p:sp>
        <p:nvSpPr>
          <p:cNvPr id="1091" name="Google Shape;1091;g3ed25e059bb_0_39">
            <a:hlinkClick action="ppaction://hlinksldjump" r:id="rId3"/>
          </p:cNvPr>
          <p:cNvSpPr txBox="1"/>
          <p:nvPr>
            <p:ph idx="2" type="title"/>
          </p:nvPr>
        </p:nvSpPr>
        <p:spPr>
          <a:xfrm>
            <a:off x="2506275" y="655687"/>
            <a:ext cx="4159800" cy="704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5000"/>
              <a:buNone/>
            </a:pPr>
            <a:r>
              <a:rPr lang="en"/>
              <a:t>04</a:t>
            </a:r>
            <a:endParaRPr/>
          </a:p>
        </p:txBody>
      </p:sp>
      <p:sp>
        <p:nvSpPr>
          <p:cNvPr id="1092" name="Google Shape;1092;g3ed25e059bb_0_39"/>
          <p:cNvSpPr/>
          <p:nvPr/>
        </p:nvSpPr>
        <p:spPr>
          <a:xfrm>
            <a:off x="3669975" y="458725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93" name="Google Shape;1093;g3ed25e059bb_0_39"/>
          <p:cNvGrpSpPr/>
          <p:nvPr/>
        </p:nvGrpSpPr>
        <p:grpSpPr>
          <a:xfrm rot="10667963">
            <a:off x="7414434" y="1387685"/>
            <a:ext cx="1473990" cy="2698189"/>
            <a:chOff x="365627" y="228600"/>
            <a:chExt cx="1473934" cy="2698088"/>
          </a:xfrm>
        </p:grpSpPr>
        <p:grpSp>
          <p:nvGrpSpPr>
            <p:cNvPr id="1094" name="Google Shape;1094;g3ed25e059bb_0_39"/>
            <p:cNvGrpSpPr/>
            <p:nvPr/>
          </p:nvGrpSpPr>
          <p:grpSpPr>
            <a:xfrm flipH="1" rot="-617154">
              <a:off x="575875" y="402327"/>
              <a:ext cx="1053440" cy="2449993"/>
              <a:chOff x="3817855" y="1437512"/>
              <a:chExt cx="541146" cy="1128254"/>
            </a:xfrm>
          </p:grpSpPr>
          <p:sp>
            <p:nvSpPr>
              <p:cNvPr id="1095" name="Google Shape;1095;g3ed25e059bb_0_39"/>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g3ed25e059bb_0_39"/>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97" name="Google Shape;1097;g3ed25e059bb_0_39"/>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98" name="Google Shape;1098;g3ed25e059bb_0_39"/>
          <p:cNvGrpSpPr/>
          <p:nvPr/>
        </p:nvGrpSpPr>
        <p:grpSpPr>
          <a:xfrm rot="-230834">
            <a:off x="217681" y="1063700"/>
            <a:ext cx="1474014" cy="2698233"/>
            <a:chOff x="365627" y="228600"/>
            <a:chExt cx="1473934" cy="2698088"/>
          </a:xfrm>
        </p:grpSpPr>
        <p:grpSp>
          <p:nvGrpSpPr>
            <p:cNvPr id="1099" name="Google Shape;1099;g3ed25e059bb_0_39"/>
            <p:cNvGrpSpPr/>
            <p:nvPr/>
          </p:nvGrpSpPr>
          <p:grpSpPr>
            <a:xfrm flipH="1" rot="-617154">
              <a:off x="575875" y="402327"/>
              <a:ext cx="1053440" cy="2449993"/>
              <a:chOff x="3817855" y="1437512"/>
              <a:chExt cx="541146" cy="1128254"/>
            </a:xfrm>
          </p:grpSpPr>
          <p:sp>
            <p:nvSpPr>
              <p:cNvPr id="1100" name="Google Shape;1100;g3ed25e059bb_0_39"/>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g3ed25e059bb_0_39"/>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02" name="Google Shape;1102;g3ed25e059bb_0_39"/>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03" name="Google Shape;1103;g3ed25e059bb_0_39">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g3ed25e059bb_0_39">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05" name="Google Shape;1105;g3ed25e059bb_0_39" title="Screenshot 2026-06-01 at 3.22.27 PM.png"/>
          <p:cNvPicPr preferRelativeResize="0"/>
          <p:nvPr/>
        </p:nvPicPr>
        <p:blipFill>
          <a:blip r:embed="rId4">
            <a:alphaModFix/>
          </a:blip>
          <a:stretch>
            <a:fillRect/>
          </a:stretch>
        </p:blipFill>
        <p:spPr>
          <a:xfrm>
            <a:off x="729025" y="1765050"/>
            <a:ext cx="3674795" cy="2752800"/>
          </a:xfrm>
          <a:prstGeom prst="rect">
            <a:avLst/>
          </a:prstGeom>
          <a:noFill/>
          <a:ln>
            <a:noFill/>
          </a:ln>
        </p:spPr>
      </p:pic>
      <p:pic>
        <p:nvPicPr>
          <p:cNvPr id="1106" name="Google Shape;1106;g3ed25e059bb_0_39" title="Screenshot 2026-06-01 at 3.24.42 PM.png"/>
          <p:cNvPicPr preferRelativeResize="0"/>
          <p:nvPr/>
        </p:nvPicPr>
        <p:blipFill>
          <a:blip r:embed="rId5">
            <a:alphaModFix/>
          </a:blip>
          <a:stretch>
            <a:fillRect/>
          </a:stretch>
        </p:blipFill>
        <p:spPr>
          <a:xfrm>
            <a:off x="4403825" y="1765050"/>
            <a:ext cx="4027575" cy="2752799"/>
          </a:xfrm>
          <a:prstGeom prst="rect">
            <a:avLst/>
          </a:prstGeom>
          <a:noFill/>
          <a:ln>
            <a:noFill/>
          </a:ln>
        </p:spPr>
      </p:pic>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091"/>
                                        </p:tgtEl>
                                        <p:attrNameLst>
                                          <p:attrName>style.visibility</p:attrName>
                                        </p:attrNameLst>
                                      </p:cBhvr>
                                      <p:to>
                                        <p:strVal val="visible"/>
                                      </p:to>
                                    </p:set>
                                    <p:anim calcmode="lin" valueType="num">
                                      <p:cBhvr additive="base">
                                        <p:cTn dur="1000"/>
                                        <p:tgtEl>
                                          <p:spTgt spid="1091"/>
                                        </p:tgtEl>
                                        <p:attrNameLst>
                                          <p:attrName>ppt_w</p:attrName>
                                        </p:attrNameLst>
                                      </p:cBhvr>
                                      <p:tavLst>
                                        <p:tav fmla="" tm="0">
                                          <p:val>
                                            <p:strVal val="0"/>
                                          </p:val>
                                        </p:tav>
                                        <p:tav fmla="" tm="100000">
                                          <p:val>
                                            <p:strVal val="#ppt_w"/>
                                          </p:val>
                                        </p:tav>
                                      </p:tavLst>
                                    </p:anim>
                                    <p:anim calcmode="lin" valueType="num">
                                      <p:cBhvr additive="base">
                                        <p:cTn dur="1000"/>
                                        <p:tgtEl>
                                          <p:spTgt spid="1091"/>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1092"/>
                                        </p:tgtEl>
                                        <p:attrNameLst>
                                          <p:attrName>style.visibility</p:attrName>
                                        </p:attrNameLst>
                                      </p:cBhvr>
                                      <p:to>
                                        <p:strVal val="visible"/>
                                      </p:to>
                                    </p:set>
                                    <p:anim calcmode="lin" valueType="num">
                                      <p:cBhvr additive="base">
                                        <p:cTn dur="1000"/>
                                        <p:tgtEl>
                                          <p:spTgt spid="1092"/>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1093"/>
                                        </p:tgtEl>
                                        <p:attrNameLst>
                                          <p:attrName>style.visibility</p:attrName>
                                        </p:attrNameLst>
                                      </p:cBhvr>
                                      <p:to>
                                        <p:strVal val="visible"/>
                                      </p:to>
                                    </p:set>
                                    <p:anim calcmode="lin" valueType="num">
                                      <p:cBhvr additive="base">
                                        <p:cTn dur="1000"/>
                                        <p:tgtEl>
                                          <p:spTgt spid="109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098"/>
                                        </p:tgtEl>
                                        <p:attrNameLst>
                                          <p:attrName>style.visibility</p:attrName>
                                        </p:attrNameLst>
                                      </p:cBhvr>
                                      <p:to>
                                        <p:strVal val="visible"/>
                                      </p:to>
                                    </p:set>
                                    <p:anim calcmode="lin" valueType="num">
                                      <p:cBhvr additive="base">
                                        <p:cTn dur="1000"/>
                                        <p:tgtEl>
                                          <p:spTgt spid="109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6"/>
          <p:cNvSpPr txBox="1"/>
          <p:nvPr>
            <p:ph type="ctrTitle"/>
          </p:nvPr>
        </p:nvSpPr>
        <p:spPr>
          <a:xfrm>
            <a:off x="1603788" y="1234630"/>
            <a:ext cx="5936400" cy="6474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8000"/>
              <a:buNone/>
            </a:pPr>
            <a:r>
              <a:rPr lang="en" sz="4000"/>
              <a:t>FINDINGS </a:t>
            </a:r>
            <a:r>
              <a:rPr lang="en" sz="4000"/>
              <a:t>cont’</a:t>
            </a:r>
            <a:r>
              <a:rPr lang="en" sz="4000"/>
              <a:t> </a:t>
            </a:r>
            <a:endParaRPr/>
          </a:p>
        </p:txBody>
      </p:sp>
      <p:sp>
        <p:nvSpPr>
          <p:cNvPr id="1112" name="Google Shape;1112;p6">
            <a:hlinkClick action="ppaction://hlinksldjump" r:id="rId3"/>
          </p:cNvPr>
          <p:cNvSpPr txBox="1"/>
          <p:nvPr>
            <p:ph idx="2" type="title"/>
          </p:nvPr>
        </p:nvSpPr>
        <p:spPr>
          <a:xfrm>
            <a:off x="2506275" y="655687"/>
            <a:ext cx="4159800" cy="704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5000"/>
              <a:buNone/>
            </a:pPr>
            <a:r>
              <a:rPr lang="en"/>
              <a:t>04</a:t>
            </a:r>
            <a:endParaRPr/>
          </a:p>
        </p:txBody>
      </p:sp>
      <p:sp>
        <p:nvSpPr>
          <p:cNvPr id="1113" name="Google Shape;1113;p6"/>
          <p:cNvSpPr/>
          <p:nvPr/>
        </p:nvSpPr>
        <p:spPr>
          <a:xfrm>
            <a:off x="3669975" y="458725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14" name="Google Shape;1114;p6"/>
          <p:cNvGrpSpPr/>
          <p:nvPr/>
        </p:nvGrpSpPr>
        <p:grpSpPr>
          <a:xfrm rot="10667963">
            <a:off x="7414318" y="1387687"/>
            <a:ext cx="1474038" cy="2698191"/>
            <a:chOff x="365696" y="228600"/>
            <a:chExt cx="1473983" cy="2698089"/>
          </a:xfrm>
        </p:grpSpPr>
        <p:grpSp>
          <p:nvGrpSpPr>
            <p:cNvPr id="1115" name="Google Shape;1115;p6"/>
            <p:cNvGrpSpPr/>
            <p:nvPr/>
          </p:nvGrpSpPr>
          <p:grpSpPr>
            <a:xfrm flipH="1" rot="-617154">
              <a:off x="575967" y="402323"/>
              <a:ext cx="1053440" cy="2450002"/>
              <a:chOff x="3817855" y="1437512"/>
              <a:chExt cx="541146" cy="1128254"/>
            </a:xfrm>
          </p:grpSpPr>
          <p:sp>
            <p:nvSpPr>
              <p:cNvPr id="1116" name="Google Shape;1116;p6"/>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6"/>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18" name="Google Shape;1118;p6"/>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9" name="Google Shape;1119;p6"/>
          <p:cNvGrpSpPr/>
          <p:nvPr/>
        </p:nvGrpSpPr>
        <p:grpSpPr>
          <a:xfrm rot="-230834">
            <a:off x="217749" y="1063694"/>
            <a:ext cx="1474061" cy="2698235"/>
            <a:chOff x="365696" y="228600"/>
            <a:chExt cx="1473983" cy="2698089"/>
          </a:xfrm>
        </p:grpSpPr>
        <p:grpSp>
          <p:nvGrpSpPr>
            <p:cNvPr id="1120" name="Google Shape;1120;p6"/>
            <p:cNvGrpSpPr/>
            <p:nvPr/>
          </p:nvGrpSpPr>
          <p:grpSpPr>
            <a:xfrm flipH="1" rot="-617154">
              <a:off x="575967" y="402323"/>
              <a:ext cx="1053440" cy="2450002"/>
              <a:chOff x="3817855" y="1437512"/>
              <a:chExt cx="541146" cy="1128254"/>
            </a:xfrm>
          </p:grpSpPr>
          <p:sp>
            <p:nvSpPr>
              <p:cNvPr id="1121" name="Google Shape;1121;p6"/>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6"/>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23" name="Google Shape;1123;p6"/>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24" name="Google Shape;1124;p6">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5" name="Google Shape;1125;p6">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26" name="Google Shape;1126;p6" title="Screenshot 2026-06-01 at 3.22.47 PM.png"/>
          <p:cNvPicPr preferRelativeResize="0"/>
          <p:nvPr/>
        </p:nvPicPr>
        <p:blipFill>
          <a:blip r:embed="rId4">
            <a:alphaModFix/>
          </a:blip>
          <a:stretch>
            <a:fillRect/>
          </a:stretch>
        </p:blipFill>
        <p:spPr>
          <a:xfrm>
            <a:off x="729075" y="1882025"/>
            <a:ext cx="3887526" cy="2653699"/>
          </a:xfrm>
          <a:prstGeom prst="rect">
            <a:avLst/>
          </a:prstGeom>
          <a:noFill/>
          <a:ln>
            <a:noFill/>
          </a:ln>
        </p:spPr>
      </p:pic>
      <p:pic>
        <p:nvPicPr>
          <p:cNvPr id="1127" name="Google Shape;1127;p6" title="Screenshot 2026-06-01 at 3.24.03 PM.png"/>
          <p:cNvPicPr preferRelativeResize="0"/>
          <p:nvPr/>
        </p:nvPicPr>
        <p:blipFill>
          <a:blip r:embed="rId5">
            <a:alphaModFix/>
          </a:blip>
          <a:stretch>
            <a:fillRect/>
          </a:stretch>
        </p:blipFill>
        <p:spPr>
          <a:xfrm>
            <a:off x="4616600" y="1882025"/>
            <a:ext cx="3817675" cy="2653701"/>
          </a:xfrm>
          <a:prstGeom prst="rect">
            <a:avLst/>
          </a:prstGeom>
          <a:noFill/>
          <a:ln>
            <a:noFill/>
          </a:ln>
        </p:spPr>
      </p:pic>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112"/>
                                        </p:tgtEl>
                                        <p:attrNameLst>
                                          <p:attrName>style.visibility</p:attrName>
                                        </p:attrNameLst>
                                      </p:cBhvr>
                                      <p:to>
                                        <p:strVal val="visible"/>
                                      </p:to>
                                    </p:set>
                                    <p:anim calcmode="lin" valueType="num">
                                      <p:cBhvr additive="base">
                                        <p:cTn dur="1000"/>
                                        <p:tgtEl>
                                          <p:spTgt spid="1112"/>
                                        </p:tgtEl>
                                        <p:attrNameLst>
                                          <p:attrName>ppt_w</p:attrName>
                                        </p:attrNameLst>
                                      </p:cBhvr>
                                      <p:tavLst>
                                        <p:tav fmla="" tm="0">
                                          <p:val>
                                            <p:strVal val="0"/>
                                          </p:val>
                                        </p:tav>
                                        <p:tav fmla="" tm="100000">
                                          <p:val>
                                            <p:strVal val="#ppt_w"/>
                                          </p:val>
                                        </p:tav>
                                      </p:tavLst>
                                    </p:anim>
                                    <p:anim calcmode="lin" valueType="num">
                                      <p:cBhvr additive="base">
                                        <p:cTn dur="1000"/>
                                        <p:tgtEl>
                                          <p:spTgt spid="1112"/>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1113"/>
                                        </p:tgtEl>
                                        <p:attrNameLst>
                                          <p:attrName>style.visibility</p:attrName>
                                        </p:attrNameLst>
                                      </p:cBhvr>
                                      <p:to>
                                        <p:strVal val="visible"/>
                                      </p:to>
                                    </p:set>
                                    <p:anim calcmode="lin" valueType="num">
                                      <p:cBhvr additive="base">
                                        <p:cTn dur="1000"/>
                                        <p:tgtEl>
                                          <p:spTgt spid="1113"/>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1114"/>
                                        </p:tgtEl>
                                        <p:attrNameLst>
                                          <p:attrName>style.visibility</p:attrName>
                                        </p:attrNameLst>
                                      </p:cBhvr>
                                      <p:to>
                                        <p:strVal val="visible"/>
                                      </p:to>
                                    </p:set>
                                    <p:anim calcmode="lin" valueType="num">
                                      <p:cBhvr additive="base">
                                        <p:cTn dur="1000"/>
                                        <p:tgtEl>
                                          <p:spTgt spid="111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19"/>
                                        </p:tgtEl>
                                        <p:attrNameLst>
                                          <p:attrName>style.visibility</p:attrName>
                                        </p:attrNameLst>
                                      </p:cBhvr>
                                      <p:to>
                                        <p:strVal val="visible"/>
                                      </p:to>
                                    </p:set>
                                    <p:anim calcmode="lin" valueType="num">
                                      <p:cBhvr additive="base">
                                        <p:cTn dur="1000"/>
                                        <p:tgtEl>
                                          <p:spTgt spid="111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g3ed25e059bb_0_73"/>
          <p:cNvSpPr txBox="1"/>
          <p:nvPr>
            <p:ph type="ctrTitle"/>
          </p:nvPr>
        </p:nvSpPr>
        <p:spPr>
          <a:xfrm>
            <a:off x="1603788" y="1234630"/>
            <a:ext cx="5936400" cy="6474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8000"/>
              <a:buNone/>
            </a:pPr>
            <a:r>
              <a:rPr lang="en" sz="4000"/>
              <a:t>FINDINGS cont’ </a:t>
            </a:r>
            <a:endParaRPr/>
          </a:p>
        </p:txBody>
      </p:sp>
      <p:sp>
        <p:nvSpPr>
          <p:cNvPr id="1133" name="Google Shape;1133;g3ed25e059bb_0_73">
            <a:hlinkClick action="ppaction://hlinksldjump" r:id="rId3"/>
          </p:cNvPr>
          <p:cNvSpPr txBox="1"/>
          <p:nvPr>
            <p:ph idx="2" type="title"/>
          </p:nvPr>
        </p:nvSpPr>
        <p:spPr>
          <a:xfrm>
            <a:off x="2506275" y="655687"/>
            <a:ext cx="4159800" cy="704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5000"/>
              <a:buNone/>
            </a:pPr>
            <a:r>
              <a:rPr lang="en"/>
              <a:t>04</a:t>
            </a:r>
            <a:endParaRPr/>
          </a:p>
        </p:txBody>
      </p:sp>
      <p:sp>
        <p:nvSpPr>
          <p:cNvPr id="1134" name="Google Shape;1134;g3ed25e059bb_0_73"/>
          <p:cNvSpPr/>
          <p:nvPr/>
        </p:nvSpPr>
        <p:spPr>
          <a:xfrm>
            <a:off x="3669975" y="458725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35" name="Google Shape;1135;g3ed25e059bb_0_73"/>
          <p:cNvGrpSpPr/>
          <p:nvPr/>
        </p:nvGrpSpPr>
        <p:grpSpPr>
          <a:xfrm rot="10667963">
            <a:off x="7414434" y="1387685"/>
            <a:ext cx="1473990" cy="2698189"/>
            <a:chOff x="365627" y="228600"/>
            <a:chExt cx="1473934" cy="2698088"/>
          </a:xfrm>
        </p:grpSpPr>
        <p:grpSp>
          <p:nvGrpSpPr>
            <p:cNvPr id="1136" name="Google Shape;1136;g3ed25e059bb_0_73"/>
            <p:cNvGrpSpPr/>
            <p:nvPr/>
          </p:nvGrpSpPr>
          <p:grpSpPr>
            <a:xfrm flipH="1" rot="-617154">
              <a:off x="575875" y="402327"/>
              <a:ext cx="1053440" cy="2449993"/>
              <a:chOff x="3817855" y="1437512"/>
              <a:chExt cx="541146" cy="1128254"/>
            </a:xfrm>
          </p:grpSpPr>
          <p:sp>
            <p:nvSpPr>
              <p:cNvPr id="1137" name="Google Shape;1137;g3ed25e059bb_0_73"/>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g3ed25e059bb_0_73"/>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39" name="Google Shape;1139;g3ed25e059bb_0_73"/>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0" name="Google Shape;1140;g3ed25e059bb_0_73"/>
          <p:cNvGrpSpPr/>
          <p:nvPr/>
        </p:nvGrpSpPr>
        <p:grpSpPr>
          <a:xfrm rot="-230834">
            <a:off x="217681" y="1063700"/>
            <a:ext cx="1474014" cy="2698233"/>
            <a:chOff x="365627" y="228600"/>
            <a:chExt cx="1473934" cy="2698088"/>
          </a:xfrm>
        </p:grpSpPr>
        <p:grpSp>
          <p:nvGrpSpPr>
            <p:cNvPr id="1141" name="Google Shape;1141;g3ed25e059bb_0_73"/>
            <p:cNvGrpSpPr/>
            <p:nvPr/>
          </p:nvGrpSpPr>
          <p:grpSpPr>
            <a:xfrm flipH="1" rot="-617154">
              <a:off x="575875" y="402327"/>
              <a:ext cx="1053440" cy="2449993"/>
              <a:chOff x="3817855" y="1437512"/>
              <a:chExt cx="541146" cy="1128254"/>
            </a:xfrm>
          </p:grpSpPr>
          <p:sp>
            <p:nvSpPr>
              <p:cNvPr id="1142" name="Google Shape;1142;g3ed25e059bb_0_73"/>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3" name="Google Shape;1143;g3ed25e059bb_0_73"/>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44" name="Google Shape;1144;g3ed25e059bb_0_73"/>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45" name="Google Shape;1145;g3ed25e059bb_0_73">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g3ed25e059bb_0_73">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47" name="Google Shape;1147;g3ed25e059bb_0_73" title="Screenshot 2026-06-03 at 3.07.22 PM.png"/>
          <p:cNvPicPr preferRelativeResize="0"/>
          <p:nvPr/>
        </p:nvPicPr>
        <p:blipFill>
          <a:blip r:embed="rId4">
            <a:alphaModFix/>
          </a:blip>
          <a:stretch>
            <a:fillRect/>
          </a:stretch>
        </p:blipFill>
        <p:spPr>
          <a:xfrm>
            <a:off x="2226288" y="591450"/>
            <a:ext cx="4691150" cy="3960576"/>
          </a:xfrm>
          <a:prstGeom prst="rect">
            <a:avLst/>
          </a:prstGeom>
          <a:noFill/>
          <a:ln>
            <a:noFill/>
          </a:ln>
        </p:spPr>
      </p:pic>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133"/>
                                        </p:tgtEl>
                                        <p:attrNameLst>
                                          <p:attrName>style.visibility</p:attrName>
                                        </p:attrNameLst>
                                      </p:cBhvr>
                                      <p:to>
                                        <p:strVal val="visible"/>
                                      </p:to>
                                    </p:set>
                                    <p:anim calcmode="lin" valueType="num">
                                      <p:cBhvr additive="base">
                                        <p:cTn dur="1000"/>
                                        <p:tgtEl>
                                          <p:spTgt spid="1133"/>
                                        </p:tgtEl>
                                        <p:attrNameLst>
                                          <p:attrName>ppt_w</p:attrName>
                                        </p:attrNameLst>
                                      </p:cBhvr>
                                      <p:tavLst>
                                        <p:tav fmla="" tm="0">
                                          <p:val>
                                            <p:strVal val="0"/>
                                          </p:val>
                                        </p:tav>
                                        <p:tav fmla="" tm="100000">
                                          <p:val>
                                            <p:strVal val="#ppt_w"/>
                                          </p:val>
                                        </p:tav>
                                      </p:tavLst>
                                    </p:anim>
                                    <p:anim calcmode="lin" valueType="num">
                                      <p:cBhvr additive="base">
                                        <p:cTn dur="1000"/>
                                        <p:tgtEl>
                                          <p:spTgt spid="1133"/>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1134"/>
                                        </p:tgtEl>
                                        <p:attrNameLst>
                                          <p:attrName>style.visibility</p:attrName>
                                        </p:attrNameLst>
                                      </p:cBhvr>
                                      <p:to>
                                        <p:strVal val="visible"/>
                                      </p:to>
                                    </p:set>
                                    <p:anim calcmode="lin" valueType="num">
                                      <p:cBhvr additive="base">
                                        <p:cTn dur="1000"/>
                                        <p:tgtEl>
                                          <p:spTgt spid="1134"/>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1135"/>
                                        </p:tgtEl>
                                        <p:attrNameLst>
                                          <p:attrName>style.visibility</p:attrName>
                                        </p:attrNameLst>
                                      </p:cBhvr>
                                      <p:to>
                                        <p:strVal val="visible"/>
                                      </p:to>
                                    </p:set>
                                    <p:anim calcmode="lin" valueType="num">
                                      <p:cBhvr additive="base">
                                        <p:cTn dur="1000"/>
                                        <p:tgtEl>
                                          <p:spTgt spid="113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40"/>
                                        </p:tgtEl>
                                        <p:attrNameLst>
                                          <p:attrName>style.visibility</p:attrName>
                                        </p:attrNameLst>
                                      </p:cBhvr>
                                      <p:to>
                                        <p:strVal val="visible"/>
                                      </p:to>
                                    </p:set>
                                    <p:anim calcmode="lin" valueType="num">
                                      <p:cBhvr additive="base">
                                        <p:cTn dur="1000"/>
                                        <p:tgtEl>
                                          <p:spTgt spid="114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13"/>
          <p:cNvSpPr txBox="1"/>
          <p:nvPr>
            <p:ph type="title"/>
          </p:nvPr>
        </p:nvSpPr>
        <p:spPr>
          <a:xfrm>
            <a:off x="725913" y="377200"/>
            <a:ext cx="76992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t>Summary</a:t>
            </a:r>
            <a:endParaRPr/>
          </a:p>
        </p:txBody>
      </p:sp>
      <p:sp>
        <p:nvSpPr>
          <p:cNvPr id="1153" name="Google Shape;1153;p13"/>
          <p:cNvSpPr/>
          <p:nvPr/>
        </p:nvSpPr>
        <p:spPr>
          <a:xfrm>
            <a:off x="3705572" y="1228619"/>
            <a:ext cx="1739885" cy="1739885"/>
          </a:xfrm>
          <a:custGeom>
            <a:rect b="b" l="l" r="r" t="t"/>
            <a:pathLst>
              <a:path extrusionOk="0" h="27756" w="27756">
                <a:moveTo>
                  <a:pt x="13878" y="0"/>
                </a:moveTo>
                <a:cubicBezTo>
                  <a:pt x="6217" y="0"/>
                  <a:pt x="0" y="6211"/>
                  <a:pt x="0" y="13878"/>
                </a:cubicBezTo>
                <a:cubicBezTo>
                  <a:pt x="0" y="21539"/>
                  <a:pt x="6217" y="27756"/>
                  <a:pt x="13878" y="27756"/>
                </a:cubicBezTo>
                <a:cubicBezTo>
                  <a:pt x="21545" y="27756"/>
                  <a:pt x="27756" y="21539"/>
                  <a:pt x="27756" y="13878"/>
                </a:cubicBezTo>
                <a:cubicBezTo>
                  <a:pt x="27756" y="6211"/>
                  <a:pt x="21545" y="0"/>
                  <a:pt x="13878" y="0"/>
                </a:cubicBez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4" name="Google Shape;1154;p13"/>
          <p:cNvSpPr/>
          <p:nvPr/>
        </p:nvSpPr>
        <p:spPr>
          <a:xfrm>
            <a:off x="3545345" y="1103455"/>
            <a:ext cx="2053310" cy="2053310"/>
          </a:xfrm>
          <a:custGeom>
            <a:rect b="b" l="l" r="r" t="t"/>
            <a:pathLst>
              <a:path extrusionOk="0" fill="none" h="32756" w="32756">
                <a:moveTo>
                  <a:pt x="16378" y="32755"/>
                </a:moveTo>
                <a:lnTo>
                  <a:pt x="16378" y="32755"/>
                </a:lnTo>
                <a:cubicBezTo>
                  <a:pt x="7331" y="32755"/>
                  <a:pt x="1" y="25418"/>
                  <a:pt x="1" y="16378"/>
                </a:cubicBezTo>
                <a:lnTo>
                  <a:pt x="1" y="16378"/>
                </a:lnTo>
                <a:cubicBezTo>
                  <a:pt x="1" y="7331"/>
                  <a:pt x="7331" y="1"/>
                  <a:pt x="16378" y="1"/>
                </a:cubicBezTo>
                <a:lnTo>
                  <a:pt x="16378" y="1"/>
                </a:lnTo>
                <a:cubicBezTo>
                  <a:pt x="25425" y="1"/>
                  <a:pt x="32755" y="7331"/>
                  <a:pt x="32755" y="16378"/>
                </a:cubicBezTo>
                <a:lnTo>
                  <a:pt x="32755" y="16378"/>
                </a:lnTo>
                <a:cubicBezTo>
                  <a:pt x="32755" y="25418"/>
                  <a:pt x="25425" y="32755"/>
                  <a:pt x="16378" y="32755"/>
                </a:cubicBezTo>
                <a:close/>
              </a:path>
            </a:pathLst>
          </a:custGeom>
          <a:solidFill>
            <a:srgbClr val="FFFFFF"/>
          </a:solidFill>
          <a:ln cap="rnd"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55" name="Google Shape;1155;p13"/>
          <p:cNvGrpSpPr/>
          <p:nvPr/>
        </p:nvGrpSpPr>
        <p:grpSpPr>
          <a:xfrm>
            <a:off x="4043530" y="1598543"/>
            <a:ext cx="1063969" cy="1268246"/>
            <a:chOff x="4040005" y="2403843"/>
            <a:chExt cx="1063969" cy="1268246"/>
          </a:xfrm>
        </p:grpSpPr>
        <p:sp>
          <p:nvSpPr>
            <p:cNvPr id="1156" name="Google Shape;1156;p13"/>
            <p:cNvSpPr/>
            <p:nvPr/>
          </p:nvSpPr>
          <p:spPr>
            <a:xfrm>
              <a:off x="4040005" y="2403843"/>
              <a:ext cx="1063969" cy="674050"/>
            </a:xfrm>
            <a:custGeom>
              <a:rect b="b" l="l" r="r" t="t"/>
              <a:pathLst>
                <a:path extrusionOk="0" h="8296" w="13095">
                  <a:moveTo>
                    <a:pt x="1289" y="0"/>
                  </a:moveTo>
                  <a:cubicBezTo>
                    <a:pt x="576" y="0"/>
                    <a:pt x="0" y="602"/>
                    <a:pt x="0" y="1341"/>
                  </a:cubicBezTo>
                  <a:lnTo>
                    <a:pt x="0" y="6955"/>
                  </a:lnTo>
                  <a:cubicBezTo>
                    <a:pt x="0" y="7693"/>
                    <a:pt x="576" y="8296"/>
                    <a:pt x="1289" y="8296"/>
                  </a:cubicBezTo>
                  <a:lnTo>
                    <a:pt x="11805" y="8296"/>
                  </a:lnTo>
                  <a:cubicBezTo>
                    <a:pt x="12518" y="8296"/>
                    <a:pt x="13094" y="7693"/>
                    <a:pt x="13094" y="6955"/>
                  </a:cubicBezTo>
                  <a:lnTo>
                    <a:pt x="13094" y="1341"/>
                  </a:lnTo>
                  <a:cubicBezTo>
                    <a:pt x="13094" y="602"/>
                    <a:pt x="12518" y="7"/>
                    <a:pt x="11805" y="0"/>
                  </a:cubicBezTo>
                  <a:close/>
                </a:path>
              </a:pathLst>
            </a:custGeom>
            <a:solidFill>
              <a:srgbClr val="FFFFFF"/>
            </a:solidFill>
            <a:ln cap="flat" cmpd="sng" w="9525">
              <a:solidFill>
                <a:srgbClr val="507FB5"/>
              </a:solidFill>
              <a:prstDash val="solid"/>
              <a:miter lim="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13"/>
            <p:cNvSpPr/>
            <p:nvPr/>
          </p:nvSpPr>
          <p:spPr>
            <a:xfrm>
              <a:off x="4040005" y="2404331"/>
              <a:ext cx="1063969" cy="673563"/>
            </a:xfrm>
            <a:custGeom>
              <a:rect b="b" l="l" r="r" t="t"/>
              <a:pathLst>
                <a:path extrusionOk="0" h="8290" w="13095">
                  <a:moveTo>
                    <a:pt x="1289" y="1"/>
                  </a:moveTo>
                  <a:cubicBezTo>
                    <a:pt x="576" y="1"/>
                    <a:pt x="0" y="596"/>
                    <a:pt x="0" y="1341"/>
                  </a:cubicBezTo>
                  <a:lnTo>
                    <a:pt x="0" y="6949"/>
                  </a:lnTo>
                  <a:cubicBezTo>
                    <a:pt x="0" y="7687"/>
                    <a:pt x="576" y="8290"/>
                    <a:pt x="1289" y="8290"/>
                  </a:cubicBezTo>
                  <a:lnTo>
                    <a:pt x="11805" y="8290"/>
                  </a:lnTo>
                  <a:cubicBezTo>
                    <a:pt x="12518" y="8290"/>
                    <a:pt x="13094" y="7687"/>
                    <a:pt x="13094" y="6949"/>
                  </a:cubicBezTo>
                  <a:lnTo>
                    <a:pt x="13094" y="1341"/>
                  </a:lnTo>
                  <a:cubicBezTo>
                    <a:pt x="13094" y="596"/>
                    <a:pt x="12518" y="1"/>
                    <a:pt x="11805" y="1"/>
                  </a:cubicBezTo>
                  <a:close/>
                </a:path>
              </a:pathLst>
            </a:custGeom>
            <a:solidFill>
              <a:schemeClr val="accent1"/>
            </a:solidFill>
            <a:ln cap="flat" cmpd="sng" w="19050">
              <a:solidFill>
                <a:schemeClr val="accent5"/>
              </a:solidFill>
              <a:prstDash val="solid"/>
              <a:miter lim="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13"/>
            <p:cNvSpPr/>
            <p:nvPr/>
          </p:nvSpPr>
          <p:spPr>
            <a:xfrm>
              <a:off x="4128895" y="2490132"/>
              <a:ext cx="886113" cy="506756"/>
            </a:xfrm>
            <a:custGeom>
              <a:rect b="b" l="l" r="r" t="t"/>
              <a:pathLst>
                <a:path extrusionOk="0" h="6237" w="10906">
                  <a:moveTo>
                    <a:pt x="240" y="0"/>
                  </a:moveTo>
                  <a:cubicBezTo>
                    <a:pt x="104" y="0"/>
                    <a:pt x="0" y="110"/>
                    <a:pt x="0" y="240"/>
                  </a:cubicBezTo>
                  <a:lnTo>
                    <a:pt x="0" y="5997"/>
                  </a:lnTo>
                  <a:cubicBezTo>
                    <a:pt x="0" y="6126"/>
                    <a:pt x="104" y="6236"/>
                    <a:pt x="240" y="6236"/>
                  </a:cubicBezTo>
                  <a:lnTo>
                    <a:pt x="10673" y="6236"/>
                  </a:lnTo>
                  <a:cubicBezTo>
                    <a:pt x="10802" y="6236"/>
                    <a:pt x="10906" y="6126"/>
                    <a:pt x="10906" y="5997"/>
                  </a:cubicBezTo>
                  <a:lnTo>
                    <a:pt x="10906" y="240"/>
                  </a:lnTo>
                  <a:cubicBezTo>
                    <a:pt x="10906" y="110"/>
                    <a:pt x="10802" y="0"/>
                    <a:pt x="10673" y="0"/>
                  </a:cubicBezTo>
                  <a:close/>
                </a:path>
              </a:pathLst>
            </a:custGeom>
            <a:solidFill>
              <a:schemeClr val="accent6"/>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9" name="Google Shape;1159;p13"/>
            <p:cNvSpPr/>
            <p:nvPr/>
          </p:nvSpPr>
          <p:spPr>
            <a:xfrm>
              <a:off x="4128895" y="2490132"/>
              <a:ext cx="886113" cy="506756"/>
            </a:xfrm>
            <a:custGeom>
              <a:rect b="b" l="l" r="r" t="t"/>
              <a:pathLst>
                <a:path extrusionOk="0" fill="none" h="6237" w="10906">
                  <a:moveTo>
                    <a:pt x="10906" y="5997"/>
                  </a:moveTo>
                  <a:cubicBezTo>
                    <a:pt x="10906" y="6126"/>
                    <a:pt x="10802" y="6236"/>
                    <a:pt x="10673" y="6236"/>
                  </a:cubicBezTo>
                  <a:lnTo>
                    <a:pt x="240" y="6236"/>
                  </a:lnTo>
                  <a:cubicBezTo>
                    <a:pt x="104" y="6236"/>
                    <a:pt x="0" y="6126"/>
                    <a:pt x="0" y="5997"/>
                  </a:cubicBezTo>
                  <a:lnTo>
                    <a:pt x="0" y="240"/>
                  </a:lnTo>
                  <a:cubicBezTo>
                    <a:pt x="0" y="110"/>
                    <a:pt x="104" y="0"/>
                    <a:pt x="240" y="0"/>
                  </a:cubicBezTo>
                  <a:lnTo>
                    <a:pt x="10673" y="0"/>
                  </a:lnTo>
                  <a:cubicBezTo>
                    <a:pt x="10802" y="0"/>
                    <a:pt x="10906" y="110"/>
                    <a:pt x="10906" y="240"/>
                  </a:cubicBezTo>
                  <a:close/>
                </a:path>
              </a:pathLst>
            </a:custGeom>
            <a:noFill/>
            <a:ln cap="flat" cmpd="sng" w="19050">
              <a:solidFill>
                <a:schemeClr val="accent5"/>
              </a:solidFill>
              <a:prstDash val="solid"/>
              <a:miter lim="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13"/>
            <p:cNvSpPr/>
            <p:nvPr/>
          </p:nvSpPr>
          <p:spPr>
            <a:xfrm>
              <a:off x="4424083" y="2564315"/>
              <a:ext cx="296319" cy="296319"/>
            </a:xfrm>
            <a:custGeom>
              <a:rect b="b" l="l" r="r" t="t"/>
              <a:pathLst>
                <a:path extrusionOk="0" fill="none" h="3647" w="3647">
                  <a:moveTo>
                    <a:pt x="3646" y="1820"/>
                  </a:moveTo>
                  <a:cubicBezTo>
                    <a:pt x="3646" y="2830"/>
                    <a:pt x="2830" y="3646"/>
                    <a:pt x="1820" y="3646"/>
                  </a:cubicBezTo>
                  <a:cubicBezTo>
                    <a:pt x="816" y="3646"/>
                    <a:pt x="0" y="2830"/>
                    <a:pt x="0" y="1820"/>
                  </a:cubicBezTo>
                  <a:cubicBezTo>
                    <a:pt x="0" y="816"/>
                    <a:pt x="816" y="0"/>
                    <a:pt x="1820" y="0"/>
                  </a:cubicBezTo>
                  <a:cubicBezTo>
                    <a:pt x="2830" y="0"/>
                    <a:pt x="3646" y="816"/>
                    <a:pt x="3646" y="1820"/>
                  </a:cubicBezTo>
                  <a:close/>
                </a:path>
              </a:pathLst>
            </a:custGeom>
            <a:solidFill>
              <a:schemeClr val="accent3"/>
            </a:solidFill>
            <a:ln cap="flat" cmpd="sng" w="9525">
              <a:solidFill>
                <a:schemeClr val="accent3"/>
              </a:solidFill>
              <a:prstDash val="solid"/>
              <a:miter lim="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13"/>
            <p:cNvSpPr/>
            <p:nvPr/>
          </p:nvSpPr>
          <p:spPr>
            <a:xfrm>
              <a:off x="4549861" y="2644754"/>
              <a:ext cx="85800" cy="135363"/>
            </a:xfrm>
            <a:custGeom>
              <a:rect b="b" l="l" r="r" t="t"/>
              <a:pathLst>
                <a:path extrusionOk="0" h="1666" w="1056">
                  <a:moveTo>
                    <a:pt x="0" y="1"/>
                  </a:moveTo>
                  <a:lnTo>
                    <a:pt x="0" y="1665"/>
                  </a:lnTo>
                  <a:lnTo>
                    <a:pt x="1056" y="830"/>
                  </a:lnTo>
                  <a:lnTo>
                    <a:pt x="0" y="1"/>
                  </a:lnTo>
                  <a:close/>
                </a:path>
              </a:pathLst>
            </a:custGeom>
            <a:solidFill>
              <a:schemeClr val="accent3"/>
            </a:solidFill>
            <a:ln cap="flat" cmpd="sng" w="9525">
              <a:solidFill>
                <a:schemeClr val="accent3"/>
              </a:solidFill>
              <a:prstDash val="solid"/>
              <a:miter lim="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2" name="Google Shape;1162;p13"/>
            <p:cNvSpPr/>
            <p:nvPr/>
          </p:nvSpPr>
          <p:spPr>
            <a:xfrm>
              <a:off x="4170983" y="2924179"/>
              <a:ext cx="802506" cy="81"/>
            </a:xfrm>
            <a:custGeom>
              <a:rect b="b" l="l" r="r" t="t"/>
              <a:pathLst>
                <a:path extrusionOk="0" fill="none" h="1" w="9877">
                  <a:moveTo>
                    <a:pt x="1" y="1"/>
                  </a:moveTo>
                  <a:lnTo>
                    <a:pt x="9876" y="1"/>
                  </a:lnTo>
                </a:path>
              </a:pathLst>
            </a:custGeom>
            <a:solidFill>
              <a:schemeClr val="accent3"/>
            </a:solidFill>
            <a:ln cap="flat" cmpd="sng" w="9525">
              <a:solidFill>
                <a:schemeClr val="accent3"/>
              </a:solidFill>
              <a:prstDash val="solid"/>
              <a:miter lim="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13"/>
            <p:cNvSpPr/>
            <p:nvPr/>
          </p:nvSpPr>
          <p:spPr>
            <a:xfrm>
              <a:off x="4528817" y="2445363"/>
              <a:ext cx="86856" cy="81"/>
            </a:xfrm>
            <a:custGeom>
              <a:rect b="b" l="l" r="r" t="t"/>
              <a:pathLst>
                <a:path extrusionOk="0" fill="none" h="1" w="1069">
                  <a:moveTo>
                    <a:pt x="0" y="1"/>
                  </a:moveTo>
                  <a:lnTo>
                    <a:pt x="1069" y="1"/>
                  </a:lnTo>
                </a:path>
              </a:pathLst>
            </a:custGeom>
            <a:noFill/>
            <a:ln cap="flat" cmpd="sng" w="9525">
              <a:solidFill>
                <a:schemeClr val="accent3"/>
              </a:solidFill>
              <a:prstDash val="solid"/>
              <a:miter lim="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13"/>
            <p:cNvSpPr/>
            <p:nvPr/>
          </p:nvSpPr>
          <p:spPr>
            <a:xfrm>
              <a:off x="4040005" y="3077826"/>
              <a:ext cx="1063969" cy="119031"/>
            </a:xfrm>
            <a:custGeom>
              <a:rect b="b" l="l" r="r" t="t"/>
              <a:pathLst>
                <a:path extrusionOk="0" h="1465" w="13095">
                  <a:moveTo>
                    <a:pt x="732" y="1"/>
                  </a:moveTo>
                  <a:cubicBezTo>
                    <a:pt x="330" y="1"/>
                    <a:pt x="0" y="331"/>
                    <a:pt x="0" y="732"/>
                  </a:cubicBezTo>
                  <a:cubicBezTo>
                    <a:pt x="0" y="1134"/>
                    <a:pt x="330" y="1464"/>
                    <a:pt x="732" y="1464"/>
                  </a:cubicBezTo>
                  <a:lnTo>
                    <a:pt x="12362" y="1464"/>
                  </a:lnTo>
                  <a:cubicBezTo>
                    <a:pt x="12764" y="1464"/>
                    <a:pt x="13094" y="1134"/>
                    <a:pt x="13094" y="732"/>
                  </a:cubicBezTo>
                  <a:cubicBezTo>
                    <a:pt x="13094" y="331"/>
                    <a:pt x="12764" y="1"/>
                    <a:pt x="12362" y="1"/>
                  </a:cubicBezTo>
                  <a:close/>
                </a:path>
              </a:pathLst>
            </a:custGeom>
            <a:solidFill>
              <a:schemeClr val="accent1"/>
            </a:solidFill>
            <a:ln cap="flat" cmpd="sng" w="19050">
              <a:solidFill>
                <a:schemeClr val="accent5"/>
              </a:solidFill>
              <a:prstDash val="solid"/>
              <a:miter lim="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5" name="Google Shape;1165;p13"/>
            <p:cNvSpPr/>
            <p:nvPr/>
          </p:nvSpPr>
          <p:spPr>
            <a:xfrm>
              <a:off x="4577719" y="3672008"/>
              <a:ext cx="81" cy="81"/>
            </a:xfrm>
            <a:custGeom>
              <a:rect b="b" l="l" r="r" t="t"/>
              <a:pathLst>
                <a:path extrusionOk="0" fill="none" h="1" w="1">
                  <a:moveTo>
                    <a:pt x="1" y="1"/>
                  </a:moveTo>
                  <a:close/>
                </a:path>
              </a:pathLst>
            </a:custGeom>
            <a:noFill/>
            <a:ln cap="flat" cmpd="sng" w="9525">
              <a:solidFill>
                <a:srgbClr val="F1CB30"/>
              </a:solidFill>
              <a:prstDash val="solid"/>
              <a:miter lim="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66" name="Google Shape;1166;p13"/>
          <p:cNvSpPr txBox="1"/>
          <p:nvPr/>
        </p:nvSpPr>
        <p:spPr>
          <a:xfrm>
            <a:off x="5645525" y="1708400"/>
            <a:ext cx="2994000" cy="5901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400"/>
              <a:buFont typeface="Arial"/>
              <a:buNone/>
            </a:pPr>
            <a:r>
              <a:rPr lang="en">
                <a:solidFill>
                  <a:schemeClr val="accent5"/>
                </a:solidFill>
                <a:latin typeface="Didact Gothic"/>
                <a:ea typeface="Didact Gothic"/>
                <a:cs typeface="Didact Gothic"/>
                <a:sym typeface="Didact Gothic"/>
              </a:rPr>
              <a:t>Averages out with no demonstration of impact from in person or remote work</a:t>
            </a:r>
            <a:endParaRPr>
              <a:solidFill>
                <a:schemeClr val="accent5"/>
              </a:solidFill>
              <a:latin typeface="Didact Gothic"/>
              <a:ea typeface="Didact Gothic"/>
              <a:cs typeface="Didact Gothic"/>
              <a:sym typeface="Didact Gothic"/>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accent5"/>
              </a:solidFill>
              <a:latin typeface="Didact Gothic"/>
              <a:ea typeface="Didact Gothic"/>
              <a:cs typeface="Didact Gothic"/>
              <a:sym typeface="Didact Gothic"/>
            </a:endParaRPr>
          </a:p>
        </p:txBody>
      </p:sp>
      <p:sp>
        <p:nvSpPr>
          <p:cNvPr id="1167" name="Google Shape;1167;p13"/>
          <p:cNvSpPr txBox="1"/>
          <p:nvPr/>
        </p:nvSpPr>
        <p:spPr>
          <a:xfrm>
            <a:off x="6342019" y="1228621"/>
            <a:ext cx="2079600" cy="354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accent5"/>
                </a:solidFill>
                <a:latin typeface="Aldrich"/>
                <a:ea typeface="Aldrich"/>
                <a:cs typeface="Aldrich"/>
                <a:sym typeface="Aldrich"/>
              </a:rPr>
              <a:t>Satisfaction Score</a:t>
            </a:r>
            <a:endParaRPr b="1" i="0" sz="1800" u="none" cap="none" strike="noStrike">
              <a:solidFill>
                <a:schemeClr val="accent5"/>
              </a:solidFill>
              <a:latin typeface="Aldrich"/>
              <a:ea typeface="Aldrich"/>
              <a:cs typeface="Aldrich"/>
              <a:sym typeface="Aldrich"/>
            </a:endParaRPr>
          </a:p>
        </p:txBody>
      </p:sp>
      <p:sp>
        <p:nvSpPr>
          <p:cNvPr id="1168" name="Google Shape;1168;p13"/>
          <p:cNvSpPr txBox="1"/>
          <p:nvPr/>
        </p:nvSpPr>
        <p:spPr>
          <a:xfrm>
            <a:off x="504475" y="1662375"/>
            <a:ext cx="2994000" cy="5901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lang="en">
                <a:solidFill>
                  <a:schemeClr val="accent5"/>
                </a:solidFill>
                <a:latin typeface="Didact Gothic"/>
                <a:ea typeface="Didact Gothic"/>
                <a:cs typeface="Didact Gothic"/>
                <a:sym typeface="Didact Gothic"/>
              </a:rPr>
              <a:t>Averages out with no demonstration of impact from in person or remote work</a:t>
            </a:r>
            <a:endParaRPr b="0" i="0" sz="1400" u="none" cap="none" strike="noStrike">
              <a:solidFill>
                <a:schemeClr val="accent5"/>
              </a:solidFill>
              <a:latin typeface="Didact Gothic"/>
              <a:ea typeface="Didact Gothic"/>
              <a:cs typeface="Didact Gothic"/>
              <a:sym typeface="Didact Gothic"/>
            </a:endParaRPr>
          </a:p>
        </p:txBody>
      </p:sp>
      <p:sp>
        <p:nvSpPr>
          <p:cNvPr id="1169" name="Google Shape;1169;p13"/>
          <p:cNvSpPr txBox="1"/>
          <p:nvPr/>
        </p:nvSpPr>
        <p:spPr>
          <a:xfrm>
            <a:off x="722375" y="1228624"/>
            <a:ext cx="2079600" cy="354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800"/>
              <a:buFont typeface="Arial"/>
              <a:buNone/>
            </a:pPr>
            <a:r>
              <a:rPr b="1" lang="en" sz="1800">
                <a:solidFill>
                  <a:schemeClr val="accent5"/>
                </a:solidFill>
                <a:latin typeface="Aldrich"/>
                <a:ea typeface="Aldrich"/>
                <a:cs typeface="Aldrich"/>
                <a:sym typeface="Aldrich"/>
              </a:rPr>
              <a:t>Performance Score</a:t>
            </a:r>
            <a:endParaRPr b="1" i="0" sz="1800" u="none" cap="none" strike="noStrike">
              <a:solidFill>
                <a:schemeClr val="accent5"/>
              </a:solidFill>
              <a:latin typeface="Aldrich"/>
              <a:ea typeface="Aldrich"/>
              <a:cs typeface="Aldrich"/>
              <a:sym typeface="Aldrich"/>
            </a:endParaRPr>
          </a:p>
        </p:txBody>
      </p:sp>
      <p:sp>
        <p:nvSpPr>
          <p:cNvPr id="1170" name="Google Shape;1170;p13"/>
          <p:cNvSpPr txBox="1"/>
          <p:nvPr/>
        </p:nvSpPr>
        <p:spPr>
          <a:xfrm>
            <a:off x="5460703" y="2739025"/>
            <a:ext cx="3125700" cy="590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lang="en">
                <a:solidFill>
                  <a:schemeClr val="accent5"/>
                </a:solidFill>
                <a:latin typeface="Didact Gothic"/>
                <a:ea typeface="Didact Gothic"/>
                <a:cs typeface="Didact Gothic"/>
                <a:sym typeface="Didact Gothic"/>
              </a:rPr>
              <a:t>Though only slight, Gender demonstrated more of a relationship on satisfaction score than </a:t>
            </a:r>
            <a:r>
              <a:rPr lang="en">
                <a:solidFill>
                  <a:schemeClr val="accent5"/>
                </a:solidFill>
                <a:latin typeface="Didact Gothic"/>
                <a:ea typeface="Didact Gothic"/>
                <a:cs typeface="Didact Gothic"/>
                <a:sym typeface="Didact Gothic"/>
              </a:rPr>
              <a:t>remote</a:t>
            </a:r>
            <a:r>
              <a:rPr lang="en">
                <a:solidFill>
                  <a:schemeClr val="accent5"/>
                </a:solidFill>
                <a:latin typeface="Didact Gothic"/>
                <a:ea typeface="Didact Gothic"/>
                <a:cs typeface="Didact Gothic"/>
                <a:sym typeface="Didact Gothic"/>
              </a:rPr>
              <a:t> work in general. No impact on performance</a:t>
            </a:r>
            <a:endParaRPr b="0" i="0" sz="1400" u="none" cap="none" strike="noStrike">
              <a:solidFill>
                <a:schemeClr val="accent5"/>
              </a:solidFill>
              <a:latin typeface="Didact Gothic"/>
              <a:ea typeface="Didact Gothic"/>
              <a:cs typeface="Didact Gothic"/>
              <a:sym typeface="Didact Gothic"/>
            </a:endParaRPr>
          </a:p>
        </p:txBody>
      </p:sp>
      <p:sp>
        <p:nvSpPr>
          <p:cNvPr id="1171" name="Google Shape;1171;p13"/>
          <p:cNvSpPr txBox="1"/>
          <p:nvPr/>
        </p:nvSpPr>
        <p:spPr>
          <a:xfrm>
            <a:off x="6474807" y="2341468"/>
            <a:ext cx="2079600" cy="354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lang="en" sz="1800">
                <a:solidFill>
                  <a:schemeClr val="accent5"/>
                </a:solidFill>
                <a:latin typeface="Aldrich"/>
                <a:ea typeface="Aldrich"/>
                <a:cs typeface="Aldrich"/>
                <a:sym typeface="Aldrich"/>
              </a:rPr>
              <a:t>Gender</a:t>
            </a:r>
            <a:endParaRPr b="1" i="0" sz="1800" u="none" cap="none" strike="noStrike">
              <a:solidFill>
                <a:schemeClr val="accent5"/>
              </a:solidFill>
              <a:latin typeface="Aldrich"/>
              <a:ea typeface="Aldrich"/>
              <a:cs typeface="Aldrich"/>
              <a:sym typeface="Aldrich"/>
            </a:endParaRPr>
          </a:p>
        </p:txBody>
      </p:sp>
      <p:sp>
        <p:nvSpPr>
          <p:cNvPr id="1172" name="Google Shape;1172;p13"/>
          <p:cNvSpPr txBox="1"/>
          <p:nvPr/>
        </p:nvSpPr>
        <p:spPr>
          <a:xfrm>
            <a:off x="564625" y="2821650"/>
            <a:ext cx="3125700" cy="698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lang="en">
                <a:solidFill>
                  <a:schemeClr val="accent5"/>
                </a:solidFill>
                <a:latin typeface="Didact Gothic"/>
                <a:ea typeface="Didact Gothic"/>
                <a:cs typeface="Didact Gothic"/>
                <a:sym typeface="Didact Gothic"/>
              </a:rPr>
              <a:t>Though only slight, Age demonstrated more of a relationship on satisfaction score than remote work in general. No impact on performance</a:t>
            </a:r>
            <a:endParaRPr>
              <a:solidFill>
                <a:schemeClr val="accent5"/>
              </a:solidFill>
              <a:latin typeface="Didact Gothic"/>
              <a:ea typeface="Didact Gothic"/>
              <a:cs typeface="Didact Gothic"/>
              <a:sym typeface="Didact Gothic"/>
            </a:endParaRPr>
          </a:p>
          <a:p>
            <a:pPr indent="0" lvl="0" marL="0" marR="0" rtl="0" algn="r">
              <a:lnSpc>
                <a:spcPct val="100000"/>
              </a:lnSpc>
              <a:spcBef>
                <a:spcPts val="0"/>
              </a:spcBef>
              <a:spcAft>
                <a:spcPts val="0"/>
              </a:spcAft>
              <a:buClr>
                <a:srgbClr val="000000"/>
              </a:buClr>
              <a:buSzPts val="1400"/>
              <a:buFont typeface="Arial"/>
              <a:buNone/>
            </a:pPr>
            <a:r>
              <a:t/>
            </a:r>
            <a:endParaRPr>
              <a:solidFill>
                <a:schemeClr val="accent5"/>
              </a:solidFill>
              <a:latin typeface="Didact Gothic"/>
              <a:ea typeface="Didact Gothic"/>
              <a:cs typeface="Didact Gothic"/>
              <a:sym typeface="Didact Gothic"/>
            </a:endParaRPr>
          </a:p>
        </p:txBody>
      </p:sp>
      <p:sp>
        <p:nvSpPr>
          <p:cNvPr id="1173" name="Google Shape;1173;p13"/>
          <p:cNvSpPr txBox="1"/>
          <p:nvPr/>
        </p:nvSpPr>
        <p:spPr>
          <a:xfrm>
            <a:off x="961663" y="2331631"/>
            <a:ext cx="2079600" cy="35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lang="en" sz="1800">
                <a:solidFill>
                  <a:schemeClr val="accent5"/>
                </a:solidFill>
                <a:latin typeface="Aldrich"/>
                <a:ea typeface="Aldrich"/>
                <a:cs typeface="Aldrich"/>
                <a:sym typeface="Aldrich"/>
              </a:rPr>
              <a:t>Age</a:t>
            </a:r>
            <a:endParaRPr b="1" i="0" sz="1800" u="none" cap="none" strike="noStrike">
              <a:solidFill>
                <a:schemeClr val="accent5"/>
              </a:solidFill>
              <a:latin typeface="Aldrich"/>
              <a:ea typeface="Aldrich"/>
              <a:cs typeface="Aldrich"/>
              <a:sym typeface="Aldrich"/>
            </a:endParaRPr>
          </a:p>
        </p:txBody>
      </p:sp>
      <p:cxnSp>
        <p:nvCxnSpPr>
          <p:cNvPr id="1174" name="Google Shape;1174;p13"/>
          <p:cNvCxnSpPr>
            <a:stCxn id="1169" idx="3"/>
          </p:cNvCxnSpPr>
          <p:nvPr/>
        </p:nvCxnSpPr>
        <p:spPr>
          <a:xfrm>
            <a:off x="2801975" y="1405924"/>
            <a:ext cx="781800" cy="0"/>
          </a:xfrm>
          <a:prstGeom prst="straightConnector1">
            <a:avLst/>
          </a:prstGeom>
          <a:noFill/>
          <a:ln cap="flat" cmpd="sng" w="28575">
            <a:solidFill>
              <a:schemeClr val="accent5"/>
            </a:solidFill>
            <a:prstDash val="solid"/>
            <a:round/>
            <a:headEnd len="sm" w="sm" type="none"/>
            <a:tailEnd len="med" w="med" type="oval"/>
          </a:ln>
        </p:spPr>
      </p:cxnSp>
      <p:sp>
        <p:nvSpPr>
          <p:cNvPr id="1175" name="Google Shape;1175;p13"/>
          <p:cNvSpPr/>
          <p:nvPr/>
        </p:nvSpPr>
        <p:spPr>
          <a:xfrm>
            <a:off x="3838538" y="1838325"/>
            <a:ext cx="238200" cy="238200"/>
          </a:xfrm>
          <a:prstGeom prst="ellipse">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13"/>
          <p:cNvSpPr/>
          <p:nvPr/>
        </p:nvSpPr>
        <p:spPr>
          <a:xfrm>
            <a:off x="5067263" y="1838325"/>
            <a:ext cx="238200" cy="238200"/>
          </a:xfrm>
          <a:prstGeom prst="ellipse">
            <a:avLst/>
          </a:pr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77" name="Google Shape;1177;p13"/>
          <p:cNvCxnSpPr/>
          <p:nvPr/>
        </p:nvCxnSpPr>
        <p:spPr>
          <a:xfrm rot="10800000">
            <a:off x="5502838" y="1414049"/>
            <a:ext cx="781800" cy="0"/>
          </a:xfrm>
          <a:prstGeom prst="straightConnector1">
            <a:avLst/>
          </a:prstGeom>
          <a:noFill/>
          <a:ln cap="flat" cmpd="sng" w="28575">
            <a:solidFill>
              <a:schemeClr val="accent5"/>
            </a:solidFill>
            <a:prstDash val="solid"/>
            <a:round/>
            <a:headEnd len="sm" w="sm" type="none"/>
            <a:tailEnd len="med" w="med" type="oval"/>
          </a:ln>
        </p:spPr>
      </p:cxnSp>
      <p:cxnSp>
        <p:nvCxnSpPr>
          <p:cNvPr id="1178" name="Google Shape;1178;p13"/>
          <p:cNvCxnSpPr/>
          <p:nvPr/>
        </p:nvCxnSpPr>
        <p:spPr>
          <a:xfrm>
            <a:off x="2801975" y="2571749"/>
            <a:ext cx="781800" cy="0"/>
          </a:xfrm>
          <a:prstGeom prst="straightConnector1">
            <a:avLst/>
          </a:prstGeom>
          <a:noFill/>
          <a:ln cap="flat" cmpd="sng" w="28575">
            <a:solidFill>
              <a:schemeClr val="accent5"/>
            </a:solidFill>
            <a:prstDash val="solid"/>
            <a:round/>
            <a:headEnd len="sm" w="sm" type="none"/>
            <a:tailEnd len="med" w="med" type="oval"/>
          </a:ln>
        </p:spPr>
      </p:cxnSp>
      <p:cxnSp>
        <p:nvCxnSpPr>
          <p:cNvPr id="1179" name="Google Shape;1179;p13"/>
          <p:cNvCxnSpPr/>
          <p:nvPr/>
        </p:nvCxnSpPr>
        <p:spPr>
          <a:xfrm rot="10800000">
            <a:off x="5645775" y="2571749"/>
            <a:ext cx="781800" cy="0"/>
          </a:xfrm>
          <a:prstGeom prst="straightConnector1">
            <a:avLst/>
          </a:prstGeom>
          <a:noFill/>
          <a:ln cap="flat" cmpd="sng" w="28575">
            <a:solidFill>
              <a:schemeClr val="accent5"/>
            </a:solidFill>
            <a:prstDash val="solid"/>
            <a:round/>
            <a:headEnd len="sm" w="sm" type="none"/>
            <a:tailEnd len="med" w="med" type="oval"/>
          </a:ln>
        </p:spPr>
      </p:cxnSp>
      <p:sp>
        <p:nvSpPr>
          <p:cNvPr id="1180" name="Google Shape;1180;p13"/>
          <p:cNvSpPr/>
          <p:nvPr/>
        </p:nvSpPr>
        <p:spPr>
          <a:xfrm>
            <a:off x="3838538" y="3040275"/>
            <a:ext cx="238200" cy="238200"/>
          </a:xfrm>
          <a:prstGeom prst="ellipse">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13"/>
          <p:cNvSpPr/>
          <p:nvPr/>
        </p:nvSpPr>
        <p:spPr>
          <a:xfrm>
            <a:off x="5067263" y="3040275"/>
            <a:ext cx="238200" cy="238200"/>
          </a:xfrm>
          <a:prstGeom prst="ellipse">
            <a:avLst/>
          </a:prstGeom>
          <a:solidFill>
            <a:schemeClr val="accent1"/>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2" name="Google Shape;1182;p13">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3" name="Google Shape;1183;p13">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13"/>
          <p:cNvSpPr txBox="1"/>
          <p:nvPr/>
        </p:nvSpPr>
        <p:spPr>
          <a:xfrm>
            <a:off x="1055550" y="3655175"/>
            <a:ext cx="7032900" cy="82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400"/>
              <a:buFont typeface="Arial"/>
              <a:buNone/>
            </a:pPr>
            <a:r>
              <a:rPr lang="en" sz="1300">
                <a:solidFill>
                  <a:schemeClr val="accent5"/>
                </a:solidFill>
                <a:latin typeface="Didact Gothic"/>
                <a:ea typeface="Didact Gothic"/>
                <a:cs typeface="Didact Gothic"/>
                <a:sym typeface="Didact Gothic"/>
              </a:rPr>
              <a:t>Age and gender did not demonstrate significant impact. The slight variation demonstrates ages 31-40 may have a slight higher job satisfaction in hybrid positions but unable to develop a firm conclusion that job location is the deciding factor. As for gender variations people that </a:t>
            </a:r>
            <a:r>
              <a:rPr lang="en" sz="1300">
                <a:solidFill>
                  <a:schemeClr val="accent5"/>
                </a:solidFill>
                <a:latin typeface="Didact Gothic"/>
                <a:ea typeface="Didact Gothic"/>
                <a:cs typeface="Didact Gothic"/>
                <a:sym typeface="Didact Gothic"/>
              </a:rPr>
              <a:t>did not</a:t>
            </a:r>
            <a:r>
              <a:rPr lang="en" sz="1300">
                <a:solidFill>
                  <a:schemeClr val="accent5"/>
                </a:solidFill>
                <a:latin typeface="Didact Gothic"/>
                <a:ea typeface="Didact Gothic"/>
                <a:cs typeface="Didact Gothic"/>
                <a:sym typeface="Didact Gothic"/>
              </a:rPr>
              <a:t> align male or female but fell into other demonstrated a slight impact on job satisfaction by remote and hybrid work vs on site option. Potential social implications and effects of the workplace.</a:t>
            </a:r>
            <a:endParaRPr sz="1300">
              <a:solidFill>
                <a:schemeClr val="accent5"/>
              </a:solidFill>
              <a:latin typeface="Didact Gothic"/>
              <a:ea typeface="Didact Gothic"/>
              <a:cs typeface="Didact Gothic"/>
              <a:sym typeface="Didact Gothic"/>
            </a:endParaRPr>
          </a:p>
          <a:p>
            <a:pPr indent="0" lvl="0" marL="0" marR="0" rtl="0" algn="l">
              <a:lnSpc>
                <a:spcPct val="100000"/>
              </a:lnSpc>
              <a:spcBef>
                <a:spcPts val="0"/>
              </a:spcBef>
              <a:spcAft>
                <a:spcPts val="0"/>
              </a:spcAft>
              <a:buClr>
                <a:schemeClr val="dk1"/>
              </a:buClr>
              <a:buSzPts val="1400"/>
              <a:buFont typeface="Arial"/>
              <a:buNone/>
            </a:pPr>
            <a:r>
              <a:t/>
            </a:r>
            <a:endParaRPr>
              <a:solidFill>
                <a:schemeClr val="accent5"/>
              </a:solidFill>
              <a:latin typeface="Didact Gothic"/>
              <a:ea typeface="Didact Gothic"/>
              <a:cs typeface="Didact Gothic"/>
              <a:sym typeface="Didact Gothic"/>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155"/>
                                        </p:tgtEl>
                                        <p:attrNameLst>
                                          <p:attrName>style.visibility</p:attrName>
                                        </p:attrNameLst>
                                      </p:cBhvr>
                                      <p:to>
                                        <p:strVal val="visible"/>
                                      </p:to>
                                    </p:set>
                                    <p:anim calcmode="lin" valueType="num">
                                      <p:cBhvr additive="base">
                                        <p:cTn dur="1000"/>
                                        <p:tgtEl>
                                          <p:spTgt spid="1155"/>
                                        </p:tgtEl>
                                        <p:attrNameLst>
                                          <p:attrName>ppt_w</p:attrName>
                                        </p:attrNameLst>
                                      </p:cBhvr>
                                      <p:tavLst>
                                        <p:tav fmla="" tm="0">
                                          <p:val>
                                            <p:strVal val="0"/>
                                          </p:val>
                                        </p:tav>
                                        <p:tav fmla="" tm="100000">
                                          <p:val>
                                            <p:strVal val="#ppt_w"/>
                                          </p:val>
                                        </p:tav>
                                      </p:tavLst>
                                    </p:anim>
                                    <p:anim calcmode="lin" valueType="num">
                                      <p:cBhvr additive="base">
                                        <p:cTn dur="1000"/>
                                        <p:tgtEl>
                                          <p:spTgt spid="115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7">
            <a:hlinkClick action="ppaction://hlinksldjump" r:id="rId3"/>
          </p:cNvPr>
          <p:cNvSpPr txBox="1"/>
          <p:nvPr>
            <p:ph idx="2" type="title"/>
          </p:nvPr>
        </p:nvSpPr>
        <p:spPr>
          <a:xfrm>
            <a:off x="2492100" y="607836"/>
            <a:ext cx="4159800" cy="704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5000"/>
              <a:buNone/>
            </a:pPr>
            <a:r>
              <a:rPr lang="en"/>
              <a:t>05</a:t>
            </a:r>
            <a:endParaRPr/>
          </a:p>
        </p:txBody>
      </p:sp>
      <p:sp>
        <p:nvSpPr>
          <p:cNvPr id="1190" name="Google Shape;1190;p7"/>
          <p:cNvSpPr/>
          <p:nvPr/>
        </p:nvSpPr>
        <p:spPr>
          <a:xfrm>
            <a:off x="3703900" y="4384101"/>
            <a:ext cx="1832405" cy="244805"/>
          </a:xfrm>
          <a:custGeom>
            <a:rect b="b" l="l" r="r" t="t"/>
            <a:pathLst>
              <a:path extrusionOk="0" h="7463" w="55866">
                <a:moveTo>
                  <a:pt x="16082" y="0"/>
                </a:moveTo>
                <a:cubicBezTo>
                  <a:pt x="15991" y="0"/>
                  <a:pt x="15916" y="25"/>
                  <a:pt x="15866" y="75"/>
                </a:cubicBezTo>
                <a:lnTo>
                  <a:pt x="8247" y="6542"/>
                </a:lnTo>
                <a:lnTo>
                  <a:pt x="728" y="75"/>
                </a:lnTo>
                <a:cubicBezTo>
                  <a:pt x="634" y="34"/>
                  <a:pt x="528" y="10"/>
                  <a:pt x="428" y="10"/>
                </a:cubicBezTo>
                <a:cubicBezTo>
                  <a:pt x="287" y="10"/>
                  <a:pt x="160" y="58"/>
                  <a:pt x="101" y="176"/>
                </a:cubicBezTo>
                <a:cubicBezTo>
                  <a:pt x="1" y="276"/>
                  <a:pt x="1" y="602"/>
                  <a:pt x="101" y="702"/>
                </a:cubicBezTo>
                <a:lnTo>
                  <a:pt x="8021" y="7369"/>
                </a:lnTo>
                <a:cubicBezTo>
                  <a:pt x="8084" y="7431"/>
                  <a:pt x="8165" y="7463"/>
                  <a:pt x="8256" y="7463"/>
                </a:cubicBezTo>
                <a:cubicBezTo>
                  <a:pt x="8347" y="7463"/>
                  <a:pt x="8447" y="7431"/>
                  <a:pt x="8547" y="7369"/>
                </a:cubicBezTo>
                <a:lnTo>
                  <a:pt x="16066" y="1003"/>
                </a:lnTo>
                <a:lnTo>
                  <a:pt x="23685" y="7369"/>
                </a:lnTo>
                <a:cubicBezTo>
                  <a:pt x="23748" y="7431"/>
                  <a:pt x="23854" y="7463"/>
                  <a:pt x="23958" y="7463"/>
                </a:cubicBezTo>
                <a:cubicBezTo>
                  <a:pt x="24061" y="7463"/>
                  <a:pt x="24161" y="7431"/>
                  <a:pt x="24212" y="7369"/>
                </a:cubicBezTo>
                <a:lnTo>
                  <a:pt x="31831" y="1003"/>
                </a:lnTo>
                <a:lnTo>
                  <a:pt x="39349" y="7369"/>
                </a:lnTo>
                <a:cubicBezTo>
                  <a:pt x="39462" y="7431"/>
                  <a:pt x="39569" y="7463"/>
                  <a:pt x="39672" y="7463"/>
                </a:cubicBezTo>
                <a:cubicBezTo>
                  <a:pt x="39776" y="7463"/>
                  <a:pt x="39876" y="7431"/>
                  <a:pt x="39976" y="7369"/>
                </a:cubicBezTo>
                <a:lnTo>
                  <a:pt x="47495" y="1003"/>
                </a:lnTo>
                <a:lnTo>
                  <a:pt x="55139" y="7369"/>
                </a:lnTo>
                <a:cubicBezTo>
                  <a:pt x="55225" y="7422"/>
                  <a:pt x="55310" y="7453"/>
                  <a:pt x="55388" y="7453"/>
                </a:cubicBezTo>
                <a:cubicBezTo>
                  <a:pt x="55493" y="7453"/>
                  <a:pt x="55583" y="7398"/>
                  <a:pt x="55640" y="7268"/>
                </a:cubicBezTo>
                <a:cubicBezTo>
                  <a:pt x="55866" y="7168"/>
                  <a:pt x="55866" y="6867"/>
                  <a:pt x="55640" y="6742"/>
                </a:cubicBezTo>
                <a:lnTo>
                  <a:pt x="47821" y="75"/>
                </a:lnTo>
                <a:cubicBezTo>
                  <a:pt x="47720" y="25"/>
                  <a:pt x="47614" y="0"/>
                  <a:pt x="47520" y="0"/>
                </a:cubicBezTo>
                <a:cubicBezTo>
                  <a:pt x="47426" y="0"/>
                  <a:pt x="47345" y="25"/>
                  <a:pt x="47294" y="75"/>
                </a:cubicBezTo>
                <a:lnTo>
                  <a:pt x="39675" y="6542"/>
                </a:lnTo>
                <a:lnTo>
                  <a:pt x="32056" y="75"/>
                </a:lnTo>
                <a:cubicBezTo>
                  <a:pt x="32006" y="25"/>
                  <a:pt x="31925" y="0"/>
                  <a:pt x="31831" y="0"/>
                </a:cubicBezTo>
                <a:cubicBezTo>
                  <a:pt x="31737" y="0"/>
                  <a:pt x="31630" y="25"/>
                  <a:pt x="31530" y="75"/>
                </a:cubicBezTo>
                <a:lnTo>
                  <a:pt x="24011" y="6542"/>
                </a:lnTo>
                <a:lnTo>
                  <a:pt x="16392" y="75"/>
                </a:lnTo>
                <a:cubicBezTo>
                  <a:pt x="16279" y="25"/>
                  <a:pt x="16173" y="0"/>
                  <a:pt x="16082"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91" name="Google Shape;1191;p7"/>
          <p:cNvGrpSpPr/>
          <p:nvPr/>
        </p:nvGrpSpPr>
        <p:grpSpPr>
          <a:xfrm rot="10667963">
            <a:off x="7414318" y="1387687"/>
            <a:ext cx="1474038" cy="2698191"/>
            <a:chOff x="365696" y="228600"/>
            <a:chExt cx="1473983" cy="2698089"/>
          </a:xfrm>
        </p:grpSpPr>
        <p:grpSp>
          <p:nvGrpSpPr>
            <p:cNvPr id="1192" name="Google Shape;1192;p7"/>
            <p:cNvGrpSpPr/>
            <p:nvPr/>
          </p:nvGrpSpPr>
          <p:grpSpPr>
            <a:xfrm flipH="1" rot="-617154">
              <a:off x="575967" y="402323"/>
              <a:ext cx="1053440" cy="2450002"/>
              <a:chOff x="3817855" y="1437512"/>
              <a:chExt cx="541146" cy="1128254"/>
            </a:xfrm>
          </p:grpSpPr>
          <p:sp>
            <p:nvSpPr>
              <p:cNvPr id="1193" name="Google Shape;1193;p7"/>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4" name="Google Shape;1194;p7"/>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95" name="Google Shape;1195;p7"/>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96" name="Google Shape;1196;p7"/>
          <p:cNvGrpSpPr/>
          <p:nvPr/>
        </p:nvGrpSpPr>
        <p:grpSpPr>
          <a:xfrm rot="-230834">
            <a:off x="217749" y="1063694"/>
            <a:ext cx="1474061" cy="2698235"/>
            <a:chOff x="365696" y="228600"/>
            <a:chExt cx="1473983" cy="2698089"/>
          </a:xfrm>
        </p:grpSpPr>
        <p:grpSp>
          <p:nvGrpSpPr>
            <p:cNvPr id="1197" name="Google Shape;1197;p7"/>
            <p:cNvGrpSpPr/>
            <p:nvPr/>
          </p:nvGrpSpPr>
          <p:grpSpPr>
            <a:xfrm flipH="1" rot="-617154">
              <a:off x="575967" y="402323"/>
              <a:ext cx="1053440" cy="2450002"/>
              <a:chOff x="3817855" y="1437512"/>
              <a:chExt cx="541146" cy="1128254"/>
            </a:xfrm>
          </p:grpSpPr>
          <p:sp>
            <p:nvSpPr>
              <p:cNvPr id="1198" name="Google Shape;1198;p7"/>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9" name="Google Shape;1199;p7"/>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0" name="Google Shape;1200;p7"/>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1" name="Google Shape;1201;p7">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2" name="Google Shape;1202;p7">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3" name="Google Shape;1203;p7"/>
          <p:cNvSpPr txBox="1"/>
          <p:nvPr>
            <p:ph type="ctrTitle"/>
          </p:nvPr>
        </p:nvSpPr>
        <p:spPr>
          <a:xfrm>
            <a:off x="1651900" y="1312526"/>
            <a:ext cx="5936400" cy="5265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8000"/>
              <a:buNone/>
            </a:pPr>
            <a:r>
              <a:rPr lang="en" sz="4000"/>
              <a:t>Conclusion</a:t>
            </a:r>
            <a:r>
              <a:rPr lang="en" sz="4000"/>
              <a:t> </a:t>
            </a:r>
            <a:endParaRPr/>
          </a:p>
        </p:txBody>
      </p:sp>
      <p:sp>
        <p:nvSpPr>
          <p:cNvPr id="1204" name="Google Shape;1204;p7"/>
          <p:cNvSpPr txBox="1"/>
          <p:nvPr/>
        </p:nvSpPr>
        <p:spPr>
          <a:xfrm>
            <a:off x="1062850" y="1839013"/>
            <a:ext cx="7232100" cy="9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accent5"/>
                </a:solidFill>
                <a:latin typeface="Didact Gothic"/>
                <a:ea typeface="Didact Gothic"/>
                <a:cs typeface="Didact Gothic"/>
                <a:sym typeface="Didact Gothic"/>
              </a:rPr>
              <a:t>The project examined whether remote work meaningfully affects employee satisfaction, employee performance, promotions, and workforce demographics. While some variation existed across remote work groups, the analysis did not reveal substantial differences or strong correlations. </a:t>
            </a:r>
            <a:endParaRPr sz="1600">
              <a:solidFill>
                <a:schemeClr val="accent5"/>
              </a:solidFill>
              <a:latin typeface="Didact Gothic"/>
              <a:ea typeface="Didact Gothic"/>
              <a:cs typeface="Didact Gothic"/>
              <a:sym typeface="Didact Gothic"/>
            </a:endParaRPr>
          </a:p>
          <a:p>
            <a:pPr indent="0" lvl="0" marL="0" rtl="0" algn="l">
              <a:spcBef>
                <a:spcPts val="0"/>
              </a:spcBef>
              <a:spcAft>
                <a:spcPts val="0"/>
              </a:spcAft>
              <a:buNone/>
            </a:pPr>
            <a:r>
              <a:t/>
            </a:r>
            <a:endParaRPr sz="1600">
              <a:solidFill>
                <a:schemeClr val="accent5"/>
              </a:solidFill>
              <a:latin typeface="Didact Gothic"/>
              <a:ea typeface="Didact Gothic"/>
              <a:cs typeface="Didact Gothic"/>
              <a:sym typeface="Didact Gothic"/>
            </a:endParaRPr>
          </a:p>
          <a:p>
            <a:pPr indent="0" lvl="0" marL="0" rtl="0" algn="l">
              <a:spcBef>
                <a:spcPts val="0"/>
              </a:spcBef>
              <a:spcAft>
                <a:spcPts val="0"/>
              </a:spcAft>
              <a:buNone/>
            </a:pPr>
            <a:r>
              <a:rPr lang="en" sz="1600">
                <a:solidFill>
                  <a:schemeClr val="accent5"/>
                </a:solidFill>
                <a:latin typeface="Didact Gothic"/>
                <a:ea typeface="Didact Gothic"/>
                <a:cs typeface="Didact Gothic"/>
                <a:sym typeface="Didact Gothic"/>
              </a:rPr>
              <a:t>This suggests that employee outcomes are likely influenced by a combination of factors beyond remote work availability, including but not limited to compensation, education, organizational structure, and job-specific conditions. Future analysis with additional workplace context or real-world organizational data may provide deeper insight into these relationships.</a:t>
            </a:r>
            <a:endParaRPr sz="1600">
              <a:solidFill>
                <a:schemeClr val="accent5"/>
              </a:solidFill>
              <a:latin typeface="Didact Gothic"/>
              <a:ea typeface="Didact Gothic"/>
              <a:cs typeface="Didact Gothic"/>
              <a:sym typeface="Didact Gothic"/>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189"/>
                                        </p:tgtEl>
                                        <p:attrNameLst>
                                          <p:attrName>style.visibility</p:attrName>
                                        </p:attrNameLst>
                                      </p:cBhvr>
                                      <p:to>
                                        <p:strVal val="visible"/>
                                      </p:to>
                                    </p:set>
                                    <p:anim calcmode="lin" valueType="num">
                                      <p:cBhvr additive="base">
                                        <p:cTn dur="1000"/>
                                        <p:tgtEl>
                                          <p:spTgt spid="1189"/>
                                        </p:tgtEl>
                                        <p:attrNameLst>
                                          <p:attrName>ppt_w</p:attrName>
                                        </p:attrNameLst>
                                      </p:cBhvr>
                                      <p:tavLst>
                                        <p:tav fmla="" tm="0">
                                          <p:val>
                                            <p:strVal val="0"/>
                                          </p:val>
                                        </p:tav>
                                        <p:tav fmla="" tm="100000">
                                          <p:val>
                                            <p:strVal val="#ppt_w"/>
                                          </p:val>
                                        </p:tav>
                                      </p:tavLst>
                                    </p:anim>
                                    <p:anim calcmode="lin" valueType="num">
                                      <p:cBhvr additive="base">
                                        <p:cTn dur="1000"/>
                                        <p:tgtEl>
                                          <p:spTgt spid="1189"/>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1190"/>
                                        </p:tgtEl>
                                        <p:attrNameLst>
                                          <p:attrName>style.visibility</p:attrName>
                                        </p:attrNameLst>
                                      </p:cBhvr>
                                      <p:to>
                                        <p:strVal val="visible"/>
                                      </p:to>
                                    </p:set>
                                    <p:anim calcmode="lin" valueType="num">
                                      <p:cBhvr additive="base">
                                        <p:cTn dur="1000"/>
                                        <p:tgtEl>
                                          <p:spTgt spid="1190"/>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1191"/>
                                        </p:tgtEl>
                                        <p:attrNameLst>
                                          <p:attrName>style.visibility</p:attrName>
                                        </p:attrNameLst>
                                      </p:cBhvr>
                                      <p:to>
                                        <p:strVal val="visible"/>
                                      </p:to>
                                    </p:set>
                                    <p:anim calcmode="lin" valueType="num">
                                      <p:cBhvr additive="base">
                                        <p:cTn dur="1000"/>
                                        <p:tgtEl>
                                          <p:spTgt spid="119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96"/>
                                        </p:tgtEl>
                                        <p:attrNameLst>
                                          <p:attrName>style.visibility</p:attrName>
                                        </p:attrNameLst>
                                      </p:cBhvr>
                                      <p:to>
                                        <p:strVal val="visible"/>
                                      </p:to>
                                    </p:set>
                                    <p:anim calcmode="lin" valueType="num">
                                      <p:cBhvr additive="base">
                                        <p:cTn dur="1000"/>
                                        <p:tgtEl>
                                          <p:spTgt spid="119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8" name="Shape 1208"/>
        <p:cNvGrpSpPr/>
        <p:nvPr/>
      </p:nvGrpSpPr>
      <p:grpSpPr>
        <a:xfrm>
          <a:off x="0" y="0"/>
          <a:ext cx="0" cy="0"/>
          <a:chOff x="0" y="0"/>
          <a:chExt cx="0" cy="0"/>
        </a:xfrm>
      </p:grpSpPr>
      <p:grpSp>
        <p:nvGrpSpPr>
          <p:cNvPr id="1209" name="Google Shape;1209;p12"/>
          <p:cNvGrpSpPr/>
          <p:nvPr/>
        </p:nvGrpSpPr>
        <p:grpSpPr>
          <a:xfrm rot="-7923760">
            <a:off x="7437420" y="2708758"/>
            <a:ext cx="541141" cy="2225394"/>
            <a:chOff x="871338" y="1945155"/>
            <a:chExt cx="247109" cy="1016148"/>
          </a:xfrm>
        </p:grpSpPr>
        <p:sp>
          <p:nvSpPr>
            <p:cNvPr id="1210" name="Google Shape;1210;p12"/>
            <p:cNvSpPr/>
            <p:nvPr/>
          </p:nvSpPr>
          <p:spPr>
            <a:xfrm>
              <a:off x="1017893" y="2858365"/>
              <a:ext cx="100554" cy="102938"/>
            </a:xfrm>
            <a:custGeom>
              <a:rect b="b" l="l" r="r" t="t"/>
              <a:pathLst>
                <a:path extrusionOk="0" h="5440" w="5314">
                  <a:moveTo>
                    <a:pt x="2707" y="0"/>
                  </a:moveTo>
                  <a:cubicBezTo>
                    <a:pt x="1253" y="0"/>
                    <a:pt x="0" y="1254"/>
                    <a:pt x="0" y="2707"/>
                  </a:cubicBezTo>
                  <a:cubicBezTo>
                    <a:pt x="0" y="4186"/>
                    <a:pt x="1253" y="5439"/>
                    <a:pt x="2707" y="5439"/>
                  </a:cubicBezTo>
                  <a:cubicBezTo>
                    <a:pt x="4161" y="5439"/>
                    <a:pt x="5314" y="4186"/>
                    <a:pt x="5314" y="2707"/>
                  </a:cubicBezTo>
                  <a:cubicBezTo>
                    <a:pt x="5314" y="1254"/>
                    <a:pt x="4161" y="0"/>
                    <a:pt x="270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12"/>
            <p:cNvSpPr/>
            <p:nvPr/>
          </p:nvSpPr>
          <p:spPr>
            <a:xfrm>
              <a:off x="871338" y="2075844"/>
              <a:ext cx="215338" cy="853670"/>
            </a:xfrm>
            <a:custGeom>
              <a:rect b="b" l="l" r="r" t="t"/>
              <a:pathLst>
                <a:path extrusionOk="0" h="45114" w="11380">
                  <a:moveTo>
                    <a:pt x="6066" y="1"/>
                  </a:moveTo>
                  <a:cubicBezTo>
                    <a:pt x="2206" y="5640"/>
                    <a:pt x="1" y="12332"/>
                    <a:pt x="1" y="19625"/>
                  </a:cubicBezTo>
                  <a:cubicBezTo>
                    <a:pt x="1" y="29650"/>
                    <a:pt x="4287" y="38748"/>
                    <a:pt x="11079" y="45114"/>
                  </a:cubicBezTo>
                  <a:lnTo>
                    <a:pt x="11379" y="44813"/>
                  </a:lnTo>
                  <a:cubicBezTo>
                    <a:pt x="4612" y="38547"/>
                    <a:pt x="427" y="29550"/>
                    <a:pt x="427" y="19625"/>
                  </a:cubicBezTo>
                  <a:cubicBezTo>
                    <a:pt x="427" y="12432"/>
                    <a:pt x="2607" y="5740"/>
                    <a:pt x="6367" y="201"/>
                  </a:cubicBezTo>
                  <a:lnTo>
                    <a:pt x="6066"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2" name="Google Shape;1212;p12"/>
            <p:cNvSpPr/>
            <p:nvPr/>
          </p:nvSpPr>
          <p:spPr>
            <a:xfrm>
              <a:off x="1051083" y="1945155"/>
              <a:ext cx="67364" cy="51242"/>
            </a:xfrm>
            <a:custGeom>
              <a:rect b="b" l="l" r="r" t="t"/>
              <a:pathLst>
                <a:path extrusionOk="0" h="2708" w="3560">
                  <a:moveTo>
                    <a:pt x="1780" y="1"/>
                  </a:moveTo>
                  <a:cubicBezTo>
                    <a:pt x="1" y="1"/>
                    <a:pt x="1" y="2708"/>
                    <a:pt x="1780" y="2708"/>
                  </a:cubicBezTo>
                  <a:cubicBezTo>
                    <a:pt x="3459" y="2708"/>
                    <a:pt x="3560" y="1"/>
                    <a:pt x="178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13" name="Google Shape;1213;p12"/>
          <p:cNvGrpSpPr/>
          <p:nvPr/>
        </p:nvGrpSpPr>
        <p:grpSpPr>
          <a:xfrm flipH="1" rot="-8099889">
            <a:off x="974730" y="213487"/>
            <a:ext cx="541129" cy="2225488"/>
            <a:chOff x="871338" y="1945155"/>
            <a:chExt cx="247109" cy="1016148"/>
          </a:xfrm>
        </p:grpSpPr>
        <p:sp>
          <p:nvSpPr>
            <p:cNvPr id="1214" name="Google Shape;1214;p12"/>
            <p:cNvSpPr/>
            <p:nvPr/>
          </p:nvSpPr>
          <p:spPr>
            <a:xfrm>
              <a:off x="1017893" y="2858365"/>
              <a:ext cx="100554" cy="102938"/>
            </a:xfrm>
            <a:custGeom>
              <a:rect b="b" l="l" r="r" t="t"/>
              <a:pathLst>
                <a:path extrusionOk="0" h="5440" w="5314">
                  <a:moveTo>
                    <a:pt x="2707" y="0"/>
                  </a:moveTo>
                  <a:cubicBezTo>
                    <a:pt x="1253" y="0"/>
                    <a:pt x="0" y="1254"/>
                    <a:pt x="0" y="2707"/>
                  </a:cubicBezTo>
                  <a:cubicBezTo>
                    <a:pt x="0" y="4186"/>
                    <a:pt x="1253" y="5439"/>
                    <a:pt x="2707" y="5439"/>
                  </a:cubicBezTo>
                  <a:cubicBezTo>
                    <a:pt x="4161" y="5439"/>
                    <a:pt x="5314" y="4186"/>
                    <a:pt x="5314" y="2707"/>
                  </a:cubicBezTo>
                  <a:cubicBezTo>
                    <a:pt x="5314" y="1254"/>
                    <a:pt x="4161" y="0"/>
                    <a:pt x="2707"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12"/>
            <p:cNvSpPr/>
            <p:nvPr/>
          </p:nvSpPr>
          <p:spPr>
            <a:xfrm>
              <a:off x="871338" y="2075844"/>
              <a:ext cx="215338" cy="853670"/>
            </a:xfrm>
            <a:custGeom>
              <a:rect b="b" l="l" r="r" t="t"/>
              <a:pathLst>
                <a:path extrusionOk="0" h="45114" w="11380">
                  <a:moveTo>
                    <a:pt x="6066" y="1"/>
                  </a:moveTo>
                  <a:cubicBezTo>
                    <a:pt x="2206" y="5640"/>
                    <a:pt x="1" y="12332"/>
                    <a:pt x="1" y="19625"/>
                  </a:cubicBezTo>
                  <a:cubicBezTo>
                    <a:pt x="1" y="29650"/>
                    <a:pt x="4287" y="38748"/>
                    <a:pt x="11079" y="45114"/>
                  </a:cubicBezTo>
                  <a:lnTo>
                    <a:pt x="11379" y="44813"/>
                  </a:lnTo>
                  <a:cubicBezTo>
                    <a:pt x="4612" y="38547"/>
                    <a:pt x="427" y="29550"/>
                    <a:pt x="427" y="19625"/>
                  </a:cubicBezTo>
                  <a:cubicBezTo>
                    <a:pt x="427" y="12432"/>
                    <a:pt x="2607" y="5740"/>
                    <a:pt x="6367" y="201"/>
                  </a:cubicBezTo>
                  <a:lnTo>
                    <a:pt x="6066" y="1"/>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12"/>
            <p:cNvSpPr/>
            <p:nvPr/>
          </p:nvSpPr>
          <p:spPr>
            <a:xfrm>
              <a:off x="1051083" y="1945155"/>
              <a:ext cx="67364" cy="51242"/>
            </a:xfrm>
            <a:custGeom>
              <a:rect b="b" l="l" r="r" t="t"/>
              <a:pathLst>
                <a:path extrusionOk="0" h="2708" w="3560">
                  <a:moveTo>
                    <a:pt x="1780" y="1"/>
                  </a:moveTo>
                  <a:cubicBezTo>
                    <a:pt x="1" y="1"/>
                    <a:pt x="1" y="2708"/>
                    <a:pt x="1780" y="2708"/>
                  </a:cubicBezTo>
                  <a:cubicBezTo>
                    <a:pt x="3459" y="2708"/>
                    <a:pt x="3560" y="1"/>
                    <a:pt x="1780"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17" name="Google Shape;1217;p12"/>
          <p:cNvSpPr txBox="1"/>
          <p:nvPr>
            <p:ph type="ctrTitle"/>
          </p:nvPr>
        </p:nvSpPr>
        <p:spPr>
          <a:xfrm flipH="1">
            <a:off x="925900" y="681725"/>
            <a:ext cx="4657800" cy="663900"/>
          </a:xfrm>
          <a:prstGeom prst="rect">
            <a:avLst/>
          </a:prstGeom>
          <a:noFill/>
          <a:ln>
            <a:noFill/>
          </a:ln>
        </p:spPr>
        <p:txBody>
          <a:bodyPr anchorCtr="0" anchor="ctr" bIns="0" lIns="0" spcFirstLastPara="1" rIns="0" wrap="square" tIns="0">
            <a:noAutofit/>
          </a:bodyPr>
          <a:lstStyle/>
          <a:p>
            <a:pPr indent="0" lvl="0" marL="0" rtl="0" algn="r">
              <a:lnSpc>
                <a:spcPct val="100000"/>
              </a:lnSpc>
              <a:spcBef>
                <a:spcPts val="0"/>
              </a:spcBef>
              <a:spcAft>
                <a:spcPts val="0"/>
              </a:spcAft>
              <a:buSzPts val="8000"/>
              <a:buNone/>
            </a:pPr>
            <a:r>
              <a:rPr lang="en"/>
              <a:t>Acknowledging Gaps</a:t>
            </a:r>
            <a:endParaRPr/>
          </a:p>
        </p:txBody>
      </p:sp>
      <p:sp>
        <p:nvSpPr>
          <p:cNvPr id="1218" name="Google Shape;1218;p12"/>
          <p:cNvSpPr txBox="1"/>
          <p:nvPr>
            <p:ph idx="1" type="subTitle"/>
          </p:nvPr>
        </p:nvSpPr>
        <p:spPr>
          <a:xfrm flipH="1">
            <a:off x="694000" y="1840950"/>
            <a:ext cx="4873800" cy="1742100"/>
          </a:xfrm>
          <a:prstGeom prst="rect">
            <a:avLst/>
          </a:prstGeom>
          <a:noFill/>
          <a:ln>
            <a:noFill/>
          </a:ln>
        </p:spPr>
        <p:txBody>
          <a:bodyPr anchorCtr="0" anchor="t" bIns="0" lIns="0" spcFirstLastPara="1" rIns="0" wrap="square" tIns="0">
            <a:noAutofit/>
          </a:bodyPr>
          <a:lstStyle/>
          <a:p>
            <a:pPr indent="0" lvl="0" marL="0" rtl="0" algn="r">
              <a:lnSpc>
                <a:spcPct val="100000"/>
              </a:lnSpc>
              <a:spcBef>
                <a:spcPts val="0"/>
              </a:spcBef>
              <a:spcAft>
                <a:spcPts val="0"/>
              </a:spcAft>
              <a:buClr>
                <a:schemeClr val="dk1"/>
              </a:buClr>
              <a:buSzPts val="1100"/>
              <a:buFont typeface="Arial"/>
              <a:buNone/>
            </a:pPr>
            <a:r>
              <a:rPr lang="en"/>
              <a:t>Synthetic Data</a:t>
            </a:r>
            <a:endParaRPr/>
          </a:p>
          <a:p>
            <a:pPr indent="0" lvl="0" marL="0" rtl="0" algn="r">
              <a:lnSpc>
                <a:spcPct val="100000"/>
              </a:lnSpc>
              <a:spcBef>
                <a:spcPts val="0"/>
              </a:spcBef>
              <a:spcAft>
                <a:spcPts val="0"/>
              </a:spcAft>
              <a:buClr>
                <a:schemeClr val="dk1"/>
              </a:buClr>
              <a:buSzPts val="1100"/>
              <a:buFont typeface="Arial"/>
              <a:buNone/>
            </a:pPr>
            <a:r>
              <a:rPr lang="en"/>
              <a:t>Remote Policy </a:t>
            </a:r>
            <a:r>
              <a:rPr lang="en"/>
              <a:t>Context</a:t>
            </a:r>
            <a:endParaRPr/>
          </a:p>
          <a:p>
            <a:pPr indent="0" lvl="0" marL="0" rtl="0" algn="r">
              <a:lnSpc>
                <a:spcPct val="100000"/>
              </a:lnSpc>
              <a:spcBef>
                <a:spcPts val="0"/>
              </a:spcBef>
              <a:spcAft>
                <a:spcPts val="0"/>
              </a:spcAft>
              <a:buClr>
                <a:schemeClr val="dk1"/>
              </a:buClr>
              <a:buSzPts val="1100"/>
              <a:buFont typeface="Arial"/>
              <a:buNone/>
            </a:pPr>
            <a:r>
              <a:rPr lang="en"/>
              <a:t>Industry / Role Differences</a:t>
            </a:r>
            <a:endParaRPr/>
          </a:p>
          <a:p>
            <a:pPr indent="0" lvl="0" marL="0" rtl="0" algn="r">
              <a:lnSpc>
                <a:spcPct val="100000"/>
              </a:lnSpc>
              <a:spcBef>
                <a:spcPts val="0"/>
              </a:spcBef>
              <a:spcAft>
                <a:spcPts val="0"/>
              </a:spcAft>
              <a:buClr>
                <a:schemeClr val="dk1"/>
              </a:buClr>
              <a:buSzPts val="1100"/>
              <a:buFont typeface="Arial"/>
              <a:buNone/>
            </a:pPr>
            <a:r>
              <a:rPr lang="en"/>
              <a:t>Individual Employee </a:t>
            </a:r>
            <a:r>
              <a:rPr lang="en"/>
              <a:t>circumstances </a:t>
            </a:r>
            <a:endParaRPr/>
          </a:p>
          <a:p>
            <a:pPr indent="0" lvl="0" marL="0" rtl="0" algn="r">
              <a:lnSpc>
                <a:spcPct val="100000"/>
              </a:lnSpc>
              <a:spcBef>
                <a:spcPts val="0"/>
              </a:spcBef>
              <a:spcAft>
                <a:spcPts val="0"/>
              </a:spcAft>
              <a:buClr>
                <a:schemeClr val="dk1"/>
              </a:buClr>
              <a:buSzPts val="1100"/>
              <a:buFont typeface="Arial"/>
              <a:buNone/>
            </a:pPr>
            <a:r>
              <a:rPr lang="en"/>
              <a:t>Satisfaction/ Performance scores are Subjective</a:t>
            </a:r>
            <a:endParaRPr/>
          </a:p>
          <a:p>
            <a:pPr indent="0" lvl="0" marL="0" rtl="0" algn="r">
              <a:lnSpc>
                <a:spcPct val="100000"/>
              </a:lnSpc>
              <a:spcBef>
                <a:spcPts val="0"/>
              </a:spcBef>
              <a:spcAft>
                <a:spcPts val="0"/>
              </a:spcAft>
              <a:buClr>
                <a:schemeClr val="dk1"/>
              </a:buClr>
              <a:buSzPts val="1100"/>
              <a:buFont typeface="Arial"/>
              <a:buNone/>
            </a:pPr>
            <a:r>
              <a:rPr lang="en"/>
              <a:t>Correlation ≠ Causation </a:t>
            </a:r>
            <a:endParaRPr/>
          </a:p>
          <a:p>
            <a:pPr indent="0" lvl="0" marL="0" rtl="0" algn="r">
              <a:lnSpc>
                <a:spcPct val="100000"/>
              </a:lnSpc>
              <a:spcBef>
                <a:spcPts val="0"/>
              </a:spcBef>
              <a:spcAft>
                <a:spcPts val="0"/>
              </a:spcAft>
              <a:buClr>
                <a:schemeClr val="dk1"/>
              </a:buClr>
              <a:buSzPts val="1100"/>
              <a:buFont typeface="Arial"/>
              <a:buNone/>
            </a:pPr>
            <a:r>
              <a:t/>
            </a:r>
            <a:endParaRPr/>
          </a:p>
        </p:txBody>
      </p:sp>
      <p:sp>
        <p:nvSpPr>
          <p:cNvPr id="1219" name="Google Shape;1219;p12">
            <a:hlinkClick action="ppaction://hlinksldjump" r:id="rId3"/>
          </p:cNvPr>
          <p:cNvSpPr txBox="1"/>
          <p:nvPr>
            <p:ph idx="2" type="title"/>
          </p:nvPr>
        </p:nvSpPr>
        <p:spPr>
          <a:xfrm flipH="1">
            <a:off x="6180750" y="1714500"/>
            <a:ext cx="1914600" cy="12858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SzPts val="5000"/>
              <a:buNone/>
            </a:pPr>
            <a:r>
              <a:rPr lang="en"/>
              <a:t>06</a:t>
            </a:r>
            <a:endParaRPr/>
          </a:p>
        </p:txBody>
      </p:sp>
      <p:sp>
        <p:nvSpPr>
          <p:cNvPr id="1220" name="Google Shape;1220;p12">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12">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12"/>
          <p:cNvSpPr txBox="1"/>
          <p:nvPr/>
        </p:nvSpPr>
        <p:spPr>
          <a:xfrm>
            <a:off x="693800" y="3583050"/>
            <a:ext cx="4873800" cy="88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5"/>
                </a:solidFill>
                <a:latin typeface="Didact Gothic"/>
                <a:ea typeface="Didact Gothic"/>
                <a:cs typeface="Didact Gothic"/>
                <a:sym typeface="Didact Gothic"/>
              </a:rPr>
              <a:t>**Looking at a more aggregate level to measure the impact of remote work on economic performance across 43 private sector industries, Fernald et al. (2024) find little relationship between labor productivity and the ability of workers in an industry to work entirely remotely, suggesting remote work neither hindered nor helped raise aggregate productivity growth. (BLS)</a:t>
            </a:r>
            <a:endParaRPr sz="1800">
              <a:solidFill>
                <a:schemeClr val="accent5"/>
              </a:solidFill>
              <a:latin typeface="Didact Gothic"/>
              <a:ea typeface="Didact Gothic"/>
              <a:cs typeface="Didact Gothic"/>
              <a:sym typeface="Didact Gothic"/>
            </a:endParaRPr>
          </a:p>
        </p:txBody>
      </p:sp>
      <p:sp>
        <p:nvSpPr>
          <p:cNvPr id="1223" name="Google Shape;1223;p12"/>
          <p:cNvSpPr txBox="1"/>
          <p:nvPr/>
        </p:nvSpPr>
        <p:spPr>
          <a:xfrm>
            <a:off x="817900" y="1345625"/>
            <a:ext cx="4873800" cy="507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solidFill>
                  <a:schemeClr val="accent5"/>
                </a:solidFill>
                <a:latin typeface="Didact Gothic"/>
                <a:ea typeface="Didact Gothic"/>
                <a:cs typeface="Didact Gothic"/>
                <a:sym typeface="Didact Gothic"/>
              </a:rPr>
              <a:t>It is important to recognize factors that may influence my findings:</a:t>
            </a:r>
            <a:endParaRPr sz="1500">
              <a:solidFill>
                <a:schemeClr val="accent5"/>
              </a:solidFill>
              <a:latin typeface="Didact Gothic"/>
              <a:ea typeface="Didact Gothic"/>
              <a:cs typeface="Didact Gothic"/>
              <a:sym typeface="Didact Gothic"/>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219"/>
                                        </p:tgtEl>
                                        <p:attrNameLst>
                                          <p:attrName>style.visibility</p:attrName>
                                        </p:attrNameLst>
                                      </p:cBhvr>
                                      <p:to>
                                        <p:strVal val="visible"/>
                                      </p:to>
                                    </p:set>
                                    <p:anim calcmode="lin" valueType="num">
                                      <p:cBhvr additive="base">
                                        <p:cTn dur="1000"/>
                                        <p:tgtEl>
                                          <p:spTgt spid="1219"/>
                                        </p:tgtEl>
                                        <p:attrNameLst>
                                          <p:attrName>ppt_w</p:attrName>
                                        </p:attrNameLst>
                                      </p:cBhvr>
                                      <p:tavLst>
                                        <p:tav fmla="" tm="0">
                                          <p:val>
                                            <p:strVal val="0"/>
                                          </p:val>
                                        </p:tav>
                                        <p:tav fmla="" tm="100000">
                                          <p:val>
                                            <p:strVal val="#ppt_w"/>
                                          </p:val>
                                        </p:tav>
                                      </p:tavLst>
                                    </p:anim>
                                    <p:anim calcmode="lin" valueType="num">
                                      <p:cBhvr additive="base">
                                        <p:cTn dur="1000"/>
                                        <p:tgtEl>
                                          <p:spTgt spid="1219"/>
                                        </p:tgtEl>
                                        <p:attrNameLst>
                                          <p:attrName>ppt_h</p:attrName>
                                        </p:attrNameLst>
                                      </p:cBhvr>
                                      <p:tavLst>
                                        <p:tav fmla="" tm="0">
                                          <p:val>
                                            <p:strVal val="0"/>
                                          </p:val>
                                        </p:tav>
                                        <p:tav fmla="" tm="100000">
                                          <p:val>
                                            <p:strVal val="#ppt_h"/>
                                          </p:val>
                                        </p:tav>
                                      </p:tavLst>
                                    </p:anim>
                                  </p:childTnLst>
                                </p:cTn>
                              </p:par>
                              <p:par>
                                <p:cTn fill="hold" nodeType="withEffect" presetClass="entr" presetID="2" presetSubtype="2">
                                  <p:stCondLst>
                                    <p:cond delay="0"/>
                                  </p:stCondLst>
                                  <p:childTnLst>
                                    <p:set>
                                      <p:cBhvr>
                                        <p:cTn dur="1" fill="hold">
                                          <p:stCondLst>
                                            <p:cond delay="0"/>
                                          </p:stCondLst>
                                        </p:cTn>
                                        <p:tgtEl>
                                          <p:spTgt spid="1209"/>
                                        </p:tgtEl>
                                        <p:attrNameLst>
                                          <p:attrName>style.visibility</p:attrName>
                                        </p:attrNameLst>
                                      </p:cBhvr>
                                      <p:to>
                                        <p:strVal val="visible"/>
                                      </p:to>
                                    </p:set>
                                    <p:anim calcmode="lin" valueType="num">
                                      <p:cBhvr additive="base">
                                        <p:cTn dur="1000"/>
                                        <p:tgtEl>
                                          <p:spTgt spid="1209"/>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8">
                                  <p:stCondLst>
                                    <p:cond delay="0"/>
                                  </p:stCondLst>
                                  <p:childTnLst>
                                    <p:set>
                                      <p:cBhvr>
                                        <p:cTn dur="1" fill="hold">
                                          <p:stCondLst>
                                            <p:cond delay="0"/>
                                          </p:stCondLst>
                                        </p:cTn>
                                        <p:tgtEl>
                                          <p:spTgt spid="1213"/>
                                        </p:tgtEl>
                                        <p:attrNameLst>
                                          <p:attrName>style.visibility</p:attrName>
                                        </p:attrNameLst>
                                      </p:cBhvr>
                                      <p:to>
                                        <p:strVal val="visible"/>
                                      </p:to>
                                    </p:set>
                                    <p:anim calcmode="lin" valueType="num">
                                      <p:cBhvr additive="base">
                                        <p:cTn dur="1200"/>
                                        <p:tgtEl>
                                          <p:spTgt spid="121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227" name="Shape 1227"/>
        <p:cNvGrpSpPr/>
        <p:nvPr/>
      </p:nvGrpSpPr>
      <p:grpSpPr>
        <a:xfrm>
          <a:off x="0" y="0"/>
          <a:ext cx="0" cy="0"/>
          <a:chOff x="0" y="0"/>
          <a:chExt cx="0" cy="0"/>
        </a:xfrm>
      </p:grpSpPr>
      <p:sp>
        <p:nvSpPr>
          <p:cNvPr id="1228" name="Google Shape;1228;p17"/>
          <p:cNvSpPr/>
          <p:nvPr/>
        </p:nvSpPr>
        <p:spPr>
          <a:xfrm>
            <a:off x="-583155" y="6088800"/>
            <a:ext cx="10653209" cy="159065"/>
          </a:xfrm>
          <a:custGeom>
            <a:rect b="b" l="l" r="r" t="t"/>
            <a:pathLst>
              <a:path extrusionOk="0" h="4089" w="273857">
                <a:moveTo>
                  <a:pt x="0" y="164"/>
                </a:moveTo>
                <a:lnTo>
                  <a:pt x="0" y="164"/>
                </a:lnTo>
                <a:lnTo>
                  <a:pt x="0" y="164"/>
                </a:lnTo>
                <a:lnTo>
                  <a:pt x="0" y="164"/>
                </a:lnTo>
                <a:close/>
                <a:moveTo>
                  <a:pt x="273856" y="164"/>
                </a:moveTo>
                <a:lnTo>
                  <a:pt x="273856" y="164"/>
                </a:lnTo>
                <a:lnTo>
                  <a:pt x="273856" y="4088"/>
                </a:lnTo>
                <a:lnTo>
                  <a:pt x="273856" y="4088"/>
                </a:lnTo>
                <a:lnTo>
                  <a:pt x="273856" y="164"/>
                </a:lnTo>
                <a:lnTo>
                  <a:pt x="273856" y="164"/>
                </a:lnTo>
                <a:close/>
                <a:moveTo>
                  <a:pt x="273856" y="164"/>
                </a:moveTo>
                <a:lnTo>
                  <a:pt x="273856" y="164"/>
                </a:lnTo>
                <a:lnTo>
                  <a:pt x="273856" y="164"/>
                </a:lnTo>
                <a:close/>
                <a:moveTo>
                  <a:pt x="0" y="164"/>
                </a:moveTo>
                <a:lnTo>
                  <a:pt x="0" y="164"/>
                </a:lnTo>
                <a:lnTo>
                  <a:pt x="0" y="164"/>
                </a:lnTo>
                <a:close/>
                <a:moveTo>
                  <a:pt x="0" y="164"/>
                </a:moveTo>
                <a:lnTo>
                  <a:pt x="0" y="164"/>
                </a:lnTo>
                <a:lnTo>
                  <a:pt x="0" y="164"/>
                </a:lnTo>
                <a:close/>
                <a:moveTo>
                  <a:pt x="273856" y="164"/>
                </a:moveTo>
                <a:lnTo>
                  <a:pt x="273856" y="164"/>
                </a:lnTo>
                <a:lnTo>
                  <a:pt x="273856" y="164"/>
                </a:lnTo>
                <a:close/>
                <a:moveTo>
                  <a:pt x="0" y="164"/>
                </a:moveTo>
                <a:lnTo>
                  <a:pt x="0" y="164"/>
                </a:lnTo>
                <a:lnTo>
                  <a:pt x="0" y="164"/>
                </a:lnTo>
                <a:close/>
                <a:moveTo>
                  <a:pt x="273856" y="164"/>
                </a:moveTo>
                <a:lnTo>
                  <a:pt x="273856" y="164"/>
                </a:lnTo>
                <a:lnTo>
                  <a:pt x="273856" y="164"/>
                </a:lnTo>
                <a:close/>
                <a:moveTo>
                  <a:pt x="0" y="164"/>
                </a:moveTo>
                <a:lnTo>
                  <a:pt x="0" y="164"/>
                </a:lnTo>
                <a:lnTo>
                  <a:pt x="0" y="164"/>
                </a:lnTo>
                <a:close/>
                <a:moveTo>
                  <a:pt x="273856" y="164"/>
                </a:moveTo>
                <a:lnTo>
                  <a:pt x="273856" y="164"/>
                </a:lnTo>
                <a:lnTo>
                  <a:pt x="273856" y="164"/>
                </a:lnTo>
                <a:close/>
                <a:moveTo>
                  <a:pt x="0" y="164"/>
                </a:moveTo>
                <a:lnTo>
                  <a:pt x="0" y="164"/>
                </a:lnTo>
                <a:lnTo>
                  <a:pt x="0" y="164"/>
                </a:lnTo>
                <a:close/>
                <a:moveTo>
                  <a:pt x="273856" y="164"/>
                </a:moveTo>
                <a:lnTo>
                  <a:pt x="273856" y="164"/>
                </a:lnTo>
                <a:lnTo>
                  <a:pt x="273856" y="164"/>
                </a:lnTo>
                <a:close/>
                <a:moveTo>
                  <a:pt x="273856" y="1"/>
                </a:moveTo>
                <a:lnTo>
                  <a:pt x="27385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17"/>
          <p:cNvSpPr txBox="1"/>
          <p:nvPr>
            <p:ph idx="1" type="subTitle"/>
          </p:nvPr>
        </p:nvSpPr>
        <p:spPr>
          <a:xfrm>
            <a:off x="1909800" y="1549776"/>
            <a:ext cx="5324400" cy="13089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800"/>
              <a:buNone/>
            </a:pPr>
            <a:r>
              <a:rPr lang="en"/>
              <a:t>“</a:t>
            </a:r>
            <a:r>
              <a:rPr lang="en"/>
              <a:t>The world as we have created it is a process of our thinking. It cannot be changed without changing our thinking.”</a:t>
            </a:r>
            <a:r>
              <a:rPr lang="en" sz="1200">
                <a:solidFill>
                  <a:schemeClr val="dk1"/>
                </a:solidFill>
                <a:latin typeface="Arial"/>
                <a:ea typeface="Arial"/>
                <a:cs typeface="Arial"/>
                <a:sym typeface="Arial"/>
              </a:rPr>
              <a:t> </a:t>
            </a:r>
            <a:endParaRPr sz="1200">
              <a:solidFill>
                <a:schemeClr val="dk1"/>
              </a:solidFill>
              <a:latin typeface="Arial"/>
              <a:ea typeface="Arial"/>
              <a:cs typeface="Arial"/>
              <a:sym typeface="Arial"/>
            </a:endParaRPr>
          </a:p>
          <a:p>
            <a:pPr indent="0" lvl="0" marL="0" rtl="0" algn="ctr">
              <a:lnSpc>
                <a:spcPct val="100000"/>
              </a:lnSpc>
              <a:spcBef>
                <a:spcPts val="0"/>
              </a:spcBef>
              <a:spcAft>
                <a:spcPts val="0"/>
              </a:spcAft>
              <a:buSzPts val="1800"/>
              <a:buNone/>
            </a:pPr>
            <a:r>
              <a:t/>
            </a:r>
            <a:endParaRPr/>
          </a:p>
        </p:txBody>
      </p:sp>
      <p:sp>
        <p:nvSpPr>
          <p:cNvPr id="1230" name="Google Shape;1230;p17"/>
          <p:cNvSpPr txBox="1"/>
          <p:nvPr>
            <p:ph type="title"/>
          </p:nvPr>
        </p:nvSpPr>
        <p:spPr>
          <a:xfrm>
            <a:off x="3327000" y="3134828"/>
            <a:ext cx="2490000" cy="314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1200"/>
              <a:buNone/>
            </a:pPr>
            <a:r>
              <a:rPr lang="en"/>
              <a:t>—Albert Einstein</a:t>
            </a:r>
            <a:endParaRPr/>
          </a:p>
        </p:txBody>
      </p:sp>
      <p:grpSp>
        <p:nvGrpSpPr>
          <p:cNvPr id="1231" name="Google Shape;1231;p17"/>
          <p:cNvGrpSpPr/>
          <p:nvPr/>
        </p:nvGrpSpPr>
        <p:grpSpPr>
          <a:xfrm flipH="1">
            <a:off x="4355906" y="3680366"/>
            <a:ext cx="432486" cy="575340"/>
            <a:chOff x="3600400" y="2783875"/>
            <a:chExt cx="402275" cy="535100"/>
          </a:xfrm>
        </p:grpSpPr>
        <p:sp>
          <p:nvSpPr>
            <p:cNvPr id="1232" name="Google Shape;1232;p17"/>
            <p:cNvSpPr/>
            <p:nvPr/>
          </p:nvSpPr>
          <p:spPr>
            <a:xfrm>
              <a:off x="3631725" y="3070825"/>
              <a:ext cx="195525" cy="237500"/>
            </a:xfrm>
            <a:custGeom>
              <a:rect b="b" l="l" r="r" t="t"/>
              <a:pathLst>
                <a:path extrusionOk="0" h="9500" w="7821">
                  <a:moveTo>
                    <a:pt x="3033" y="1"/>
                  </a:moveTo>
                  <a:lnTo>
                    <a:pt x="1" y="7620"/>
                  </a:lnTo>
                  <a:lnTo>
                    <a:pt x="2808" y="7520"/>
                  </a:lnTo>
                  <a:lnTo>
                    <a:pt x="4687" y="9500"/>
                  </a:lnTo>
                  <a:lnTo>
                    <a:pt x="7820" y="1881"/>
                  </a:lnTo>
                  <a:lnTo>
                    <a:pt x="3033"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17"/>
            <p:cNvSpPr/>
            <p:nvPr/>
          </p:nvSpPr>
          <p:spPr>
            <a:xfrm>
              <a:off x="3623575" y="3062700"/>
              <a:ext cx="211825" cy="256275"/>
            </a:xfrm>
            <a:custGeom>
              <a:rect b="b" l="l" r="r" t="t"/>
              <a:pathLst>
                <a:path extrusionOk="0" h="10251" w="8473">
                  <a:moveTo>
                    <a:pt x="3459" y="627"/>
                  </a:moveTo>
                  <a:lnTo>
                    <a:pt x="7845" y="2306"/>
                  </a:lnTo>
                  <a:lnTo>
                    <a:pt x="5009" y="9483"/>
                  </a:lnTo>
                  <a:lnTo>
                    <a:pt x="3259" y="7644"/>
                  </a:lnTo>
                  <a:lnTo>
                    <a:pt x="627" y="7744"/>
                  </a:lnTo>
                  <a:lnTo>
                    <a:pt x="3459" y="627"/>
                  </a:lnTo>
                  <a:close/>
                  <a:moveTo>
                    <a:pt x="3259" y="0"/>
                  </a:moveTo>
                  <a:lnTo>
                    <a:pt x="1" y="8145"/>
                  </a:lnTo>
                  <a:lnTo>
                    <a:pt x="1" y="8145"/>
                  </a:lnTo>
                  <a:lnTo>
                    <a:pt x="3033" y="8045"/>
                  </a:lnTo>
                  <a:lnTo>
                    <a:pt x="5139" y="10251"/>
                  </a:lnTo>
                  <a:lnTo>
                    <a:pt x="5239" y="9925"/>
                  </a:lnTo>
                  <a:lnTo>
                    <a:pt x="8472" y="2105"/>
                  </a:lnTo>
                  <a:lnTo>
                    <a:pt x="3259"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17"/>
            <p:cNvSpPr/>
            <p:nvPr/>
          </p:nvSpPr>
          <p:spPr>
            <a:xfrm>
              <a:off x="3775225" y="3070825"/>
              <a:ext cx="196125" cy="237500"/>
            </a:xfrm>
            <a:custGeom>
              <a:rect b="b" l="l" r="r" t="t"/>
              <a:pathLst>
                <a:path extrusionOk="0" h="9500" w="7845">
                  <a:moveTo>
                    <a:pt x="4812" y="1"/>
                  </a:moveTo>
                  <a:lnTo>
                    <a:pt x="0" y="1881"/>
                  </a:lnTo>
                  <a:lnTo>
                    <a:pt x="3033" y="9500"/>
                  </a:lnTo>
                  <a:lnTo>
                    <a:pt x="5013" y="7520"/>
                  </a:lnTo>
                  <a:lnTo>
                    <a:pt x="7845" y="7620"/>
                  </a:lnTo>
                  <a:lnTo>
                    <a:pt x="7845" y="7620"/>
                  </a:lnTo>
                  <a:lnTo>
                    <a:pt x="4812"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5" name="Google Shape;1235;p17"/>
            <p:cNvSpPr/>
            <p:nvPr/>
          </p:nvSpPr>
          <p:spPr>
            <a:xfrm>
              <a:off x="3767700" y="3062700"/>
              <a:ext cx="211175" cy="256275"/>
            </a:xfrm>
            <a:custGeom>
              <a:rect b="b" l="l" r="r" t="t"/>
              <a:pathLst>
                <a:path extrusionOk="0" h="10251" w="8447">
                  <a:moveTo>
                    <a:pt x="5013" y="627"/>
                  </a:moveTo>
                  <a:lnTo>
                    <a:pt x="7820" y="7744"/>
                  </a:lnTo>
                  <a:lnTo>
                    <a:pt x="5213" y="7644"/>
                  </a:lnTo>
                  <a:lnTo>
                    <a:pt x="3421" y="9436"/>
                  </a:lnTo>
                  <a:lnTo>
                    <a:pt x="3421" y="9436"/>
                  </a:lnTo>
                  <a:lnTo>
                    <a:pt x="627" y="2306"/>
                  </a:lnTo>
                  <a:lnTo>
                    <a:pt x="5013" y="627"/>
                  </a:lnTo>
                  <a:close/>
                  <a:moveTo>
                    <a:pt x="5213" y="0"/>
                  </a:moveTo>
                  <a:lnTo>
                    <a:pt x="0" y="2105"/>
                  </a:lnTo>
                  <a:lnTo>
                    <a:pt x="3233" y="10251"/>
                  </a:lnTo>
                  <a:lnTo>
                    <a:pt x="3434" y="10025"/>
                  </a:lnTo>
                  <a:lnTo>
                    <a:pt x="5314" y="8045"/>
                  </a:lnTo>
                  <a:lnTo>
                    <a:pt x="8446" y="8145"/>
                  </a:lnTo>
                  <a:lnTo>
                    <a:pt x="5213"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6" name="Google Shape;1236;p17"/>
            <p:cNvSpPr/>
            <p:nvPr/>
          </p:nvSpPr>
          <p:spPr>
            <a:xfrm>
              <a:off x="3605425" y="2788875"/>
              <a:ext cx="391625" cy="396650"/>
            </a:xfrm>
            <a:custGeom>
              <a:rect b="b" l="l" r="r" t="t"/>
              <a:pathLst>
                <a:path extrusionOk="0" h="15866" w="15665">
                  <a:moveTo>
                    <a:pt x="7845" y="1"/>
                  </a:moveTo>
                  <a:lnTo>
                    <a:pt x="6491" y="527"/>
                  </a:lnTo>
                  <a:lnTo>
                    <a:pt x="5113" y="527"/>
                  </a:lnTo>
                  <a:lnTo>
                    <a:pt x="4085" y="1454"/>
                  </a:lnTo>
                  <a:lnTo>
                    <a:pt x="2732" y="1880"/>
                  </a:lnTo>
                  <a:lnTo>
                    <a:pt x="2105" y="3133"/>
                  </a:lnTo>
                  <a:lnTo>
                    <a:pt x="952" y="3961"/>
                  </a:lnTo>
                  <a:lnTo>
                    <a:pt x="727" y="5314"/>
                  </a:lnTo>
                  <a:lnTo>
                    <a:pt x="0" y="6567"/>
                  </a:lnTo>
                  <a:lnTo>
                    <a:pt x="326" y="7946"/>
                  </a:lnTo>
                  <a:lnTo>
                    <a:pt x="0" y="9299"/>
                  </a:lnTo>
                  <a:lnTo>
                    <a:pt x="727" y="10552"/>
                  </a:lnTo>
                  <a:lnTo>
                    <a:pt x="952" y="11905"/>
                  </a:lnTo>
                  <a:lnTo>
                    <a:pt x="2105" y="12833"/>
                  </a:lnTo>
                  <a:lnTo>
                    <a:pt x="2732" y="14086"/>
                  </a:lnTo>
                  <a:lnTo>
                    <a:pt x="4085" y="14512"/>
                  </a:lnTo>
                  <a:lnTo>
                    <a:pt x="5113" y="15464"/>
                  </a:lnTo>
                  <a:lnTo>
                    <a:pt x="6491" y="15339"/>
                  </a:lnTo>
                  <a:lnTo>
                    <a:pt x="7845" y="15865"/>
                  </a:lnTo>
                  <a:lnTo>
                    <a:pt x="9198" y="15339"/>
                  </a:lnTo>
                  <a:lnTo>
                    <a:pt x="10551" y="15464"/>
                  </a:lnTo>
                  <a:lnTo>
                    <a:pt x="11604" y="14512"/>
                  </a:lnTo>
                  <a:lnTo>
                    <a:pt x="12957" y="14086"/>
                  </a:lnTo>
                  <a:lnTo>
                    <a:pt x="13584" y="12833"/>
                  </a:lnTo>
                  <a:lnTo>
                    <a:pt x="14737" y="11905"/>
                  </a:lnTo>
                  <a:lnTo>
                    <a:pt x="14937" y="10552"/>
                  </a:lnTo>
                  <a:lnTo>
                    <a:pt x="15664" y="9299"/>
                  </a:lnTo>
                  <a:lnTo>
                    <a:pt x="15363" y="7946"/>
                  </a:lnTo>
                  <a:lnTo>
                    <a:pt x="15664" y="6567"/>
                  </a:lnTo>
                  <a:lnTo>
                    <a:pt x="14937" y="5314"/>
                  </a:lnTo>
                  <a:lnTo>
                    <a:pt x="14737" y="3961"/>
                  </a:lnTo>
                  <a:lnTo>
                    <a:pt x="13584" y="3133"/>
                  </a:lnTo>
                  <a:lnTo>
                    <a:pt x="12957" y="1880"/>
                  </a:lnTo>
                  <a:lnTo>
                    <a:pt x="11604" y="1454"/>
                  </a:lnTo>
                  <a:lnTo>
                    <a:pt x="10551" y="527"/>
                  </a:lnTo>
                  <a:lnTo>
                    <a:pt x="9198" y="527"/>
                  </a:lnTo>
                  <a:lnTo>
                    <a:pt x="7845" y="1"/>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17"/>
            <p:cNvSpPr/>
            <p:nvPr/>
          </p:nvSpPr>
          <p:spPr>
            <a:xfrm>
              <a:off x="3600400" y="2783875"/>
              <a:ext cx="402275" cy="409800"/>
            </a:xfrm>
            <a:custGeom>
              <a:rect b="b" l="l" r="r" t="t"/>
              <a:pathLst>
                <a:path extrusionOk="0" h="16392" w="16091">
                  <a:moveTo>
                    <a:pt x="8046" y="401"/>
                  </a:moveTo>
                  <a:lnTo>
                    <a:pt x="9299" y="927"/>
                  </a:lnTo>
                  <a:lnTo>
                    <a:pt x="10652" y="927"/>
                  </a:lnTo>
                  <a:lnTo>
                    <a:pt x="11705" y="1755"/>
                  </a:lnTo>
                  <a:lnTo>
                    <a:pt x="13058" y="2181"/>
                  </a:lnTo>
                  <a:lnTo>
                    <a:pt x="13685" y="3434"/>
                  </a:lnTo>
                  <a:lnTo>
                    <a:pt x="14712" y="4261"/>
                  </a:lnTo>
                  <a:lnTo>
                    <a:pt x="14938" y="5639"/>
                  </a:lnTo>
                  <a:lnTo>
                    <a:pt x="15665" y="6767"/>
                  </a:lnTo>
                  <a:lnTo>
                    <a:pt x="15339" y="8146"/>
                  </a:lnTo>
                  <a:lnTo>
                    <a:pt x="15339" y="8246"/>
                  </a:lnTo>
                  <a:lnTo>
                    <a:pt x="15665" y="9499"/>
                  </a:lnTo>
                  <a:lnTo>
                    <a:pt x="14938" y="10652"/>
                  </a:lnTo>
                  <a:lnTo>
                    <a:pt x="14712" y="12005"/>
                  </a:lnTo>
                  <a:lnTo>
                    <a:pt x="13685" y="12832"/>
                  </a:lnTo>
                  <a:lnTo>
                    <a:pt x="13058" y="14085"/>
                  </a:lnTo>
                  <a:lnTo>
                    <a:pt x="11705" y="14511"/>
                  </a:lnTo>
                  <a:lnTo>
                    <a:pt x="10652" y="15439"/>
                  </a:lnTo>
                  <a:lnTo>
                    <a:pt x="9299" y="15339"/>
                  </a:lnTo>
                  <a:lnTo>
                    <a:pt x="8046" y="15865"/>
                  </a:lnTo>
                  <a:lnTo>
                    <a:pt x="6793" y="15339"/>
                  </a:lnTo>
                  <a:lnTo>
                    <a:pt x="5439" y="15439"/>
                  </a:lnTo>
                  <a:lnTo>
                    <a:pt x="4386" y="14511"/>
                  </a:lnTo>
                  <a:lnTo>
                    <a:pt x="3033" y="14085"/>
                  </a:lnTo>
                  <a:lnTo>
                    <a:pt x="2407" y="12832"/>
                  </a:lnTo>
                  <a:lnTo>
                    <a:pt x="1354" y="12005"/>
                  </a:lnTo>
                  <a:lnTo>
                    <a:pt x="1153" y="10652"/>
                  </a:lnTo>
                  <a:lnTo>
                    <a:pt x="427" y="9499"/>
                  </a:lnTo>
                  <a:lnTo>
                    <a:pt x="727" y="8146"/>
                  </a:lnTo>
                  <a:lnTo>
                    <a:pt x="427" y="6767"/>
                  </a:lnTo>
                  <a:lnTo>
                    <a:pt x="1153" y="5639"/>
                  </a:lnTo>
                  <a:lnTo>
                    <a:pt x="1354" y="4261"/>
                  </a:lnTo>
                  <a:lnTo>
                    <a:pt x="2407" y="3434"/>
                  </a:lnTo>
                  <a:lnTo>
                    <a:pt x="3033" y="2181"/>
                  </a:lnTo>
                  <a:lnTo>
                    <a:pt x="4386" y="1755"/>
                  </a:lnTo>
                  <a:lnTo>
                    <a:pt x="5439" y="927"/>
                  </a:lnTo>
                  <a:lnTo>
                    <a:pt x="6793" y="927"/>
                  </a:lnTo>
                  <a:lnTo>
                    <a:pt x="8046" y="401"/>
                  </a:lnTo>
                  <a:close/>
                  <a:moveTo>
                    <a:pt x="8046" y="0"/>
                  </a:moveTo>
                  <a:lnTo>
                    <a:pt x="6692" y="501"/>
                  </a:lnTo>
                  <a:lnTo>
                    <a:pt x="5214" y="501"/>
                  </a:lnTo>
                  <a:lnTo>
                    <a:pt x="4186" y="1454"/>
                  </a:lnTo>
                  <a:lnTo>
                    <a:pt x="2808" y="1880"/>
                  </a:lnTo>
                  <a:lnTo>
                    <a:pt x="2081" y="3133"/>
                  </a:lnTo>
                  <a:lnTo>
                    <a:pt x="928" y="4060"/>
                  </a:lnTo>
                  <a:lnTo>
                    <a:pt x="727" y="5514"/>
                  </a:lnTo>
                  <a:lnTo>
                    <a:pt x="1" y="6767"/>
                  </a:lnTo>
                  <a:lnTo>
                    <a:pt x="301" y="8146"/>
                  </a:lnTo>
                  <a:lnTo>
                    <a:pt x="1" y="9599"/>
                  </a:lnTo>
                  <a:lnTo>
                    <a:pt x="727" y="10852"/>
                  </a:lnTo>
                  <a:lnTo>
                    <a:pt x="928" y="12206"/>
                  </a:lnTo>
                  <a:lnTo>
                    <a:pt x="2081" y="13158"/>
                  </a:lnTo>
                  <a:lnTo>
                    <a:pt x="2808" y="14411"/>
                  </a:lnTo>
                  <a:lnTo>
                    <a:pt x="4186" y="14912"/>
                  </a:lnTo>
                  <a:lnTo>
                    <a:pt x="5214" y="15865"/>
                  </a:lnTo>
                  <a:lnTo>
                    <a:pt x="6692" y="15765"/>
                  </a:lnTo>
                  <a:lnTo>
                    <a:pt x="8046" y="16391"/>
                  </a:lnTo>
                  <a:lnTo>
                    <a:pt x="9399" y="15765"/>
                  </a:lnTo>
                  <a:lnTo>
                    <a:pt x="10853" y="15865"/>
                  </a:lnTo>
                  <a:lnTo>
                    <a:pt x="11905" y="14912"/>
                  </a:lnTo>
                  <a:lnTo>
                    <a:pt x="13259" y="14411"/>
                  </a:lnTo>
                  <a:lnTo>
                    <a:pt x="13986" y="13158"/>
                  </a:lnTo>
                  <a:lnTo>
                    <a:pt x="15138" y="12206"/>
                  </a:lnTo>
                  <a:lnTo>
                    <a:pt x="15339" y="10852"/>
                  </a:lnTo>
                  <a:lnTo>
                    <a:pt x="16091" y="9599"/>
                  </a:lnTo>
                  <a:lnTo>
                    <a:pt x="15776" y="8195"/>
                  </a:lnTo>
                  <a:lnTo>
                    <a:pt x="16091" y="6767"/>
                  </a:lnTo>
                  <a:lnTo>
                    <a:pt x="15339" y="5514"/>
                  </a:lnTo>
                  <a:lnTo>
                    <a:pt x="15138" y="4060"/>
                  </a:lnTo>
                  <a:lnTo>
                    <a:pt x="13986" y="3133"/>
                  </a:lnTo>
                  <a:lnTo>
                    <a:pt x="13259" y="1880"/>
                  </a:lnTo>
                  <a:lnTo>
                    <a:pt x="11905" y="1454"/>
                  </a:lnTo>
                  <a:lnTo>
                    <a:pt x="10853" y="501"/>
                  </a:lnTo>
                  <a:lnTo>
                    <a:pt x="9399" y="501"/>
                  </a:lnTo>
                  <a:lnTo>
                    <a:pt x="8046" y="0"/>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17"/>
            <p:cNvSpPr/>
            <p:nvPr/>
          </p:nvSpPr>
          <p:spPr>
            <a:xfrm>
              <a:off x="3663050" y="2851525"/>
              <a:ext cx="276975" cy="273850"/>
            </a:xfrm>
            <a:custGeom>
              <a:rect b="b" l="l" r="r" t="t"/>
              <a:pathLst>
                <a:path extrusionOk="0" h="10954" w="11079">
                  <a:moveTo>
                    <a:pt x="5540" y="302"/>
                  </a:moveTo>
                  <a:cubicBezTo>
                    <a:pt x="6993" y="302"/>
                    <a:pt x="8246" y="828"/>
                    <a:pt x="9199" y="1780"/>
                  </a:cubicBezTo>
                  <a:cubicBezTo>
                    <a:pt x="10126" y="2708"/>
                    <a:pt x="10753" y="4061"/>
                    <a:pt x="10753" y="5440"/>
                  </a:cubicBezTo>
                  <a:cubicBezTo>
                    <a:pt x="10753" y="6893"/>
                    <a:pt x="10126" y="8146"/>
                    <a:pt x="9199" y="9074"/>
                  </a:cubicBezTo>
                  <a:cubicBezTo>
                    <a:pt x="8246" y="10026"/>
                    <a:pt x="6993" y="10653"/>
                    <a:pt x="5540" y="10653"/>
                  </a:cubicBezTo>
                  <a:cubicBezTo>
                    <a:pt x="4061" y="10653"/>
                    <a:pt x="2808" y="10026"/>
                    <a:pt x="1880" y="9074"/>
                  </a:cubicBezTo>
                  <a:cubicBezTo>
                    <a:pt x="928" y="8146"/>
                    <a:pt x="302" y="6893"/>
                    <a:pt x="302" y="5440"/>
                  </a:cubicBezTo>
                  <a:cubicBezTo>
                    <a:pt x="302" y="4061"/>
                    <a:pt x="928" y="2708"/>
                    <a:pt x="1880" y="1780"/>
                  </a:cubicBezTo>
                  <a:cubicBezTo>
                    <a:pt x="2808" y="828"/>
                    <a:pt x="4061" y="302"/>
                    <a:pt x="5540" y="302"/>
                  </a:cubicBezTo>
                  <a:close/>
                  <a:moveTo>
                    <a:pt x="5540" y="1"/>
                  </a:moveTo>
                  <a:cubicBezTo>
                    <a:pt x="2507" y="1"/>
                    <a:pt x="1" y="2407"/>
                    <a:pt x="1" y="5440"/>
                  </a:cubicBezTo>
                  <a:cubicBezTo>
                    <a:pt x="1" y="8447"/>
                    <a:pt x="2507" y="10953"/>
                    <a:pt x="5540" y="10953"/>
                  </a:cubicBezTo>
                  <a:cubicBezTo>
                    <a:pt x="8572" y="10953"/>
                    <a:pt x="11079" y="8447"/>
                    <a:pt x="11079" y="5440"/>
                  </a:cubicBezTo>
                  <a:cubicBezTo>
                    <a:pt x="11079" y="2407"/>
                    <a:pt x="8572" y="1"/>
                    <a:pt x="5540"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39" name="Google Shape;1239;p17"/>
          <p:cNvGrpSpPr/>
          <p:nvPr/>
        </p:nvGrpSpPr>
        <p:grpSpPr>
          <a:xfrm flipH="1" rot="132037">
            <a:off x="7452093" y="1045851"/>
            <a:ext cx="1474038" cy="2698191"/>
            <a:chOff x="365696" y="228600"/>
            <a:chExt cx="1473983" cy="2698089"/>
          </a:xfrm>
        </p:grpSpPr>
        <p:grpSp>
          <p:nvGrpSpPr>
            <p:cNvPr id="1240" name="Google Shape;1240;p17"/>
            <p:cNvGrpSpPr/>
            <p:nvPr/>
          </p:nvGrpSpPr>
          <p:grpSpPr>
            <a:xfrm flipH="1" rot="-617154">
              <a:off x="575967" y="402323"/>
              <a:ext cx="1053440" cy="2450002"/>
              <a:chOff x="3817855" y="1437512"/>
              <a:chExt cx="541146" cy="1128254"/>
            </a:xfrm>
          </p:grpSpPr>
          <p:sp>
            <p:nvSpPr>
              <p:cNvPr id="1241" name="Google Shape;1241;p17"/>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17"/>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43" name="Google Shape;1243;p17"/>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44" name="Google Shape;1244;p17"/>
          <p:cNvGrpSpPr/>
          <p:nvPr/>
        </p:nvGrpSpPr>
        <p:grpSpPr>
          <a:xfrm flipH="1" rot="-10569166">
            <a:off x="255524" y="1369801"/>
            <a:ext cx="1474061" cy="2698235"/>
            <a:chOff x="365696" y="228600"/>
            <a:chExt cx="1473983" cy="2698089"/>
          </a:xfrm>
        </p:grpSpPr>
        <p:grpSp>
          <p:nvGrpSpPr>
            <p:cNvPr id="1245" name="Google Shape;1245;p17"/>
            <p:cNvGrpSpPr/>
            <p:nvPr/>
          </p:nvGrpSpPr>
          <p:grpSpPr>
            <a:xfrm flipH="1" rot="-617154">
              <a:off x="575967" y="402323"/>
              <a:ext cx="1053440" cy="2450002"/>
              <a:chOff x="3817855" y="1437512"/>
              <a:chExt cx="541146" cy="1128254"/>
            </a:xfrm>
          </p:grpSpPr>
          <p:sp>
            <p:nvSpPr>
              <p:cNvPr id="1246" name="Google Shape;1246;p17"/>
              <p:cNvSpPr/>
              <p:nvPr/>
            </p:nvSpPr>
            <p:spPr>
              <a:xfrm>
                <a:off x="3817855" y="1437512"/>
                <a:ext cx="541146" cy="1128254"/>
              </a:xfrm>
              <a:custGeom>
                <a:rect b="b" l="l" r="r" t="t"/>
                <a:pathLst>
                  <a:path extrusionOk="0" h="59625" w="28598">
                    <a:moveTo>
                      <a:pt x="101" y="0"/>
                    </a:moveTo>
                    <a:lnTo>
                      <a:pt x="1" y="426"/>
                    </a:lnTo>
                    <a:cubicBezTo>
                      <a:pt x="16066" y="3359"/>
                      <a:pt x="28197" y="17344"/>
                      <a:pt x="28197" y="34161"/>
                    </a:cubicBezTo>
                    <a:lnTo>
                      <a:pt x="28197" y="34462"/>
                    </a:lnTo>
                    <a:cubicBezTo>
                      <a:pt x="28096" y="44286"/>
                      <a:pt x="23911" y="53058"/>
                      <a:pt x="17219" y="59324"/>
                    </a:cubicBezTo>
                    <a:lnTo>
                      <a:pt x="17545" y="59625"/>
                    </a:lnTo>
                    <a:cubicBezTo>
                      <a:pt x="24212" y="53359"/>
                      <a:pt x="28497" y="44386"/>
                      <a:pt x="28598" y="34462"/>
                    </a:cubicBezTo>
                    <a:lnTo>
                      <a:pt x="28598" y="34161"/>
                    </a:lnTo>
                    <a:cubicBezTo>
                      <a:pt x="28598" y="17143"/>
                      <a:pt x="16292" y="2933"/>
                      <a:pt x="101" y="0"/>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7" name="Google Shape;1247;p17"/>
              <p:cNvSpPr/>
              <p:nvPr/>
            </p:nvSpPr>
            <p:spPr>
              <a:xfrm>
                <a:off x="3985754" y="1615346"/>
                <a:ext cx="39378" cy="29898"/>
              </a:xfrm>
              <a:custGeom>
                <a:rect b="b" l="l" r="r" t="t"/>
                <a:pathLst>
                  <a:path extrusionOk="0" h="1580" w="2081">
                    <a:moveTo>
                      <a:pt x="1053" y="1"/>
                    </a:moveTo>
                    <a:cubicBezTo>
                      <a:pt x="0" y="1"/>
                      <a:pt x="0" y="1580"/>
                      <a:pt x="1053" y="1580"/>
                    </a:cubicBezTo>
                    <a:cubicBezTo>
                      <a:pt x="2080" y="1580"/>
                      <a:pt x="2080" y="1"/>
                      <a:pt x="1053"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48" name="Google Shape;1248;p17"/>
            <p:cNvSpPr/>
            <p:nvPr/>
          </p:nvSpPr>
          <p:spPr>
            <a:xfrm>
              <a:off x="1419225" y="228600"/>
              <a:ext cx="142800" cy="142800"/>
            </a:xfrm>
            <a:prstGeom prst="ellips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49" name="Google Shape;1249;p17">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17">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1000" fill="hold"/>
                                        <p:tgtEl>
                                          <p:spTgt spid="1231"/>
                                        </p:tgtEl>
                                        <p:attrNameLst>
                                          <p:attrName>r</p:attrName>
                                        </p:attrNameLst>
                                      </p:cBhvr>
                                    </p:animRot>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1239"/>
                                        </p:tgtEl>
                                        <p:attrNameLst>
                                          <p:attrName>style.visibility</p:attrName>
                                        </p:attrNameLst>
                                      </p:cBhvr>
                                      <p:to>
                                        <p:strVal val="visible"/>
                                      </p:to>
                                    </p:set>
                                    <p:anim calcmode="lin" valueType="num">
                                      <p:cBhvr additive="base">
                                        <p:cTn dur="1000"/>
                                        <p:tgtEl>
                                          <p:spTgt spid="123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244"/>
                                        </p:tgtEl>
                                        <p:attrNameLst>
                                          <p:attrName>style.visibility</p:attrName>
                                        </p:attrNameLst>
                                      </p:cBhvr>
                                      <p:to>
                                        <p:strVal val="visible"/>
                                      </p:to>
                                    </p:set>
                                    <p:anim calcmode="lin" valueType="num">
                                      <p:cBhvr additive="base">
                                        <p:cTn dur="1000"/>
                                        <p:tgtEl>
                                          <p:spTgt spid="124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grpSp>
        <p:nvGrpSpPr>
          <p:cNvPr id="1255" name="Google Shape;1255;p8"/>
          <p:cNvGrpSpPr/>
          <p:nvPr/>
        </p:nvGrpSpPr>
        <p:grpSpPr>
          <a:xfrm>
            <a:off x="3524120" y="4307399"/>
            <a:ext cx="6289057" cy="539063"/>
            <a:chOff x="3457434" y="4469778"/>
            <a:chExt cx="6350017" cy="544288"/>
          </a:xfrm>
        </p:grpSpPr>
        <p:sp>
          <p:nvSpPr>
            <p:cNvPr id="1256" name="Google Shape;1256;p8"/>
            <p:cNvSpPr/>
            <p:nvPr/>
          </p:nvSpPr>
          <p:spPr>
            <a:xfrm>
              <a:off x="3457434" y="4667694"/>
              <a:ext cx="1467538" cy="346372"/>
            </a:xfrm>
            <a:custGeom>
              <a:rect b="b" l="l" r="r" t="t"/>
              <a:pathLst>
                <a:path extrusionOk="0" h="14307" w="60617">
                  <a:moveTo>
                    <a:pt x="7848" y="0"/>
                  </a:moveTo>
                  <a:cubicBezTo>
                    <a:pt x="3393" y="0"/>
                    <a:pt x="1" y="3229"/>
                    <a:pt x="1" y="7153"/>
                  </a:cubicBezTo>
                  <a:cubicBezTo>
                    <a:pt x="1" y="11077"/>
                    <a:pt x="3393" y="14306"/>
                    <a:pt x="7848" y="14306"/>
                  </a:cubicBezTo>
                  <a:lnTo>
                    <a:pt x="60617" y="14306"/>
                  </a:lnTo>
                  <a:lnTo>
                    <a:pt x="60617" y="0"/>
                  </a:lnTo>
                  <a:close/>
                </a:path>
              </a:pathLst>
            </a:cu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7" name="Google Shape;1257;p8"/>
            <p:cNvSpPr/>
            <p:nvPr/>
          </p:nvSpPr>
          <p:spPr>
            <a:xfrm>
              <a:off x="3531662" y="4713209"/>
              <a:ext cx="1393310" cy="255319"/>
            </a:xfrm>
            <a:custGeom>
              <a:rect b="b" l="l" r="r" t="t"/>
              <a:pathLst>
                <a:path extrusionOk="0" h="10546" w="57551">
                  <a:moveTo>
                    <a:pt x="7480" y="0"/>
                  </a:moveTo>
                  <a:cubicBezTo>
                    <a:pt x="3393" y="0"/>
                    <a:pt x="0" y="2371"/>
                    <a:pt x="0" y="5273"/>
                  </a:cubicBezTo>
                  <a:cubicBezTo>
                    <a:pt x="0" y="8175"/>
                    <a:pt x="3393" y="10546"/>
                    <a:pt x="7480" y="10546"/>
                  </a:cubicBezTo>
                  <a:lnTo>
                    <a:pt x="57551" y="10546"/>
                  </a:lnTo>
                  <a:lnTo>
                    <a:pt x="5755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8"/>
            <p:cNvSpPr/>
            <p:nvPr/>
          </p:nvSpPr>
          <p:spPr>
            <a:xfrm>
              <a:off x="3531662" y="4750807"/>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8"/>
            <p:cNvSpPr/>
            <p:nvPr/>
          </p:nvSpPr>
          <p:spPr>
            <a:xfrm>
              <a:off x="3598337" y="4741898"/>
              <a:ext cx="1422023" cy="16850"/>
            </a:xfrm>
            <a:custGeom>
              <a:rect b="b" l="l" r="r" t="t"/>
              <a:pathLst>
                <a:path extrusionOk="0" h="696" w="58737">
                  <a:moveTo>
                    <a:pt x="0" y="1"/>
                  </a:moveTo>
                  <a:lnTo>
                    <a:pt x="0" y="696"/>
                  </a:lnTo>
                  <a:lnTo>
                    <a:pt x="58736" y="696"/>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0" name="Google Shape;1260;p8"/>
            <p:cNvSpPr/>
            <p:nvPr/>
          </p:nvSpPr>
          <p:spPr>
            <a:xfrm>
              <a:off x="3531662" y="4812156"/>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8"/>
            <p:cNvSpPr/>
            <p:nvPr/>
          </p:nvSpPr>
          <p:spPr>
            <a:xfrm>
              <a:off x="3531662" y="4804239"/>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8"/>
            <p:cNvSpPr/>
            <p:nvPr/>
          </p:nvSpPr>
          <p:spPr>
            <a:xfrm>
              <a:off x="3531662" y="4869557"/>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8"/>
            <p:cNvSpPr/>
            <p:nvPr/>
          </p:nvSpPr>
          <p:spPr>
            <a:xfrm>
              <a:off x="3531662" y="4861641"/>
              <a:ext cx="1422023" cy="16850"/>
            </a:xfrm>
            <a:custGeom>
              <a:rect b="b" l="l" r="r" t="t"/>
              <a:pathLst>
                <a:path extrusionOk="0" h="696" w="58737">
                  <a:moveTo>
                    <a:pt x="0" y="0"/>
                  </a:moveTo>
                  <a:lnTo>
                    <a:pt x="0" y="695"/>
                  </a:lnTo>
                  <a:lnTo>
                    <a:pt x="58736" y="695"/>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4" name="Google Shape;1264;p8"/>
            <p:cNvSpPr/>
            <p:nvPr/>
          </p:nvSpPr>
          <p:spPr>
            <a:xfrm>
              <a:off x="3531662" y="4931898"/>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5" name="Google Shape;1265;p8"/>
            <p:cNvSpPr/>
            <p:nvPr/>
          </p:nvSpPr>
          <p:spPr>
            <a:xfrm>
              <a:off x="3607862" y="4923982"/>
              <a:ext cx="1422023" cy="15858"/>
            </a:xfrm>
            <a:custGeom>
              <a:rect b="b" l="l" r="r" t="t"/>
              <a:pathLst>
                <a:path extrusionOk="0" h="655" w="58737">
                  <a:moveTo>
                    <a:pt x="0" y="0"/>
                  </a:moveTo>
                  <a:lnTo>
                    <a:pt x="0" y="654"/>
                  </a:lnTo>
                  <a:lnTo>
                    <a:pt x="58736" y="654"/>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8"/>
            <p:cNvSpPr/>
            <p:nvPr/>
          </p:nvSpPr>
          <p:spPr>
            <a:xfrm>
              <a:off x="3457434" y="4469778"/>
              <a:ext cx="1467538" cy="197941"/>
            </a:xfrm>
            <a:custGeom>
              <a:rect b="b" l="l" r="r" t="t"/>
              <a:pathLst>
                <a:path extrusionOk="0" h="8176" w="60617">
                  <a:moveTo>
                    <a:pt x="7848" y="0"/>
                  </a:moveTo>
                  <a:cubicBezTo>
                    <a:pt x="3393" y="0"/>
                    <a:pt x="1" y="1881"/>
                    <a:pt x="1" y="4088"/>
                  </a:cubicBezTo>
                  <a:cubicBezTo>
                    <a:pt x="1" y="6295"/>
                    <a:pt x="3393" y="8175"/>
                    <a:pt x="7848" y="8175"/>
                  </a:cubicBezTo>
                  <a:lnTo>
                    <a:pt x="60617" y="8175"/>
                  </a:lnTo>
                  <a:lnTo>
                    <a:pt x="60617" y="0"/>
                  </a:lnTo>
                  <a:close/>
                </a:path>
              </a:pathLst>
            </a:custGeom>
            <a:solidFill>
              <a:schemeClr val="accen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8"/>
            <p:cNvSpPr/>
            <p:nvPr/>
          </p:nvSpPr>
          <p:spPr>
            <a:xfrm>
              <a:off x="3531662" y="4494520"/>
              <a:ext cx="1393310" cy="144485"/>
            </a:xfrm>
            <a:custGeom>
              <a:rect b="b" l="l" r="r" t="t"/>
              <a:pathLst>
                <a:path extrusionOk="0" h="5968" w="57551">
                  <a:moveTo>
                    <a:pt x="7480" y="0"/>
                  </a:moveTo>
                  <a:cubicBezTo>
                    <a:pt x="3393" y="0"/>
                    <a:pt x="0" y="1390"/>
                    <a:pt x="0" y="3066"/>
                  </a:cubicBezTo>
                  <a:cubicBezTo>
                    <a:pt x="0" y="4782"/>
                    <a:pt x="3393" y="5968"/>
                    <a:pt x="7480" y="5968"/>
                  </a:cubicBezTo>
                  <a:lnTo>
                    <a:pt x="57551" y="5968"/>
                  </a:lnTo>
                  <a:lnTo>
                    <a:pt x="57551" y="0"/>
                  </a:ln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8"/>
            <p:cNvSpPr/>
            <p:nvPr/>
          </p:nvSpPr>
          <p:spPr>
            <a:xfrm>
              <a:off x="3531662" y="4515293"/>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9" name="Google Shape;1269;p8"/>
            <p:cNvSpPr/>
            <p:nvPr/>
          </p:nvSpPr>
          <p:spPr>
            <a:xfrm>
              <a:off x="3607862" y="4507376"/>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8"/>
            <p:cNvSpPr/>
            <p:nvPr/>
          </p:nvSpPr>
          <p:spPr>
            <a:xfrm>
              <a:off x="3531662" y="4552891"/>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8"/>
            <p:cNvSpPr/>
            <p:nvPr/>
          </p:nvSpPr>
          <p:spPr>
            <a:xfrm>
              <a:off x="3541187" y="4543981"/>
              <a:ext cx="1422023" cy="16850"/>
            </a:xfrm>
            <a:custGeom>
              <a:rect b="b" l="l" r="r" t="t"/>
              <a:pathLst>
                <a:path extrusionOk="0" h="696" w="58737">
                  <a:moveTo>
                    <a:pt x="0" y="1"/>
                  </a:moveTo>
                  <a:lnTo>
                    <a:pt x="0" y="696"/>
                  </a:lnTo>
                  <a:lnTo>
                    <a:pt x="58736" y="696"/>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2" name="Google Shape;1272;p8"/>
            <p:cNvSpPr/>
            <p:nvPr/>
          </p:nvSpPr>
          <p:spPr>
            <a:xfrm>
              <a:off x="3531662" y="4585550"/>
              <a:ext cx="1422023" cy="24"/>
            </a:xfrm>
            <a:custGeom>
              <a:rect b="b" l="l" r="r" t="t"/>
              <a:pathLst>
                <a:path extrusionOk="0" h="1" w="58737">
                  <a:moveTo>
                    <a:pt x="0" y="1"/>
                  </a:moveTo>
                  <a:lnTo>
                    <a:pt x="58736" y="1"/>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8"/>
            <p:cNvSpPr/>
            <p:nvPr/>
          </p:nvSpPr>
          <p:spPr>
            <a:xfrm>
              <a:off x="3531662" y="4618209"/>
              <a:ext cx="1422023" cy="24"/>
            </a:xfrm>
            <a:custGeom>
              <a:rect b="b" l="l" r="r" t="t"/>
              <a:pathLst>
                <a:path extrusionOk="0" h="1" w="58737">
                  <a:moveTo>
                    <a:pt x="0" y="0"/>
                  </a:moveTo>
                  <a:lnTo>
                    <a:pt x="58736" y="0"/>
                  </a:ln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8"/>
            <p:cNvSpPr/>
            <p:nvPr/>
          </p:nvSpPr>
          <p:spPr>
            <a:xfrm>
              <a:off x="3607862" y="4610293"/>
              <a:ext cx="1422023" cy="16850"/>
            </a:xfrm>
            <a:custGeom>
              <a:rect b="b" l="l" r="r" t="t"/>
              <a:pathLst>
                <a:path extrusionOk="0" h="696" w="58737">
                  <a:moveTo>
                    <a:pt x="0" y="0"/>
                  </a:moveTo>
                  <a:lnTo>
                    <a:pt x="0" y="695"/>
                  </a:lnTo>
                  <a:lnTo>
                    <a:pt x="58736" y="695"/>
                  </a:lnTo>
                  <a:lnTo>
                    <a:pt x="58736"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8"/>
            <p:cNvSpPr/>
            <p:nvPr/>
          </p:nvSpPr>
          <p:spPr>
            <a:xfrm>
              <a:off x="3541187" y="4577633"/>
              <a:ext cx="1422023" cy="15858"/>
            </a:xfrm>
            <a:custGeom>
              <a:rect b="b" l="l" r="r" t="t"/>
              <a:pathLst>
                <a:path extrusionOk="0" h="655" w="58737">
                  <a:moveTo>
                    <a:pt x="0" y="1"/>
                  </a:moveTo>
                  <a:lnTo>
                    <a:pt x="0" y="655"/>
                  </a:lnTo>
                  <a:lnTo>
                    <a:pt x="58736" y="655"/>
                  </a:lnTo>
                  <a:lnTo>
                    <a:pt x="58736" y="1"/>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8"/>
            <p:cNvSpPr/>
            <p:nvPr/>
          </p:nvSpPr>
          <p:spPr>
            <a:xfrm>
              <a:off x="3494040" y="4494520"/>
              <a:ext cx="6313411" cy="12880"/>
            </a:xfrm>
            <a:custGeom>
              <a:rect b="b" l="l" r="r" t="t"/>
              <a:pathLst>
                <a:path extrusionOk="0" h="532" w="260777">
                  <a:moveTo>
                    <a:pt x="1" y="0"/>
                  </a:moveTo>
                  <a:lnTo>
                    <a:pt x="1" y="532"/>
                  </a:lnTo>
                  <a:cubicBezTo>
                    <a:pt x="369" y="368"/>
                    <a:pt x="696" y="164"/>
                    <a:pt x="1227" y="0"/>
                  </a:cubicBezTo>
                  <a:close/>
                  <a:moveTo>
                    <a:pt x="217491" y="0"/>
                  </a:moveTo>
                  <a:lnTo>
                    <a:pt x="218350" y="532"/>
                  </a:lnTo>
                  <a:lnTo>
                    <a:pt x="224317" y="532"/>
                  </a:lnTo>
                  <a:lnTo>
                    <a:pt x="224154" y="0"/>
                  </a:lnTo>
                  <a:close/>
                  <a:moveTo>
                    <a:pt x="255463" y="0"/>
                  </a:moveTo>
                  <a:lnTo>
                    <a:pt x="255463" y="532"/>
                  </a:lnTo>
                  <a:lnTo>
                    <a:pt x="260777" y="532"/>
                  </a:lnTo>
                  <a:lnTo>
                    <a:pt x="260777" y="0"/>
                  </a:lnTo>
                  <a:close/>
                </a:path>
              </a:pathLst>
            </a:cu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77" name="Google Shape;1277;p8"/>
          <p:cNvSpPr txBox="1"/>
          <p:nvPr>
            <p:ph idx="1" type="subTitle"/>
          </p:nvPr>
        </p:nvSpPr>
        <p:spPr>
          <a:xfrm>
            <a:off x="731592" y="1631398"/>
            <a:ext cx="2907600" cy="113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lang="en" sz="1800"/>
              <a:t>Questions? </a:t>
            </a:r>
            <a:endParaRPr/>
          </a:p>
          <a:p>
            <a:pPr indent="0" lvl="0" marL="0" rtl="0" algn="l">
              <a:lnSpc>
                <a:spcPct val="100000"/>
              </a:lnSpc>
              <a:spcBef>
                <a:spcPts val="0"/>
              </a:spcBef>
              <a:spcAft>
                <a:spcPts val="0"/>
              </a:spcAft>
              <a:buSzPts val="1800"/>
              <a:buNone/>
            </a:pPr>
            <a:r>
              <a:t/>
            </a:r>
            <a:endParaRPr sz="1800"/>
          </a:p>
          <a:p>
            <a:pPr indent="0" lvl="0" marL="0" rtl="0" algn="l">
              <a:lnSpc>
                <a:spcPct val="100000"/>
              </a:lnSpc>
              <a:spcBef>
                <a:spcPts val="0"/>
              </a:spcBef>
              <a:spcAft>
                <a:spcPts val="0"/>
              </a:spcAft>
              <a:buSzPts val="1800"/>
              <a:buNone/>
            </a:pPr>
            <a:r>
              <a:rPr lang="en" sz="1800"/>
              <a:t>Comments? </a:t>
            </a:r>
            <a:endParaRPr/>
          </a:p>
          <a:p>
            <a:pPr indent="-342900" lvl="0" marL="457200" rtl="0" algn="l">
              <a:lnSpc>
                <a:spcPct val="100000"/>
              </a:lnSpc>
              <a:spcBef>
                <a:spcPts val="0"/>
              </a:spcBef>
              <a:spcAft>
                <a:spcPts val="0"/>
              </a:spcAft>
              <a:buSzPts val="1800"/>
              <a:buNone/>
            </a:pPr>
            <a:r>
              <a:t/>
            </a:r>
            <a:endParaRPr sz="2000"/>
          </a:p>
        </p:txBody>
      </p:sp>
      <p:sp>
        <p:nvSpPr>
          <p:cNvPr id="1278" name="Google Shape;1278;p8"/>
          <p:cNvSpPr/>
          <p:nvPr/>
        </p:nvSpPr>
        <p:spPr>
          <a:xfrm>
            <a:off x="4124124" y="1940852"/>
            <a:ext cx="5113942" cy="3032359"/>
          </a:xfrm>
          <a:custGeom>
            <a:rect b="b" l="l" r="r" t="t"/>
            <a:pathLst>
              <a:path extrusionOk="0" h="134190" w="225135">
                <a:moveTo>
                  <a:pt x="41896" y="1"/>
                </a:moveTo>
                <a:cubicBezTo>
                  <a:pt x="37114" y="1"/>
                  <a:pt x="33190" y="3924"/>
                  <a:pt x="33190" y="8707"/>
                </a:cubicBezTo>
                <a:lnTo>
                  <a:pt x="33190" y="102349"/>
                </a:lnTo>
                <a:lnTo>
                  <a:pt x="1676" y="125197"/>
                </a:lnTo>
                <a:lnTo>
                  <a:pt x="2044" y="125197"/>
                </a:lnTo>
                <a:cubicBezTo>
                  <a:pt x="859" y="126015"/>
                  <a:pt x="0" y="127568"/>
                  <a:pt x="0" y="129081"/>
                </a:cubicBezTo>
                <a:cubicBezTo>
                  <a:pt x="0" y="131819"/>
                  <a:pt x="2371" y="134190"/>
                  <a:pt x="5109" y="134190"/>
                </a:cubicBezTo>
                <a:lnTo>
                  <a:pt x="220188" y="134190"/>
                </a:lnTo>
                <a:cubicBezTo>
                  <a:pt x="222927" y="134190"/>
                  <a:pt x="225134" y="131819"/>
                  <a:pt x="225134" y="129081"/>
                </a:cubicBezTo>
                <a:cubicBezTo>
                  <a:pt x="225134" y="127732"/>
                  <a:pt x="224644" y="126383"/>
                  <a:pt x="223622" y="125524"/>
                </a:cubicBezTo>
                <a:lnTo>
                  <a:pt x="223785" y="125524"/>
                </a:lnTo>
                <a:lnTo>
                  <a:pt x="192762" y="102349"/>
                </a:lnTo>
                <a:lnTo>
                  <a:pt x="192762" y="8707"/>
                </a:lnTo>
                <a:cubicBezTo>
                  <a:pt x="192762" y="3924"/>
                  <a:pt x="188879" y="1"/>
                  <a:pt x="18409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8"/>
          <p:cNvSpPr/>
          <p:nvPr/>
        </p:nvSpPr>
        <p:spPr>
          <a:xfrm>
            <a:off x="3737471" y="3592044"/>
            <a:ext cx="8933" cy="3970"/>
          </a:xfrm>
          <a:custGeom>
            <a:rect b="b" l="l" r="r" t="t"/>
            <a:pathLst>
              <a:path extrusionOk="0" h="164" w="369">
                <a:moveTo>
                  <a:pt x="1" y="0"/>
                </a:moveTo>
                <a:cubicBezTo>
                  <a:pt x="164" y="0"/>
                  <a:pt x="164" y="0"/>
                  <a:pt x="369" y="164"/>
                </a:cubicBezTo>
                <a:lnTo>
                  <a:pt x="369" y="0"/>
                </a:lnTo>
                <a:close/>
              </a:path>
            </a:pathLst>
          </a:custGeom>
          <a:solidFill>
            <a:srgbClr val="BBDEA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0" name="Google Shape;1280;p8"/>
          <p:cNvSpPr/>
          <p:nvPr/>
        </p:nvSpPr>
        <p:spPr>
          <a:xfrm>
            <a:off x="4071957" y="3717705"/>
            <a:ext cx="3970" cy="7941"/>
          </a:xfrm>
          <a:custGeom>
            <a:rect b="b" l="l" r="r" t="t"/>
            <a:pathLst>
              <a:path extrusionOk="0" h="328" w="164">
                <a:moveTo>
                  <a:pt x="164" y="1"/>
                </a:moveTo>
                <a:cubicBezTo>
                  <a:pt x="164" y="164"/>
                  <a:pt x="164" y="328"/>
                  <a:pt x="0" y="328"/>
                </a:cubicBezTo>
                <a:lnTo>
                  <a:pt x="0" y="328"/>
                </a:lnTo>
                <a:cubicBezTo>
                  <a:pt x="164" y="328"/>
                  <a:pt x="164" y="164"/>
                  <a:pt x="164" y="1"/>
                </a:cubicBezTo>
                <a:close/>
              </a:path>
            </a:pathLst>
          </a:custGeom>
          <a:solidFill>
            <a:srgbClr val="60954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8"/>
          <p:cNvSpPr/>
          <p:nvPr/>
        </p:nvSpPr>
        <p:spPr>
          <a:xfrm>
            <a:off x="8374101" y="2829563"/>
            <a:ext cx="16688" cy="109793"/>
          </a:xfrm>
          <a:custGeom>
            <a:rect b="b" l="l" r="r" t="t"/>
            <a:pathLst>
              <a:path extrusionOk="0" h="4579" w="696">
                <a:moveTo>
                  <a:pt x="0" y="0"/>
                </a:moveTo>
                <a:lnTo>
                  <a:pt x="0" y="4088"/>
                </a:lnTo>
                <a:lnTo>
                  <a:pt x="695" y="4578"/>
                </a:lnTo>
                <a:lnTo>
                  <a:pt x="695" y="695"/>
                </a:lnTo>
                <a:lnTo>
                  <a:pt x="0" y="0"/>
                </a:lnTo>
                <a:close/>
              </a:path>
            </a:pathLst>
          </a:custGeom>
          <a:solidFill>
            <a:srgbClr val="0652B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8"/>
          <p:cNvSpPr/>
          <p:nvPr/>
        </p:nvSpPr>
        <p:spPr>
          <a:xfrm>
            <a:off x="8190811" y="3404875"/>
            <a:ext cx="3956" cy="86271"/>
          </a:xfrm>
          <a:custGeom>
            <a:rect b="b" l="l" r="r" t="t"/>
            <a:pathLst>
              <a:path extrusionOk="0" h="3598" w="165">
                <a:moveTo>
                  <a:pt x="164" y="0"/>
                </a:moveTo>
                <a:lnTo>
                  <a:pt x="1" y="3597"/>
                </a:lnTo>
                <a:lnTo>
                  <a:pt x="1" y="3597"/>
                </a:lnTo>
                <a:lnTo>
                  <a:pt x="164" y="0"/>
                </a:lnTo>
                <a:lnTo>
                  <a:pt x="164" y="0"/>
                </a:lnTo>
                <a:close/>
                <a:moveTo>
                  <a:pt x="164" y="0"/>
                </a:moveTo>
                <a:lnTo>
                  <a:pt x="164" y="0"/>
                </a:lnTo>
                <a:lnTo>
                  <a:pt x="164" y="0"/>
                </a:lnTo>
                <a:close/>
              </a:path>
            </a:pathLst>
          </a:custGeom>
          <a:solidFill>
            <a:srgbClr val="F7E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8"/>
          <p:cNvSpPr/>
          <p:nvPr/>
        </p:nvSpPr>
        <p:spPr>
          <a:xfrm>
            <a:off x="8292743" y="2997148"/>
            <a:ext cx="24" cy="24"/>
          </a:xfrm>
          <a:custGeom>
            <a:rect b="b" l="l" r="r" t="t"/>
            <a:pathLst>
              <a:path extrusionOk="0" h="1" w="1">
                <a:moveTo>
                  <a:pt x="1" y="1"/>
                </a:moveTo>
                <a:lnTo>
                  <a:pt x="1" y="1"/>
                </a:lnTo>
                <a:lnTo>
                  <a:pt x="1" y="1"/>
                </a:lnTo>
                <a:close/>
                <a:moveTo>
                  <a:pt x="1" y="1"/>
                </a:moveTo>
                <a:lnTo>
                  <a:pt x="1" y="1"/>
                </a:lnTo>
                <a:lnTo>
                  <a:pt x="1" y="1"/>
                </a:lnTo>
                <a:lnTo>
                  <a:pt x="1" y="1"/>
                </a:lnTo>
                <a:close/>
              </a:path>
            </a:pathLst>
          </a:custGeom>
          <a:solidFill>
            <a:srgbClr val="DCDAE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p8"/>
          <p:cNvSpPr/>
          <p:nvPr/>
        </p:nvSpPr>
        <p:spPr>
          <a:xfrm>
            <a:off x="8153573" y="2993239"/>
            <a:ext cx="143122" cy="109793"/>
          </a:xfrm>
          <a:custGeom>
            <a:rect b="b" l="l" r="r" t="t"/>
            <a:pathLst>
              <a:path extrusionOk="0" h="4579" w="5969">
                <a:moveTo>
                  <a:pt x="4783" y="0"/>
                </a:moveTo>
                <a:cubicBezTo>
                  <a:pt x="3066" y="1186"/>
                  <a:pt x="1554" y="2535"/>
                  <a:pt x="1" y="3720"/>
                </a:cubicBezTo>
                <a:cubicBezTo>
                  <a:pt x="328" y="4088"/>
                  <a:pt x="859" y="4251"/>
                  <a:pt x="1186" y="4578"/>
                </a:cubicBezTo>
                <a:cubicBezTo>
                  <a:pt x="2739" y="3393"/>
                  <a:pt x="4415" y="2044"/>
                  <a:pt x="5968" y="818"/>
                </a:cubicBezTo>
                <a:cubicBezTo>
                  <a:pt x="5968" y="491"/>
                  <a:pt x="5968" y="327"/>
                  <a:pt x="5805" y="164"/>
                </a:cubicBezTo>
                <a:cubicBezTo>
                  <a:pt x="5641" y="0"/>
                  <a:pt x="5437" y="0"/>
                  <a:pt x="5273" y="0"/>
                </a:cubicBezTo>
                <a:close/>
              </a:path>
            </a:pathLst>
          </a:custGeom>
          <a:solidFill>
            <a:srgbClr val="B8D8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8"/>
          <p:cNvSpPr/>
          <p:nvPr/>
        </p:nvSpPr>
        <p:spPr>
          <a:xfrm>
            <a:off x="7884056" y="3291194"/>
            <a:ext cx="12756" cy="45102"/>
          </a:xfrm>
          <a:custGeom>
            <a:rect b="b" l="l" r="r" t="t"/>
            <a:pathLst>
              <a:path extrusionOk="0" h="1881" w="532">
                <a:moveTo>
                  <a:pt x="327" y="164"/>
                </a:moveTo>
                <a:cubicBezTo>
                  <a:pt x="532" y="491"/>
                  <a:pt x="164" y="1185"/>
                  <a:pt x="0" y="1880"/>
                </a:cubicBezTo>
                <a:lnTo>
                  <a:pt x="0" y="1880"/>
                </a:lnTo>
                <a:cubicBezTo>
                  <a:pt x="164" y="1185"/>
                  <a:pt x="532" y="491"/>
                  <a:pt x="327" y="164"/>
                </a:cubicBezTo>
                <a:close/>
                <a:moveTo>
                  <a:pt x="327" y="0"/>
                </a:moveTo>
                <a:lnTo>
                  <a:pt x="327" y="164"/>
                </a:lnTo>
                <a:lnTo>
                  <a:pt x="327" y="0"/>
                </a:lnTo>
                <a:close/>
                <a:moveTo>
                  <a:pt x="327" y="0"/>
                </a:moveTo>
                <a:lnTo>
                  <a:pt x="327" y="0"/>
                </a:lnTo>
                <a:lnTo>
                  <a:pt x="327" y="0"/>
                </a:lnTo>
                <a:close/>
                <a:moveTo>
                  <a:pt x="327" y="0"/>
                </a:moveTo>
                <a:lnTo>
                  <a:pt x="327" y="0"/>
                </a:lnTo>
                <a:lnTo>
                  <a:pt x="327" y="0"/>
                </a:lnTo>
                <a:close/>
                <a:moveTo>
                  <a:pt x="327" y="0"/>
                </a:moveTo>
                <a:lnTo>
                  <a:pt x="327" y="0"/>
                </a:lnTo>
                <a:lnTo>
                  <a:pt x="327" y="0"/>
                </a:lnTo>
                <a:close/>
                <a:moveTo>
                  <a:pt x="327" y="0"/>
                </a:moveTo>
                <a:lnTo>
                  <a:pt x="327" y="0"/>
                </a:lnTo>
                <a:lnTo>
                  <a:pt x="327" y="0"/>
                </a:lnTo>
                <a:close/>
                <a:moveTo>
                  <a:pt x="327" y="0"/>
                </a:moveTo>
                <a:lnTo>
                  <a:pt x="327" y="0"/>
                </a:lnTo>
                <a:lnTo>
                  <a:pt x="327" y="0"/>
                </a:lnTo>
                <a:close/>
                <a:moveTo>
                  <a:pt x="327" y="0"/>
                </a:moveTo>
                <a:lnTo>
                  <a:pt x="327" y="0"/>
                </a:lnTo>
                <a:lnTo>
                  <a:pt x="327" y="0"/>
                </a:lnTo>
                <a:close/>
                <a:moveTo>
                  <a:pt x="327" y="0"/>
                </a:moveTo>
                <a:lnTo>
                  <a:pt x="327" y="0"/>
                </a:lnTo>
                <a:lnTo>
                  <a:pt x="327" y="0"/>
                </a:lnTo>
                <a:close/>
                <a:moveTo>
                  <a:pt x="327" y="0"/>
                </a:moveTo>
                <a:lnTo>
                  <a:pt x="327" y="0"/>
                </a:lnTo>
                <a:lnTo>
                  <a:pt x="327"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8"/>
          <p:cNvSpPr/>
          <p:nvPr/>
        </p:nvSpPr>
        <p:spPr>
          <a:xfrm>
            <a:off x="7884056" y="3274529"/>
            <a:ext cx="41169" cy="61766"/>
          </a:xfrm>
          <a:custGeom>
            <a:rect b="b" l="l" r="r" t="t"/>
            <a:pathLst>
              <a:path extrusionOk="0" h="2576" w="1717">
                <a:moveTo>
                  <a:pt x="1186" y="0"/>
                </a:moveTo>
                <a:cubicBezTo>
                  <a:pt x="859" y="164"/>
                  <a:pt x="532" y="327"/>
                  <a:pt x="327" y="695"/>
                </a:cubicBezTo>
                <a:lnTo>
                  <a:pt x="327" y="859"/>
                </a:lnTo>
                <a:cubicBezTo>
                  <a:pt x="532" y="1186"/>
                  <a:pt x="164" y="1880"/>
                  <a:pt x="0" y="2575"/>
                </a:cubicBezTo>
                <a:cubicBezTo>
                  <a:pt x="532" y="2044"/>
                  <a:pt x="1022" y="1717"/>
                  <a:pt x="1717" y="1186"/>
                </a:cubicBezTo>
                <a:cubicBezTo>
                  <a:pt x="1349" y="859"/>
                  <a:pt x="1186" y="327"/>
                  <a:pt x="1186" y="0"/>
                </a:cubicBezTo>
                <a:close/>
              </a:path>
            </a:pathLst>
          </a:custGeom>
          <a:solidFill>
            <a:srgbClr val="B8D8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p8"/>
          <p:cNvSpPr/>
          <p:nvPr/>
        </p:nvSpPr>
        <p:spPr>
          <a:xfrm>
            <a:off x="8259413" y="3148091"/>
            <a:ext cx="24529" cy="16688"/>
          </a:xfrm>
          <a:custGeom>
            <a:rect b="b" l="l" r="r" t="t"/>
            <a:pathLst>
              <a:path extrusionOk="0" h="696" w="1023">
                <a:moveTo>
                  <a:pt x="1" y="0"/>
                </a:moveTo>
                <a:lnTo>
                  <a:pt x="1" y="0"/>
                </a:lnTo>
                <a:cubicBezTo>
                  <a:pt x="205" y="327"/>
                  <a:pt x="532" y="491"/>
                  <a:pt x="1023" y="695"/>
                </a:cubicBezTo>
                <a:lnTo>
                  <a:pt x="1023" y="491"/>
                </a:lnTo>
                <a:cubicBezTo>
                  <a:pt x="532" y="491"/>
                  <a:pt x="369" y="327"/>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p8"/>
          <p:cNvSpPr/>
          <p:nvPr/>
        </p:nvSpPr>
        <p:spPr>
          <a:xfrm>
            <a:off x="7945800" y="3397035"/>
            <a:ext cx="32370" cy="12756"/>
          </a:xfrm>
          <a:custGeom>
            <a:rect b="b" l="l" r="r" t="t"/>
            <a:pathLst>
              <a:path extrusionOk="0" h="532" w="1350">
                <a:moveTo>
                  <a:pt x="1349" y="0"/>
                </a:moveTo>
                <a:cubicBezTo>
                  <a:pt x="1022" y="0"/>
                  <a:pt x="491" y="164"/>
                  <a:pt x="0" y="532"/>
                </a:cubicBezTo>
                <a:lnTo>
                  <a:pt x="0" y="532"/>
                </a:lnTo>
                <a:cubicBezTo>
                  <a:pt x="491" y="164"/>
                  <a:pt x="1022" y="0"/>
                  <a:pt x="1349"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8"/>
          <p:cNvSpPr/>
          <p:nvPr/>
        </p:nvSpPr>
        <p:spPr>
          <a:xfrm>
            <a:off x="7978147" y="3397035"/>
            <a:ext cx="24" cy="24"/>
          </a:xfrm>
          <a:custGeom>
            <a:rect b="b" l="l" r="r" t="t"/>
            <a:pathLst>
              <a:path extrusionOk="0" h="1" w="1">
                <a:moveTo>
                  <a:pt x="0" y="0"/>
                </a:moveTo>
                <a:lnTo>
                  <a:pt x="0" y="0"/>
                </a:lnTo>
                <a:lnTo>
                  <a:pt x="0" y="0"/>
                </a:lnTo>
                <a:close/>
              </a:path>
            </a:pathLst>
          </a:custGeom>
          <a:solidFill>
            <a:srgbClr val="FFEE7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8"/>
          <p:cNvSpPr/>
          <p:nvPr/>
        </p:nvSpPr>
        <p:spPr>
          <a:xfrm>
            <a:off x="7978147" y="3393102"/>
            <a:ext cx="20597" cy="3956"/>
          </a:xfrm>
          <a:custGeom>
            <a:rect b="b" l="l" r="r" t="t"/>
            <a:pathLst>
              <a:path extrusionOk="0" h="165" w="859">
                <a:moveTo>
                  <a:pt x="858" y="164"/>
                </a:moveTo>
                <a:lnTo>
                  <a:pt x="858" y="164"/>
                </a:lnTo>
                <a:lnTo>
                  <a:pt x="858" y="164"/>
                </a:lnTo>
                <a:lnTo>
                  <a:pt x="858" y="164"/>
                </a:lnTo>
                <a:close/>
                <a:moveTo>
                  <a:pt x="491" y="1"/>
                </a:moveTo>
                <a:cubicBezTo>
                  <a:pt x="327" y="1"/>
                  <a:pt x="164" y="164"/>
                  <a:pt x="0" y="164"/>
                </a:cubicBezTo>
                <a:lnTo>
                  <a:pt x="0" y="164"/>
                </a:lnTo>
                <a:cubicBezTo>
                  <a:pt x="164" y="164"/>
                  <a:pt x="327" y="1"/>
                  <a:pt x="491" y="1"/>
                </a:cubicBezTo>
                <a:cubicBezTo>
                  <a:pt x="491" y="1"/>
                  <a:pt x="695" y="164"/>
                  <a:pt x="858" y="164"/>
                </a:cubicBezTo>
                <a:cubicBezTo>
                  <a:pt x="695" y="164"/>
                  <a:pt x="491" y="1"/>
                  <a:pt x="491" y="1"/>
                </a:cubicBezTo>
                <a:close/>
              </a:path>
            </a:pathLst>
          </a:custGeom>
          <a:solidFill>
            <a:srgbClr val="FAE4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8"/>
          <p:cNvSpPr/>
          <p:nvPr/>
        </p:nvSpPr>
        <p:spPr>
          <a:xfrm>
            <a:off x="7945800" y="3372529"/>
            <a:ext cx="68624" cy="37261"/>
          </a:xfrm>
          <a:custGeom>
            <a:rect b="b" l="l" r="r" t="t"/>
            <a:pathLst>
              <a:path extrusionOk="0" h="1554" w="2862">
                <a:moveTo>
                  <a:pt x="1676" y="1"/>
                </a:moveTo>
                <a:cubicBezTo>
                  <a:pt x="1186" y="532"/>
                  <a:pt x="491" y="1022"/>
                  <a:pt x="0" y="1554"/>
                </a:cubicBezTo>
                <a:cubicBezTo>
                  <a:pt x="491" y="1186"/>
                  <a:pt x="1022" y="1022"/>
                  <a:pt x="1349" y="1022"/>
                </a:cubicBezTo>
                <a:cubicBezTo>
                  <a:pt x="1513" y="1022"/>
                  <a:pt x="1676" y="859"/>
                  <a:pt x="1840" y="859"/>
                </a:cubicBezTo>
                <a:cubicBezTo>
                  <a:pt x="1840" y="859"/>
                  <a:pt x="2044" y="1022"/>
                  <a:pt x="2207" y="1022"/>
                </a:cubicBezTo>
                <a:cubicBezTo>
                  <a:pt x="2534" y="859"/>
                  <a:pt x="2698" y="695"/>
                  <a:pt x="2861" y="532"/>
                </a:cubicBezTo>
                <a:cubicBezTo>
                  <a:pt x="2371" y="328"/>
                  <a:pt x="2044" y="164"/>
                  <a:pt x="1676" y="1"/>
                </a:cubicBezTo>
                <a:close/>
              </a:path>
            </a:pathLst>
          </a:custGeom>
          <a:solidFill>
            <a:srgbClr val="B8D8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8"/>
          <p:cNvSpPr/>
          <p:nvPr/>
        </p:nvSpPr>
        <p:spPr>
          <a:xfrm>
            <a:off x="8072238" y="3523472"/>
            <a:ext cx="7865" cy="3932"/>
          </a:xfrm>
          <a:custGeom>
            <a:rect b="b" l="l" r="r" t="t"/>
            <a:pathLst>
              <a:path extrusionOk="0" h="164" w="328">
                <a:moveTo>
                  <a:pt x="0" y="164"/>
                </a:moveTo>
                <a:lnTo>
                  <a:pt x="0" y="164"/>
                </a:lnTo>
                <a:lnTo>
                  <a:pt x="0" y="164"/>
                </a:lnTo>
                <a:close/>
                <a:moveTo>
                  <a:pt x="0" y="164"/>
                </a:moveTo>
                <a:lnTo>
                  <a:pt x="0" y="164"/>
                </a:lnTo>
                <a:lnTo>
                  <a:pt x="0" y="164"/>
                </a:lnTo>
                <a:close/>
                <a:moveTo>
                  <a:pt x="0" y="164"/>
                </a:moveTo>
                <a:lnTo>
                  <a:pt x="0" y="164"/>
                </a:lnTo>
                <a:lnTo>
                  <a:pt x="0" y="164"/>
                </a:lnTo>
                <a:close/>
                <a:moveTo>
                  <a:pt x="0" y="164"/>
                </a:moveTo>
                <a:lnTo>
                  <a:pt x="0" y="164"/>
                </a:lnTo>
                <a:lnTo>
                  <a:pt x="0" y="164"/>
                </a:lnTo>
                <a:close/>
                <a:moveTo>
                  <a:pt x="0" y="164"/>
                </a:moveTo>
                <a:lnTo>
                  <a:pt x="0" y="164"/>
                </a:lnTo>
                <a:lnTo>
                  <a:pt x="0" y="164"/>
                </a:lnTo>
                <a:close/>
                <a:moveTo>
                  <a:pt x="0" y="164"/>
                </a:moveTo>
                <a:lnTo>
                  <a:pt x="0" y="164"/>
                </a:lnTo>
                <a:lnTo>
                  <a:pt x="0" y="164"/>
                </a:lnTo>
                <a:close/>
                <a:moveTo>
                  <a:pt x="0" y="164"/>
                </a:moveTo>
                <a:lnTo>
                  <a:pt x="0" y="164"/>
                </a:lnTo>
                <a:lnTo>
                  <a:pt x="0" y="164"/>
                </a:lnTo>
                <a:close/>
                <a:moveTo>
                  <a:pt x="0" y="164"/>
                </a:moveTo>
                <a:lnTo>
                  <a:pt x="0" y="164"/>
                </a:lnTo>
                <a:lnTo>
                  <a:pt x="0" y="164"/>
                </a:lnTo>
                <a:close/>
                <a:moveTo>
                  <a:pt x="0" y="164"/>
                </a:moveTo>
                <a:lnTo>
                  <a:pt x="0" y="164"/>
                </a:lnTo>
                <a:lnTo>
                  <a:pt x="0" y="164"/>
                </a:lnTo>
                <a:close/>
                <a:moveTo>
                  <a:pt x="0" y="164"/>
                </a:moveTo>
                <a:lnTo>
                  <a:pt x="0" y="164"/>
                </a:lnTo>
                <a:lnTo>
                  <a:pt x="0" y="164"/>
                </a:lnTo>
                <a:close/>
                <a:moveTo>
                  <a:pt x="0" y="164"/>
                </a:moveTo>
                <a:lnTo>
                  <a:pt x="0" y="164"/>
                </a:lnTo>
                <a:lnTo>
                  <a:pt x="0" y="164"/>
                </a:lnTo>
                <a:close/>
                <a:moveTo>
                  <a:pt x="0" y="164"/>
                </a:moveTo>
                <a:lnTo>
                  <a:pt x="0" y="164"/>
                </a:lnTo>
                <a:lnTo>
                  <a:pt x="0"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164"/>
                </a:moveTo>
                <a:lnTo>
                  <a:pt x="164" y="164"/>
                </a:lnTo>
                <a:lnTo>
                  <a:pt x="164" y="164"/>
                </a:lnTo>
                <a:close/>
                <a:moveTo>
                  <a:pt x="164" y="0"/>
                </a:moveTo>
                <a:lnTo>
                  <a:pt x="164" y="0"/>
                </a:lnTo>
                <a:lnTo>
                  <a:pt x="164" y="0"/>
                </a:lnTo>
                <a:close/>
                <a:moveTo>
                  <a:pt x="164" y="0"/>
                </a:moveTo>
                <a:lnTo>
                  <a:pt x="164" y="0"/>
                </a:lnTo>
                <a:lnTo>
                  <a:pt x="164" y="0"/>
                </a:lnTo>
                <a:close/>
                <a:moveTo>
                  <a:pt x="164" y="0"/>
                </a:moveTo>
                <a:lnTo>
                  <a:pt x="164" y="0"/>
                </a:lnTo>
                <a:lnTo>
                  <a:pt x="164" y="0"/>
                </a:lnTo>
                <a:close/>
                <a:moveTo>
                  <a:pt x="327" y="0"/>
                </a:moveTo>
                <a:lnTo>
                  <a:pt x="327" y="0"/>
                </a:lnTo>
                <a:lnTo>
                  <a:pt x="327" y="0"/>
                </a:lnTo>
                <a:close/>
                <a:moveTo>
                  <a:pt x="327" y="0"/>
                </a:moveTo>
                <a:lnTo>
                  <a:pt x="327" y="0"/>
                </a:lnTo>
                <a:lnTo>
                  <a:pt x="327" y="0"/>
                </a:lnTo>
                <a:close/>
                <a:moveTo>
                  <a:pt x="327" y="0"/>
                </a:moveTo>
                <a:lnTo>
                  <a:pt x="327" y="0"/>
                </a:lnTo>
                <a:lnTo>
                  <a:pt x="327" y="0"/>
                </a:lnTo>
                <a:close/>
                <a:moveTo>
                  <a:pt x="327" y="0"/>
                </a:moveTo>
                <a:lnTo>
                  <a:pt x="327" y="0"/>
                </a:lnTo>
                <a:lnTo>
                  <a:pt x="327" y="0"/>
                </a:lnTo>
                <a:close/>
                <a:moveTo>
                  <a:pt x="327" y="0"/>
                </a:moveTo>
                <a:lnTo>
                  <a:pt x="327" y="0"/>
                </a:lnTo>
                <a:lnTo>
                  <a:pt x="327" y="0"/>
                </a:lnTo>
                <a:close/>
                <a:moveTo>
                  <a:pt x="327" y="0"/>
                </a:moveTo>
                <a:lnTo>
                  <a:pt x="327" y="0"/>
                </a:lnTo>
                <a:lnTo>
                  <a:pt x="327" y="0"/>
                </a:lnTo>
                <a:close/>
                <a:moveTo>
                  <a:pt x="327" y="0"/>
                </a:moveTo>
                <a:lnTo>
                  <a:pt x="327" y="0"/>
                </a:lnTo>
                <a:lnTo>
                  <a:pt x="327" y="0"/>
                </a:lnTo>
                <a:close/>
                <a:moveTo>
                  <a:pt x="327" y="0"/>
                </a:moveTo>
                <a:lnTo>
                  <a:pt x="327" y="0"/>
                </a:lnTo>
                <a:lnTo>
                  <a:pt x="327" y="0"/>
                </a:lnTo>
                <a:close/>
                <a:moveTo>
                  <a:pt x="327" y="0"/>
                </a:moveTo>
                <a:lnTo>
                  <a:pt x="327" y="0"/>
                </a:lnTo>
                <a:close/>
              </a:path>
            </a:pathLst>
          </a:custGeom>
          <a:solidFill>
            <a:srgbClr val="FAE4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3" name="Google Shape;1293;p8"/>
          <p:cNvSpPr/>
          <p:nvPr/>
        </p:nvSpPr>
        <p:spPr>
          <a:xfrm>
            <a:off x="8194743" y="3404875"/>
            <a:ext cx="24" cy="24"/>
          </a:xfrm>
          <a:custGeom>
            <a:rect b="b" l="l" r="r" t="t"/>
            <a:pathLst>
              <a:path extrusionOk="0" h="1" w="1">
                <a:moveTo>
                  <a:pt x="0" y="0"/>
                </a:moveTo>
                <a:lnTo>
                  <a:pt x="0" y="0"/>
                </a:lnTo>
                <a:lnTo>
                  <a:pt x="0" y="0"/>
                </a:lnTo>
                <a:lnTo>
                  <a:pt x="0" y="0"/>
                </a:lnTo>
                <a:lnTo>
                  <a:pt x="0" y="0"/>
                </a:lnTo>
                <a:close/>
              </a:path>
            </a:pathLst>
          </a:custGeom>
          <a:solidFill>
            <a:srgbClr val="FAF3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8"/>
          <p:cNvSpPr/>
          <p:nvPr/>
        </p:nvSpPr>
        <p:spPr>
          <a:xfrm>
            <a:off x="8194743" y="3404875"/>
            <a:ext cx="24" cy="24"/>
          </a:xfrm>
          <a:custGeom>
            <a:rect b="b" l="l" r="r" t="t"/>
            <a:pathLst>
              <a:path extrusionOk="0" h="1" w="1">
                <a:moveTo>
                  <a:pt x="0" y="0"/>
                </a:moveTo>
                <a:lnTo>
                  <a:pt x="0" y="0"/>
                </a:lnTo>
                <a:lnTo>
                  <a:pt x="0" y="0"/>
                </a:lnTo>
                <a:close/>
              </a:path>
            </a:pathLst>
          </a:custGeom>
          <a:solidFill>
            <a:srgbClr val="FAE4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5" name="Google Shape;1295;p8"/>
          <p:cNvSpPr/>
          <p:nvPr/>
        </p:nvSpPr>
        <p:spPr>
          <a:xfrm>
            <a:off x="4124124" y="1940852"/>
            <a:ext cx="5113942" cy="3032359"/>
          </a:xfrm>
          <a:custGeom>
            <a:rect b="b" l="l" r="r" t="t"/>
            <a:pathLst>
              <a:path extrusionOk="0" h="134190" w="225135">
                <a:moveTo>
                  <a:pt x="41896" y="1"/>
                </a:moveTo>
                <a:cubicBezTo>
                  <a:pt x="37114" y="1"/>
                  <a:pt x="33190" y="3924"/>
                  <a:pt x="33190" y="8707"/>
                </a:cubicBezTo>
                <a:lnTo>
                  <a:pt x="33190" y="102349"/>
                </a:lnTo>
                <a:lnTo>
                  <a:pt x="1676" y="125197"/>
                </a:lnTo>
                <a:lnTo>
                  <a:pt x="2044" y="125197"/>
                </a:lnTo>
                <a:cubicBezTo>
                  <a:pt x="859" y="126015"/>
                  <a:pt x="0" y="127568"/>
                  <a:pt x="0" y="129081"/>
                </a:cubicBezTo>
                <a:cubicBezTo>
                  <a:pt x="0" y="131819"/>
                  <a:pt x="2371" y="134190"/>
                  <a:pt x="5109" y="134190"/>
                </a:cubicBezTo>
                <a:lnTo>
                  <a:pt x="220188" y="134190"/>
                </a:lnTo>
                <a:cubicBezTo>
                  <a:pt x="222927" y="134190"/>
                  <a:pt x="225134" y="131819"/>
                  <a:pt x="225134" y="129081"/>
                </a:cubicBezTo>
                <a:cubicBezTo>
                  <a:pt x="225134" y="127732"/>
                  <a:pt x="224644" y="126383"/>
                  <a:pt x="223622" y="125524"/>
                </a:cubicBezTo>
                <a:lnTo>
                  <a:pt x="223785" y="125524"/>
                </a:lnTo>
                <a:lnTo>
                  <a:pt x="192762" y="102349"/>
                </a:lnTo>
                <a:lnTo>
                  <a:pt x="192762" y="8707"/>
                </a:lnTo>
                <a:cubicBezTo>
                  <a:pt x="192762" y="3924"/>
                  <a:pt x="188879" y="1"/>
                  <a:pt x="184097"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p8"/>
          <p:cNvSpPr/>
          <p:nvPr/>
        </p:nvSpPr>
        <p:spPr>
          <a:xfrm>
            <a:off x="4108715" y="1945809"/>
            <a:ext cx="5145401" cy="3032255"/>
          </a:xfrm>
          <a:custGeom>
            <a:rect b="b" l="l" r="r" t="t"/>
            <a:pathLst>
              <a:path extrusionOk="0" h="134722" w="225626">
                <a:moveTo>
                  <a:pt x="184261" y="491"/>
                </a:moveTo>
                <a:cubicBezTo>
                  <a:pt x="186468" y="491"/>
                  <a:pt x="188675" y="1513"/>
                  <a:pt x="190228" y="3066"/>
                </a:cubicBezTo>
                <a:cubicBezTo>
                  <a:pt x="191577" y="4578"/>
                  <a:pt x="192599" y="6622"/>
                  <a:pt x="192599" y="9034"/>
                </a:cubicBezTo>
                <a:lnTo>
                  <a:pt x="192599" y="102839"/>
                </a:lnTo>
                <a:lnTo>
                  <a:pt x="223381" y="125714"/>
                </a:lnTo>
                <a:lnTo>
                  <a:pt x="223581" y="126015"/>
                </a:lnTo>
                <a:cubicBezTo>
                  <a:pt x="224440" y="126873"/>
                  <a:pt x="225135" y="128059"/>
                  <a:pt x="225135" y="129408"/>
                </a:cubicBezTo>
                <a:cubicBezTo>
                  <a:pt x="225135" y="130797"/>
                  <a:pt x="224603" y="131983"/>
                  <a:pt x="223581" y="132841"/>
                </a:cubicBezTo>
                <a:cubicBezTo>
                  <a:pt x="222764" y="133699"/>
                  <a:pt x="221538" y="134190"/>
                  <a:pt x="220352" y="134190"/>
                </a:cubicBezTo>
                <a:lnTo>
                  <a:pt x="5273" y="134190"/>
                </a:lnTo>
                <a:cubicBezTo>
                  <a:pt x="3884" y="134190"/>
                  <a:pt x="2698" y="133699"/>
                  <a:pt x="1840" y="132841"/>
                </a:cubicBezTo>
                <a:cubicBezTo>
                  <a:pt x="1023" y="131983"/>
                  <a:pt x="491" y="130797"/>
                  <a:pt x="491" y="129408"/>
                </a:cubicBezTo>
                <a:cubicBezTo>
                  <a:pt x="491" y="127895"/>
                  <a:pt x="1186" y="126546"/>
                  <a:pt x="2371" y="125688"/>
                </a:cubicBezTo>
                <a:lnTo>
                  <a:pt x="2862" y="125157"/>
                </a:lnTo>
                <a:lnTo>
                  <a:pt x="2698" y="125157"/>
                </a:lnTo>
                <a:lnTo>
                  <a:pt x="33722" y="102839"/>
                </a:lnTo>
                <a:lnTo>
                  <a:pt x="33722" y="9034"/>
                </a:lnTo>
                <a:cubicBezTo>
                  <a:pt x="33722" y="6622"/>
                  <a:pt x="34539" y="4578"/>
                  <a:pt x="36092" y="3066"/>
                </a:cubicBezTo>
                <a:cubicBezTo>
                  <a:pt x="37605" y="1513"/>
                  <a:pt x="39853" y="491"/>
                  <a:pt x="42060" y="491"/>
                </a:cubicBezTo>
                <a:close/>
                <a:moveTo>
                  <a:pt x="42060" y="1"/>
                </a:moveTo>
                <a:cubicBezTo>
                  <a:pt x="37114" y="1"/>
                  <a:pt x="33190" y="4088"/>
                  <a:pt x="33190" y="9034"/>
                </a:cubicBezTo>
                <a:lnTo>
                  <a:pt x="33190" y="102676"/>
                </a:lnTo>
                <a:lnTo>
                  <a:pt x="1023" y="125688"/>
                </a:lnTo>
                <a:lnTo>
                  <a:pt x="1589" y="125688"/>
                </a:lnTo>
                <a:cubicBezTo>
                  <a:pt x="620" y="126584"/>
                  <a:pt x="1" y="127949"/>
                  <a:pt x="1" y="129408"/>
                </a:cubicBezTo>
                <a:cubicBezTo>
                  <a:pt x="1" y="132310"/>
                  <a:pt x="2371" y="134721"/>
                  <a:pt x="5273" y="134721"/>
                </a:cubicBezTo>
                <a:lnTo>
                  <a:pt x="220352" y="134721"/>
                </a:lnTo>
                <a:cubicBezTo>
                  <a:pt x="223254" y="134721"/>
                  <a:pt x="225625" y="132310"/>
                  <a:pt x="225625" y="129408"/>
                </a:cubicBezTo>
                <a:cubicBezTo>
                  <a:pt x="225625" y="128054"/>
                  <a:pt x="225101" y="126962"/>
                  <a:pt x="224258" y="126015"/>
                </a:cubicBezTo>
                <a:lnTo>
                  <a:pt x="224603" y="126015"/>
                </a:lnTo>
                <a:lnTo>
                  <a:pt x="223949" y="125530"/>
                </a:lnTo>
                <a:lnTo>
                  <a:pt x="223949" y="125530"/>
                </a:lnTo>
                <a:lnTo>
                  <a:pt x="223949" y="125524"/>
                </a:lnTo>
                <a:lnTo>
                  <a:pt x="223942" y="125524"/>
                </a:lnTo>
                <a:lnTo>
                  <a:pt x="193130" y="102676"/>
                </a:lnTo>
                <a:lnTo>
                  <a:pt x="193130" y="9034"/>
                </a:lnTo>
                <a:cubicBezTo>
                  <a:pt x="193130" y="4088"/>
                  <a:pt x="189043" y="1"/>
                  <a:pt x="184261" y="1"/>
                </a:cubicBezTo>
                <a:close/>
              </a:path>
            </a:pathLst>
          </a:custGeom>
          <a:solidFill>
            <a:srgbClr val="006FE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7" name="Google Shape;1297;p8"/>
          <p:cNvSpPr/>
          <p:nvPr/>
        </p:nvSpPr>
        <p:spPr>
          <a:xfrm>
            <a:off x="4195225" y="4784947"/>
            <a:ext cx="5013370" cy="10623"/>
          </a:xfrm>
          <a:custGeom>
            <a:rect b="b" l="l" r="r" t="t"/>
            <a:pathLst>
              <a:path extrusionOk="0" h="696" w="219044">
                <a:moveTo>
                  <a:pt x="0" y="1"/>
                </a:moveTo>
                <a:lnTo>
                  <a:pt x="0" y="695"/>
                </a:lnTo>
                <a:lnTo>
                  <a:pt x="219044" y="695"/>
                </a:lnTo>
                <a:lnTo>
                  <a:pt x="219044" y="1"/>
                </a:ln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8"/>
          <p:cNvSpPr/>
          <p:nvPr/>
        </p:nvSpPr>
        <p:spPr>
          <a:xfrm>
            <a:off x="4496502" y="4310732"/>
            <a:ext cx="4422237" cy="367551"/>
          </a:xfrm>
          <a:custGeom>
            <a:rect b="b" l="l" r="r" t="t"/>
            <a:pathLst>
              <a:path extrusionOk="0" h="15329" w="192313">
                <a:moveTo>
                  <a:pt x="20806" y="164"/>
                </a:moveTo>
                <a:lnTo>
                  <a:pt x="44043" y="327"/>
                </a:lnTo>
                <a:lnTo>
                  <a:pt x="43777" y="327"/>
                </a:lnTo>
                <a:lnTo>
                  <a:pt x="42428" y="1840"/>
                </a:lnTo>
                <a:lnTo>
                  <a:pt x="30329" y="1676"/>
                </a:lnTo>
                <a:lnTo>
                  <a:pt x="32046" y="327"/>
                </a:lnTo>
                <a:lnTo>
                  <a:pt x="31188" y="327"/>
                </a:lnTo>
                <a:lnTo>
                  <a:pt x="29471" y="1676"/>
                </a:lnTo>
                <a:lnTo>
                  <a:pt x="18925" y="1676"/>
                </a:lnTo>
                <a:lnTo>
                  <a:pt x="20806" y="164"/>
                </a:lnTo>
                <a:close/>
                <a:moveTo>
                  <a:pt x="44632" y="332"/>
                </a:moveTo>
                <a:lnTo>
                  <a:pt x="67279" y="491"/>
                </a:lnTo>
                <a:lnTo>
                  <a:pt x="66625" y="2044"/>
                </a:lnTo>
                <a:lnTo>
                  <a:pt x="55876" y="2044"/>
                </a:lnTo>
                <a:lnTo>
                  <a:pt x="56897" y="491"/>
                </a:lnTo>
                <a:lnTo>
                  <a:pt x="56039" y="491"/>
                </a:lnTo>
                <a:lnTo>
                  <a:pt x="55017" y="1840"/>
                </a:lnTo>
                <a:lnTo>
                  <a:pt x="43286" y="1840"/>
                </a:lnTo>
                <a:lnTo>
                  <a:pt x="44632" y="332"/>
                </a:lnTo>
                <a:close/>
                <a:moveTo>
                  <a:pt x="68138" y="491"/>
                </a:moveTo>
                <a:lnTo>
                  <a:pt x="80073" y="654"/>
                </a:lnTo>
                <a:lnTo>
                  <a:pt x="79542" y="2208"/>
                </a:lnTo>
                <a:lnTo>
                  <a:pt x="67443" y="2044"/>
                </a:lnTo>
                <a:lnTo>
                  <a:pt x="68138" y="491"/>
                </a:lnTo>
                <a:close/>
                <a:moveTo>
                  <a:pt x="80727" y="654"/>
                </a:moveTo>
                <a:lnTo>
                  <a:pt x="92335" y="818"/>
                </a:lnTo>
                <a:lnTo>
                  <a:pt x="92335" y="2208"/>
                </a:lnTo>
                <a:lnTo>
                  <a:pt x="80400" y="2208"/>
                </a:lnTo>
                <a:lnTo>
                  <a:pt x="80727" y="654"/>
                </a:lnTo>
                <a:close/>
                <a:moveTo>
                  <a:pt x="104597" y="818"/>
                </a:moveTo>
                <a:lnTo>
                  <a:pt x="104761" y="2371"/>
                </a:lnTo>
                <a:lnTo>
                  <a:pt x="93194" y="2208"/>
                </a:lnTo>
                <a:lnTo>
                  <a:pt x="93194" y="818"/>
                </a:lnTo>
                <a:close/>
                <a:moveTo>
                  <a:pt x="105456" y="818"/>
                </a:moveTo>
                <a:lnTo>
                  <a:pt x="116492" y="1022"/>
                </a:lnTo>
                <a:lnTo>
                  <a:pt x="116860" y="2371"/>
                </a:lnTo>
                <a:lnTo>
                  <a:pt x="105619" y="2371"/>
                </a:lnTo>
                <a:lnTo>
                  <a:pt x="105456" y="818"/>
                </a:lnTo>
                <a:close/>
                <a:moveTo>
                  <a:pt x="128100" y="1022"/>
                </a:moveTo>
                <a:lnTo>
                  <a:pt x="128754" y="2535"/>
                </a:lnTo>
                <a:lnTo>
                  <a:pt x="117718" y="2371"/>
                </a:lnTo>
                <a:lnTo>
                  <a:pt x="117187" y="1022"/>
                </a:lnTo>
                <a:close/>
                <a:moveTo>
                  <a:pt x="128958" y="1022"/>
                </a:moveTo>
                <a:lnTo>
                  <a:pt x="139504" y="1186"/>
                </a:lnTo>
                <a:lnTo>
                  <a:pt x="140526" y="2535"/>
                </a:lnTo>
                <a:lnTo>
                  <a:pt x="129612" y="2535"/>
                </a:lnTo>
                <a:lnTo>
                  <a:pt x="128958" y="1022"/>
                </a:lnTo>
                <a:close/>
                <a:moveTo>
                  <a:pt x="150744" y="1186"/>
                </a:moveTo>
                <a:lnTo>
                  <a:pt x="151929" y="2698"/>
                </a:lnTo>
                <a:lnTo>
                  <a:pt x="141220" y="2535"/>
                </a:lnTo>
                <a:lnTo>
                  <a:pt x="140362" y="1186"/>
                </a:lnTo>
                <a:close/>
                <a:moveTo>
                  <a:pt x="151439" y="1186"/>
                </a:moveTo>
                <a:lnTo>
                  <a:pt x="162843" y="1349"/>
                </a:lnTo>
                <a:lnTo>
                  <a:pt x="164355" y="2698"/>
                </a:lnTo>
                <a:lnTo>
                  <a:pt x="152624" y="2698"/>
                </a:lnTo>
                <a:lnTo>
                  <a:pt x="151439" y="1186"/>
                </a:lnTo>
                <a:close/>
                <a:moveTo>
                  <a:pt x="163701" y="1349"/>
                </a:moveTo>
                <a:lnTo>
                  <a:pt x="174574" y="1513"/>
                </a:lnTo>
                <a:lnTo>
                  <a:pt x="176290" y="2862"/>
                </a:lnTo>
                <a:lnTo>
                  <a:pt x="165050" y="2698"/>
                </a:lnTo>
                <a:lnTo>
                  <a:pt x="163701" y="1349"/>
                </a:lnTo>
                <a:close/>
                <a:moveTo>
                  <a:pt x="18598" y="1840"/>
                </a:moveTo>
                <a:lnTo>
                  <a:pt x="29307" y="2044"/>
                </a:lnTo>
                <a:lnTo>
                  <a:pt x="27427" y="3556"/>
                </a:lnTo>
                <a:lnTo>
                  <a:pt x="16350" y="3556"/>
                </a:lnTo>
                <a:lnTo>
                  <a:pt x="18598" y="1840"/>
                </a:lnTo>
                <a:close/>
                <a:moveTo>
                  <a:pt x="42265" y="2044"/>
                </a:moveTo>
                <a:lnTo>
                  <a:pt x="40711" y="3720"/>
                </a:lnTo>
                <a:lnTo>
                  <a:pt x="28286" y="3556"/>
                </a:lnTo>
                <a:lnTo>
                  <a:pt x="30166" y="2044"/>
                </a:lnTo>
                <a:close/>
                <a:moveTo>
                  <a:pt x="43123" y="2044"/>
                </a:moveTo>
                <a:lnTo>
                  <a:pt x="54854" y="2208"/>
                </a:lnTo>
                <a:lnTo>
                  <a:pt x="53832" y="3720"/>
                </a:lnTo>
                <a:lnTo>
                  <a:pt x="41733" y="3720"/>
                </a:lnTo>
                <a:lnTo>
                  <a:pt x="43123" y="2044"/>
                </a:lnTo>
                <a:close/>
                <a:moveTo>
                  <a:pt x="66421" y="2208"/>
                </a:moveTo>
                <a:lnTo>
                  <a:pt x="65604" y="3883"/>
                </a:lnTo>
                <a:lnTo>
                  <a:pt x="54690" y="3720"/>
                </a:lnTo>
                <a:lnTo>
                  <a:pt x="55876" y="2208"/>
                </a:lnTo>
                <a:close/>
                <a:moveTo>
                  <a:pt x="67279" y="2208"/>
                </a:moveTo>
                <a:lnTo>
                  <a:pt x="79542" y="2371"/>
                </a:lnTo>
                <a:lnTo>
                  <a:pt x="79051" y="3883"/>
                </a:lnTo>
                <a:lnTo>
                  <a:pt x="66625" y="3883"/>
                </a:lnTo>
                <a:lnTo>
                  <a:pt x="67279" y="2208"/>
                </a:lnTo>
                <a:close/>
                <a:moveTo>
                  <a:pt x="92335" y="2371"/>
                </a:moveTo>
                <a:lnTo>
                  <a:pt x="92172" y="4088"/>
                </a:lnTo>
                <a:lnTo>
                  <a:pt x="79909" y="3883"/>
                </a:lnTo>
                <a:lnTo>
                  <a:pt x="80400" y="2371"/>
                </a:lnTo>
                <a:close/>
                <a:moveTo>
                  <a:pt x="93194" y="2371"/>
                </a:moveTo>
                <a:lnTo>
                  <a:pt x="104761" y="2535"/>
                </a:lnTo>
                <a:lnTo>
                  <a:pt x="104924" y="4088"/>
                </a:lnTo>
                <a:lnTo>
                  <a:pt x="92989" y="4088"/>
                </a:lnTo>
                <a:lnTo>
                  <a:pt x="93194" y="2371"/>
                </a:lnTo>
                <a:close/>
                <a:moveTo>
                  <a:pt x="117023" y="2535"/>
                </a:moveTo>
                <a:lnTo>
                  <a:pt x="117514" y="4088"/>
                </a:lnTo>
                <a:lnTo>
                  <a:pt x="105783" y="4088"/>
                </a:lnTo>
                <a:lnTo>
                  <a:pt x="105619" y="2535"/>
                </a:lnTo>
                <a:close/>
                <a:moveTo>
                  <a:pt x="117718" y="2535"/>
                </a:moveTo>
                <a:lnTo>
                  <a:pt x="128958" y="2698"/>
                </a:lnTo>
                <a:lnTo>
                  <a:pt x="129776" y="4251"/>
                </a:lnTo>
                <a:lnTo>
                  <a:pt x="118372" y="4088"/>
                </a:lnTo>
                <a:lnTo>
                  <a:pt x="117718" y="2535"/>
                </a:lnTo>
                <a:close/>
                <a:moveTo>
                  <a:pt x="140689" y="2698"/>
                </a:moveTo>
                <a:lnTo>
                  <a:pt x="141711" y="4251"/>
                </a:lnTo>
                <a:lnTo>
                  <a:pt x="130471" y="4251"/>
                </a:lnTo>
                <a:lnTo>
                  <a:pt x="129776" y="2698"/>
                </a:lnTo>
                <a:close/>
                <a:moveTo>
                  <a:pt x="141384" y="2698"/>
                </a:moveTo>
                <a:lnTo>
                  <a:pt x="152093" y="2862"/>
                </a:lnTo>
                <a:lnTo>
                  <a:pt x="153483" y="4415"/>
                </a:lnTo>
                <a:lnTo>
                  <a:pt x="153483" y="4415"/>
                </a:lnTo>
                <a:lnTo>
                  <a:pt x="142569" y="4251"/>
                </a:lnTo>
                <a:lnTo>
                  <a:pt x="141384" y="2698"/>
                </a:lnTo>
                <a:close/>
                <a:moveTo>
                  <a:pt x="164519" y="2862"/>
                </a:moveTo>
                <a:lnTo>
                  <a:pt x="166235" y="4415"/>
                </a:lnTo>
                <a:lnTo>
                  <a:pt x="154137" y="4415"/>
                </a:lnTo>
                <a:lnTo>
                  <a:pt x="152788" y="2862"/>
                </a:lnTo>
                <a:close/>
                <a:moveTo>
                  <a:pt x="165377" y="2862"/>
                </a:moveTo>
                <a:lnTo>
                  <a:pt x="176617" y="3066"/>
                </a:lnTo>
                <a:lnTo>
                  <a:pt x="178498" y="4415"/>
                </a:lnTo>
                <a:lnTo>
                  <a:pt x="166930" y="4415"/>
                </a:lnTo>
                <a:lnTo>
                  <a:pt x="165377" y="2862"/>
                </a:lnTo>
                <a:close/>
                <a:moveTo>
                  <a:pt x="16187" y="3720"/>
                </a:moveTo>
                <a:lnTo>
                  <a:pt x="27100" y="3883"/>
                </a:lnTo>
                <a:lnTo>
                  <a:pt x="25220" y="5600"/>
                </a:lnTo>
                <a:lnTo>
                  <a:pt x="13816" y="5600"/>
                </a:lnTo>
                <a:lnTo>
                  <a:pt x="16187" y="3720"/>
                </a:lnTo>
                <a:close/>
                <a:moveTo>
                  <a:pt x="40548" y="3883"/>
                </a:moveTo>
                <a:lnTo>
                  <a:pt x="39035" y="5600"/>
                </a:lnTo>
                <a:lnTo>
                  <a:pt x="26242" y="5600"/>
                </a:lnTo>
                <a:lnTo>
                  <a:pt x="28122" y="3883"/>
                </a:lnTo>
                <a:close/>
                <a:moveTo>
                  <a:pt x="53668" y="3883"/>
                </a:moveTo>
                <a:lnTo>
                  <a:pt x="52483" y="5764"/>
                </a:lnTo>
                <a:lnTo>
                  <a:pt x="40057" y="5600"/>
                </a:lnTo>
                <a:lnTo>
                  <a:pt x="41570" y="3883"/>
                </a:lnTo>
                <a:close/>
                <a:moveTo>
                  <a:pt x="54527" y="3883"/>
                </a:moveTo>
                <a:lnTo>
                  <a:pt x="65604" y="4088"/>
                </a:lnTo>
                <a:lnTo>
                  <a:pt x="64745" y="5764"/>
                </a:lnTo>
                <a:lnTo>
                  <a:pt x="53341" y="5764"/>
                </a:lnTo>
                <a:lnTo>
                  <a:pt x="54527" y="3883"/>
                </a:lnTo>
                <a:close/>
                <a:moveTo>
                  <a:pt x="79051" y="4088"/>
                </a:moveTo>
                <a:lnTo>
                  <a:pt x="78520" y="5764"/>
                </a:lnTo>
                <a:lnTo>
                  <a:pt x="65604" y="5764"/>
                </a:lnTo>
                <a:lnTo>
                  <a:pt x="66421" y="4088"/>
                </a:lnTo>
                <a:close/>
                <a:moveTo>
                  <a:pt x="79909" y="4088"/>
                </a:moveTo>
                <a:lnTo>
                  <a:pt x="92172" y="4251"/>
                </a:lnTo>
                <a:lnTo>
                  <a:pt x="91967" y="5927"/>
                </a:lnTo>
                <a:lnTo>
                  <a:pt x="79378" y="5764"/>
                </a:lnTo>
                <a:lnTo>
                  <a:pt x="79909" y="4088"/>
                </a:lnTo>
                <a:close/>
                <a:moveTo>
                  <a:pt x="104924" y="4251"/>
                </a:moveTo>
                <a:lnTo>
                  <a:pt x="105088" y="5927"/>
                </a:lnTo>
                <a:lnTo>
                  <a:pt x="92826" y="5927"/>
                </a:lnTo>
                <a:lnTo>
                  <a:pt x="92989" y="4251"/>
                </a:lnTo>
                <a:close/>
                <a:moveTo>
                  <a:pt x="105783" y="4251"/>
                </a:moveTo>
                <a:lnTo>
                  <a:pt x="117514" y="4415"/>
                </a:lnTo>
                <a:lnTo>
                  <a:pt x="118045" y="5927"/>
                </a:lnTo>
                <a:lnTo>
                  <a:pt x="106110" y="5927"/>
                </a:lnTo>
                <a:lnTo>
                  <a:pt x="105783" y="4251"/>
                </a:lnTo>
                <a:close/>
                <a:moveTo>
                  <a:pt x="129776" y="4415"/>
                </a:moveTo>
                <a:lnTo>
                  <a:pt x="130634" y="5927"/>
                </a:lnTo>
                <a:lnTo>
                  <a:pt x="118903" y="5927"/>
                </a:lnTo>
                <a:lnTo>
                  <a:pt x="118372" y="4415"/>
                </a:lnTo>
                <a:close/>
                <a:moveTo>
                  <a:pt x="141874" y="4415"/>
                </a:moveTo>
                <a:lnTo>
                  <a:pt x="142896" y="6131"/>
                </a:lnTo>
                <a:lnTo>
                  <a:pt x="131492" y="6131"/>
                </a:lnTo>
                <a:lnTo>
                  <a:pt x="130634" y="4415"/>
                </a:lnTo>
                <a:close/>
                <a:moveTo>
                  <a:pt x="142569" y="4415"/>
                </a:moveTo>
                <a:lnTo>
                  <a:pt x="153646" y="4578"/>
                </a:lnTo>
                <a:lnTo>
                  <a:pt x="154995" y="6131"/>
                </a:lnTo>
                <a:lnTo>
                  <a:pt x="143755" y="6131"/>
                </a:lnTo>
                <a:lnTo>
                  <a:pt x="142569" y="4415"/>
                </a:lnTo>
                <a:close/>
                <a:moveTo>
                  <a:pt x="166399" y="4578"/>
                </a:moveTo>
                <a:lnTo>
                  <a:pt x="168116" y="6131"/>
                </a:lnTo>
                <a:lnTo>
                  <a:pt x="155853" y="6131"/>
                </a:lnTo>
                <a:lnTo>
                  <a:pt x="154300" y="4578"/>
                </a:lnTo>
                <a:close/>
                <a:moveTo>
                  <a:pt x="167094" y="4578"/>
                </a:moveTo>
                <a:lnTo>
                  <a:pt x="178661" y="4742"/>
                </a:lnTo>
                <a:lnTo>
                  <a:pt x="180705" y="6295"/>
                </a:lnTo>
                <a:lnTo>
                  <a:pt x="168974" y="6131"/>
                </a:lnTo>
                <a:lnTo>
                  <a:pt x="167094" y="4578"/>
                </a:lnTo>
                <a:close/>
                <a:moveTo>
                  <a:pt x="24893" y="5764"/>
                </a:moveTo>
                <a:lnTo>
                  <a:pt x="22849" y="7644"/>
                </a:lnTo>
                <a:lnTo>
                  <a:pt x="11078" y="7644"/>
                </a:lnTo>
                <a:lnTo>
                  <a:pt x="13653" y="5764"/>
                </a:lnTo>
                <a:close/>
                <a:moveTo>
                  <a:pt x="25915" y="5764"/>
                </a:moveTo>
                <a:lnTo>
                  <a:pt x="38831" y="5927"/>
                </a:lnTo>
                <a:lnTo>
                  <a:pt x="37155" y="7807"/>
                </a:lnTo>
                <a:lnTo>
                  <a:pt x="23871" y="7644"/>
                </a:lnTo>
                <a:lnTo>
                  <a:pt x="25915" y="5764"/>
                </a:lnTo>
                <a:close/>
                <a:moveTo>
                  <a:pt x="52320" y="5927"/>
                </a:moveTo>
                <a:lnTo>
                  <a:pt x="51093" y="7807"/>
                </a:lnTo>
                <a:lnTo>
                  <a:pt x="38177" y="7807"/>
                </a:lnTo>
                <a:lnTo>
                  <a:pt x="39689" y="5927"/>
                </a:lnTo>
                <a:close/>
                <a:moveTo>
                  <a:pt x="64582" y="5927"/>
                </a:moveTo>
                <a:lnTo>
                  <a:pt x="63723" y="7807"/>
                </a:lnTo>
                <a:lnTo>
                  <a:pt x="51952" y="7807"/>
                </a:lnTo>
                <a:lnTo>
                  <a:pt x="53341" y="5927"/>
                </a:lnTo>
                <a:close/>
                <a:moveTo>
                  <a:pt x="65604" y="5927"/>
                </a:moveTo>
                <a:lnTo>
                  <a:pt x="78356" y="6131"/>
                </a:lnTo>
                <a:lnTo>
                  <a:pt x="77866" y="7807"/>
                </a:lnTo>
                <a:lnTo>
                  <a:pt x="64582" y="7807"/>
                </a:lnTo>
                <a:lnTo>
                  <a:pt x="65604" y="5927"/>
                </a:lnTo>
                <a:close/>
                <a:moveTo>
                  <a:pt x="91967" y="6131"/>
                </a:moveTo>
                <a:lnTo>
                  <a:pt x="91804" y="7807"/>
                </a:lnTo>
                <a:lnTo>
                  <a:pt x="78888" y="7807"/>
                </a:lnTo>
                <a:lnTo>
                  <a:pt x="79378" y="6131"/>
                </a:lnTo>
                <a:close/>
                <a:moveTo>
                  <a:pt x="105251" y="6131"/>
                </a:moveTo>
                <a:lnTo>
                  <a:pt x="105456" y="7971"/>
                </a:lnTo>
                <a:lnTo>
                  <a:pt x="105456" y="7971"/>
                </a:lnTo>
                <a:lnTo>
                  <a:pt x="92826" y="7807"/>
                </a:lnTo>
                <a:lnTo>
                  <a:pt x="92826" y="6131"/>
                </a:lnTo>
                <a:close/>
                <a:moveTo>
                  <a:pt x="118208" y="6131"/>
                </a:moveTo>
                <a:lnTo>
                  <a:pt x="118740" y="7971"/>
                </a:lnTo>
                <a:lnTo>
                  <a:pt x="106273" y="7971"/>
                </a:lnTo>
                <a:lnTo>
                  <a:pt x="106110" y="6131"/>
                </a:lnTo>
                <a:close/>
                <a:moveTo>
                  <a:pt x="119067" y="6131"/>
                </a:moveTo>
                <a:lnTo>
                  <a:pt x="130798" y="6295"/>
                </a:lnTo>
                <a:lnTo>
                  <a:pt x="131656" y="7971"/>
                </a:lnTo>
                <a:lnTo>
                  <a:pt x="119557" y="7971"/>
                </a:lnTo>
                <a:lnTo>
                  <a:pt x="119067" y="6131"/>
                </a:lnTo>
                <a:close/>
                <a:moveTo>
                  <a:pt x="143060" y="6295"/>
                </a:moveTo>
                <a:lnTo>
                  <a:pt x="144286" y="7971"/>
                </a:lnTo>
                <a:lnTo>
                  <a:pt x="132514" y="7971"/>
                </a:lnTo>
                <a:lnTo>
                  <a:pt x="131656" y="6295"/>
                </a:lnTo>
                <a:close/>
                <a:moveTo>
                  <a:pt x="155158" y="6295"/>
                </a:moveTo>
                <a:lnTo>
                  <a:pt x="156712" y="7971"/>
                </a:lnTo>
                <a:lnTo>
                  <a:pt x="145103" y="7971"/>
                </a:lnTo>
                <a:lnTo>
                  <a:pt x="143918" y="6295"/>
                </a:lnTo>
                <a:close/>
                <a:moveTo>
                  <a:pt x="156017" y="6295"/>
                </a:moveTo>
                <a:lnTo>
                  <a:pt x="168279" y="6458"/>
                </a:lnTo>
                <a:lnTo>
                  <a:pt x="170159" y="7971"/>
                </a:lnTo>
                <a:lnTo>
                  <a:pt x="157570" y="7971"/>
                </a:lnTo>
                <a:lnTo>
                  <a:pt x="156017" y="6295"/>
                </a:lnTo>
                <a:close/>
                <a:moveTo>
                  <a:pt x="180868" y="6458"/>
                </a:moveTo>
                <a:lnTo>
                  <a:pt x="183116" y="8175"/>
                </a:lnTo>
                <a:lnTo>
                  <a:pt x="171018" y="7971"/>
                </a:lnTo>
                <a:lnTo>
                  <a:pt x="169137" y="6458"/>
                </a:lnTo>
                <a:close/>
                <a:moveTo>
                  <a:pt x="22686" y="7971"/>
                </a:moveTo>
                <a:lnTo>
                  <a:pt x="20274" y="10014"/>
                </a:lnTo>
                <a:lnTo>
                  <a:pt x="8176" y="10014"/>
                </a:lnTo>
                <a:lnTo>
                  <a:pt x="10751" y="7971"/>
                </a:lnTo>
                <a:close/>
                <a:moveTo>
                  <a:pt x="36992" y="7971"/>
                </a:moveTo>
                <a:lnTo>
                  <a:pt x="35112" y="10014"/>
                </a:lnTo>
                <a:lnTo>
                  <a:pt x="21460" y="10014"/>
                </a:lnTo>
                <a:lnTo>
                  <a:pt x="23708" y="7971"/>
                </a:lnTo>
                <a:close/>
                <a:moveTo>
                  <a:pt x="50930" y="7971"/>
                </a:moveTo>
                <a:lnTo>
                  <a:pt x="49581" y="10014"/>
                </a:lnTo>
                <a:lnTo>
                  <a:pt x="36133" y="10014"/>
                </a:lnTo>
                <a:lnTo>
                  <a:pt x="37809" y="7971"/>
                </a:lnTo>
                <a:close/>
                <a:moveTo>
                  <a:pt x="63560" y="7971"/>
                </a:moveTo>
                <a:lnTo>
                  <a:pt x="62538" y="10014"/>
                </a:lnTo>
                <a:lnTo>
                  <a:pt x="50603" y="10014"/>
                </a:lnTo>
                <a:lnTo>
                  <a:pt x="51788" y="7971"/>
                </a:lnTo>
                <a:close/>
                <a:moveTo>
                  <a:pt x="64582" y="7971"/>
                </a:moveTo>
                <a:lnTo>
                  <a:pt x="77866" y="8175"/>
                </a:lnTo>
                <a:lnTo>
                  <a:pt x="77334" y="10014"/>
                </a:lnTo>
                <a:lnTo>
                  <a:pt x="63560" y="10014"/>
                </a:lnTo>
                <a:lnTo>
                  <a:pt x="64582" y="7971"/>
                </a:lnTo>
                <a:close/>
                <a:moveTo>
                  <a:pt x="91804" y="8175"/>
                </a:moveTo>
                <a:lnTo>
                  <a:pt x="91640" y="10014"/>
                </a:lnTo>
                <a:lnTo>
                  <a:pt x="78356" y="10014"/>
                </a:lnTo>
                <a:lnTo>
                  <a:pt x="78888" y="8175"/>
                </a:lnTo>
                <a:close/>
                <a:moveTo>
                  <a:pt x="105456" y="8175"/>
                </a:moveTo>
                <a:lnTo>
                  <a:pt x="105619" y="10014"/>
                </a:lnTo>
                <a:lnTo>
                  <a:pt x="92662" y="10014"/>
                </a:lnTo>
                <a:lnTo>
                  <a:pt x="92662" y="8175"/>
                </a:lnTo>
                <a:close/>
                <a:moveTo>
                  <a:pt x="118740" y="8175"/>
                </a:moveTo>
                <a:lnTo>
                  <a:pt x="119394" y="10014"/>
                </a:lnTo>
                <a:lnTo>
                  <a:pt x="106641" y="10014"/>
                </a:lnTo>
                <a:lnTo>
                  <a:pt x="106273" y="8175"/>
                </a:lnTo>
                <a:close/>
                <a:moveTo>
                  <a:pt x="131819" y="8175"/>
                </a:moveTo>
                <a:lnTo>
                  <a:pt x="132678" y="10014"/>
                </a:lnTo>
                <a:lnTo>
                  <a:pt x="120252" y="10014"/>
                </a:lnTo>
                <a:lnTo>
                  <a:pt x="119557" y="8175"/>
                </a:lnTo>
                <a:close/>
                <a:moveTo>
                  <a:pt x="144449" y="8175"/>
                </a:moveTo>
                <a:lnTo>
                  <a:pt x="145798" y="10014"/>
                </a:lnTo>
                <a:lnTo>
                  <a:pt x="133536" y="10014"/>
                </a:lnTo>
                <a:lnTo>
                  <a:pt x="132678" y="8175"/>
                </a:lnTo>
                <a:close/>
                <a:moveTo>
                  <a:pt x="156875" y="8175"/>
                </a:moveTo>
                <a:lnTo>
                  <a:pt x="158388" y="10014"/>
                </a:lnTo>
                <a:lnTo>
                  <a:pt x="146657" y="10014"/>
                </a:lnTo>
                <a:lnTo>
                  <a:pt x="145308" y="8175"/>
                </a:lnTo>
                <a:close/>
                <a:moveTo>
                  <a:pt x="157734" y="8175"/>
                </a:moveTo>
                <a:lnTo>
                  <a:pt x="170323" y="8339"/>
                </a:lnTo>
                <a:lnTo>
                  <a:pt x="172366" y="10014"/>
                </a:lnTo>
                <a:lnTo>
                  <a:pt x="159246" y="10014"/>
                </a:lnTo>
                <a:lnTo>
                  <a:pt x="157734" y="8175"/>
                </a:lnTo>
                <a:close/>
                <a:moveTo>
                  <a:pt x="183280" y="8339"/>
                </a:moveTo>
                <a:lnTo>
                  <a:pt x="185487" y="10014"/>
                </a:lnTo>
                <a:lnTo>
                  <a:pt x="173061" y="10014"/>
                </a:lnTo>
                <a:lnTo>
                  <a:pt x="171181" y="8339"/>
                </a:lnTo>
                <a:close/>
                <a:moveTo>
                  <a:pt x="172530" y="10219"/>
                </a:moveTo>
                <a:lnTo>
                  <a:pt x="174574" y="12058"/>
                </a:lnTo>
                <a:lnTo>
                  <a:pt x="161126" y="12058"/>
                </a:lnTo>
                <a:lnTo>
                  <a:pt x="159409" y="10219"/>
                </a:lnTo>
                <a:close/>
                <a:moveTo>
                  <a:pt x="185814" y="10219"/>
                </a:moveTo>
                <a:lnTo>
                  <a:pt x="188226" y="12058"/>
                </a:lnTo>
                <a:lnTo>
                  <a:pt x="175432" y="12058"/>
                </a:lnTo>
                <a:lnTo>
                  <a:pt x="173388" y="10219"/>
                </a:lnTo>
                <a:close/>
                <a:moveTo>
                  <a:pt x="77171" y="10219"/>
                </a:moveTo>
                <a:lnTo>
                  <a:pt x="76640" y="12263"/>
                </a:lnTo>
                <a:lnTo>
                  <a:pt x="62538" y="12263"/>
                </a:lnTo>
                <a:lnTo>
                  <a:pt x="63355" y="10219"/>
                </a:lnTo>
                <a:close/>
                <a:moveTo>
                  <a:pt x="91640" y="10219"/>
                </a:moveTo>
                <a:lnTo>
                  <a:pt x="91477" y="12263"/>
                </a:lnTo>
                <a:lnTo>
                  <a:pt x="77661" y="12263"/>
                </a:lnTo>
                <a:lnTo>
                  <a:pt x="78193" y="10219"/>
                </a:lnTo>
                <a:close/>
                <a:moveTo>
                  <a:pt x="105783" y="10219"/>
                </a:moveTo>
                <a:lnTo>
                  <a:pt x="105946" y="12263"/>
                </a:lnTo>
                <a:lnTo>
                  <a:pt x="92499" y="12263"/>
                </a:lnTo>
                <a:lnTo>
                  <a:pt x="92662" y="10219"/>
                </a:lnTo>
                <a:close/>
                <a:moveTo>
                  <a:pt x="119394" y="10219"/>
                </a:moveTo>
                <a:lnTo>
                  <a:pt x="120089" y="12263"/>
                </a:lnTo>
                <a:lnTo>
                  <a:pt x="106968" y="12263"/>
                </a:lnTo>
                <a:lnTo>
                  <a:pt x="106641" y="10219"/>
                </a:lnTo>
                <a:close/>
                <a:moveTo>
                  <a:pt x="132841" y="10219"/>
                </a:moveTo>
                <a:lnTo>
                  <a:pt x="133863" y="12263"/>
                </a:lnTo>
                <a:lnTo>
                  <a:pt x="120947" y="12263"/>
                </a:lnTo>
                <a:lnTo>
                  <a:pt x="120252" y="10219"/>
                </a:lnTo>
                <a:close/>
                <a:moveTo>
                  <a:pt x="145962" y="10219"/>
                </a:moveTo>
                <a:lnTo>
                  <a:pt x="147147" y="12263"/>
                </a:lnTo>
                <a:lnTo>
                  <a:pt x="134721" y="12263"/>
                </a:lnTo>
                <a:lnTo>
                  <a:pt x="133700" y="10219"/>
                </a:lnTo>
                <a:close/>
                <a:moveTo>
                  <a:pt x="158755" y="10219"/>
                </a:moveTo>
                <a:lnTo>
                  <a:pt x="160268" y="12058"/>
                </a:lnTo>
                <a:lnTo>
                  <a:pt x="148169" y="12263"/>
                </a:lnTo>
                <a:lnTo>
                  <a:pt x="146820" y="10219"/>
                </a:lnTo>
                <a:close/>
                <a:moveTo>
                  <a:pt x="20111" y="10219"/>
                </a:moveTo>
                <a:lnTo>
                  <a:pt x="17740" y="12426"/>
                </a:lnTo>
                <a:lnTo>
                  <a:pt x="5110" y="12426"/>
                </a:lnTo>
                <a:lnTo>
                  <a:pt x="7849" y="10219"/>
                </a:lnTo>
                <a:close/>
                <a:moveTo>
                  <a:pt x="34948" y="10219"/>
                </a:moveTo>
                <a:lnTo>
                  <a:pt x="33068" y="12426"/>
                </a:lnTo>
                <a:lnTo>
                  <a:pt x="18762" y="12426"/>
                </a:lnTo>
                <a:lnTo>
                  <a:pt x="21133" y="10219"/>
                </a:lnTo>
                <a:close/>
                <a:moveTo>
                  <a:pt x="49417" y="10219"/>
                </a:moveTo>
                <a:lnTo>
                  <a:pt x="47864" y="12426"/>
                </a:lnTo>
                <a:lnTo>
                  <a:pt x="34090" y="12426"/>
                </a:lnTo>
                <a:lnTo>
                  <a:pt x="35970" y="10219"/>
                </a:lnTo>
                <a:close/>
                <a:moveTo>
                  <a:pt x="62538" y="10219"/>
                </a:moveTo>
                <a:lnTo>
                  <a:pt x="61516" y="12263"/>
                </a:lnTo>
                <a:lnTo>
                  <a:pt x="48886" y="12426"/>
                </a:lnTo>
                <a:lnTo>
                  <a:pt x="50439" y="10219"/>
                </a:lnTo>
                <a:close/>
                <a:moveTo>
                  <a:pt x="174737" y="12426"/>
                </a:moveTo>
                <a:lnTo>
                  <a:pt x="177149" y="14470"/>
                </a:lnTo>
                <a:lnTo>
                  <a:pt x="163333" y="14470"/>
                </a:lnTo>
                <a:lnTo>
                  <a:pt x="161453" y="12426"/>
                </a:lnTo>
                <a:close/>
                <a:moveTo>
                  <a:pt x="188553" y="12426"/>
                </a:moveTo>
                <a:lnTo>
                  <a:pt x="191087" y="14470"/>
                </a:lnTo>
                <a:lnTo>
                  <a:pt x="178007" y="14470"/>
                </a:lnTo>
                <a:lnTo>
                  <a:pt x="175595" y="12426"/>
                </a:lnTo>
                <a:close/>
                <a:moveTo>
                  <a:pt x="32700" y="12590"/>
                </a:moveTo>
                <a:lnTo>
                  <a:pt x="30656" y="14960"/>
                </a:lnTo>
                <a:lnTo>
                  <a:pt x="15860" y="14960"/>
                </a:lnTo>
                <a:lnTo>
                  <a:pt x="18394" y="12590"/>
                </a:lnTo>
                <a:close/>
                <a:moveTo>
                  <a:pt x="47701" y="12590"/>
                </a:moveTo>
                <a:lnTo>
                  <a:pt x="46188" y="14960"/>
                </a:lnTo>
                <a:lnTo>
                  <a:pt x="31678" y="14960"/>
                </a:lnTo>
                <a:lnTo>
                  <a:pt x="33722" y="12590"/>
                </a:lnTo>
                <a:close/>
                <a:moveTo>
                  <a:pt x="160636" y="12426"/>
                </a:moveTo>
                <a:lnTo>
                  <a:pt x="162311" y="14470"/>
                </a:lnTo>
                <a:lnTo>
                  <a:pt x="47210" y="14960"/>
                </a:lnTo>
                <a:lnTo>
                  <a:pt x="48723" y="12590"/>
                </a:lnTo>
                <a:lnTo>
                  <a:pt x="106968" y="12590"/>
                </a:lnTo>
                <a:lnTo>
                  <a:pt x="106968" y="12426"/>
                </a:lnTo>
                <a:lnTo>
                  <a:pt x="120089" y="12426"/>
                </a:lnTo>
                <a:lnTo>
                  <a:pt x="120089" y="12590"/>
                </a:lnTo>
                <a:lnTo>
                  <a:pt x="121110" y="12590"/>
                </a:lnTo>
                <a:lnTo>
                  <a:pt x="121110" y="12426"/>
                </a:lnTo>
                <a:lnTo>
                  <a:pt x="133863" y="12426"/>
                </a:lnTo>
                <a:lnTo>
                  <a:pt x="134067" y="12590"/>
                </a:lnTo>
                <a:lnTo>
                  <a:pt x="134885" y="12590"/>
                </a:lnTo>
                <a:lnTo>
                  <a:pt x="134885" y="12426"/>
                </a:lnTo>
                <a:lnTo>
                  <a:pt x="147352" y="12426"/>
                </a:lnTo>
                <a:lnTo>
                  <a:pt x="147515" y="12590"/>
                </a:lnTo>
                <a:lnTo>
                  <a:pt x="148373" y="12590"/>
                </a:lnTo>
                <a:lnTo>
                  <a:pt x="148373" y="12426"/>
                </a:lnTo>
                <a:close/>
                <a:moveTo>
                  <a:pt x="17372" y="12590"/>
                </a:moveTo>
                <a:lnTo>
                  <a:pt x="14675" y="14960"/>
                </a:lnTo>
                <a:lnTo>
                  <a:pt x="1554" y="15124"/>
                </a:lnTo>
                <a:lnTo>
                  <a:pt x="4783" y="12753"/>
                </a:lnTo>
                <a:lnTo>
                  <a:pt x="17372" y="12590"/>
                </a:lnTo>
                <a:close/>
                <a:moveTo>
                  <a:pt x="20111" y="0"/>
                </a:moveTo>
                <a:lnTo>
                  <a:pt x="1" y="15328"/>
                </a:lnTo>
                <a:lnTo>
                  <a:pt x="31515" y="15328"/>
                </a:lnTo>
                <a:lnTo>
                  <a:pt x="45984" y="15124"/>
                </a:lnTo>
                <a:lnTo>
                  <a:pt x="45821" y="15328"/>
                </a:lnTo>
                <a:lnTo>
                  <a:pt x="47006" y="15328"/>
                </a:lnTo>
                <a:lnTo>
                  <a:pt x="47006" y="15124"/>
                </a:lnTo>
                <a:lnTo>
                  <a:pt x="192313" y="14633"/>
                </a:lnTo>
                <a:lnTo>
                  <a:pt x="175105" y="1349"/>
                </a:lnTo>
                <a:lnTo>
                  <a:pt x="163333" y="1186"/>
                </a:lnTo>
                <a:lnTo>
                  <a:pt x="162679" y="1186"/>
                </a:lnTo>
                <a:lnTo>
                  <a:pt x="151235" y="1022"/>
                </a:lnTo>
                <a:lnTo>
                  <a:pt x="139340" y="1022"/>
                </a:lnTo>
                <a:lnTo>
                  <a:pt x="128754" y="818"/>
                </a:lnTo>
                <a:lnTo>
                  <a:pt x="116328" y="818"/>
                </a:lnTo>
                <a:lnTo>
                  <a:pt x="105251" y="654"/>
                </a:lnTo>
                <a:lnTo>
                  <a:pt x="104597" y="654"/>
                </a:lnTo>
                <a:lnTo>
                  <a:pt x="93194" y="491"/>
                </a:lnTo>
                <a:lnTo>
                  <a:pt x="80073" y="491"/>
                </a:lnTo>
                <a:lnTo>
                  <a:pt x="68301" y="327"/>
                </a:lnTo>
                <a:lnTo>
                  <a:pt x="67443" y="327"/>
                </a:lnTo>
                <a:lnTo>
                  <a:pt x="20111" y="0"/>
                </a:ln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9" name="Google Shape;1299;p8"/>
          <p:cNvSpPr/>
          <p:nvPr/>
        </p:nvSpPr>
        <p:spPr>
          <a:xfrm>
            <a:off x="4375927" y="4850506"/>
            <a:ext cx="49034" cy="53925"/>
          </a:xfrm>
          <a:custGeom>
            <a:rect b="b" l="l" r="r" t="t"/>
            <a:pathLst>
              <a:path extrusionOk="0" h="2249" w="2045">
                <a:moveTo>
                  <a:pt x="1023" y="1"/>
                </a:moveTo>
                <a:cubicBezTo>
                  <a:pt x="328" y="1"/>
                  <a:pt x="1" y="532"/>
                  <a:pt x="1" y="1022"/>
                </a:cubicBezTo>
                <a:cubicBezTo>
                  <a:pt x="1" y="1717"/>
                  <a:pt x="328" y="2249"/>
                  <a:pt x="1023" y="2249"/>
                </a:cubicBezTo>
                <a:cubicBezTo>
                  <a:pt x="1513" y="2249"/>
                  <a:pt x="2044" y="1717"/>
                  <a:pt x="2044" y="1022"/>
                </a:cubicBezTo>
                <a:cubicBezTo>
                  <a:pt x="2044" y="532"/>
                  <a:pt x="1513" y="1"/>
                  <a:pt x="10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p8"/>
          <p:cNvSpPr/>
          <p:nvPr/>
        </p:nvSpPr>
        <p:spPr>
          <a:xfrm>
            <a:off x="4483610" y="4850506"/>
            <a:ext cx="49034" cy="53925"/>
          </a:xfrm>
          <a:custGeom>
            <a:rect b="b" l="l" r="r" t="t"/>
            <a:pathLst>
              <a:path extrusionOk="0" h="2249" w="2045">
                <a:moveTo>
                  <a:pt x="1023" y="1"/>
                </a:moveTo>
                <a:cubicBezTo>
                  <a:pt x="491" y="1"/>
                  <a:pt x="1" y="532"/>
                  <a:pt x="1" y="1022"/>
                </a:cubicBezTo>
                <a:cubicBezTo>
                  <a:pt x="1" y="1717"/>
                  <a:pt x="491" y="2249"/>
                  <a:pt x="1023" y="2249"/>
                </a:cubicBezTo>
                <a:cubicBezTo>
                  <a:pt x="1718" y="2249"/>
                  <a:pt x="2045" y="1717"/>
                  <a:pt x="2045" y="1022"/>
                </a:cubicBezTo>
                <a:cubicBezTo>
                  <a:pt x="2045" y="532"/>
                  <a:pt x="1718" y="1"/>
                  <a:pt x="10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1" name="Google Shape;1301;p8"/>
          <p:cNvSpPr/>
          <p:nvPr/>
        </p:nvSpPr>
        <p:spPr>
          <a:xfrm>
            <a:off x="4610161" y="4850506"/>
            <a:ext cx="52966" cy="53925"/>
          </a:xfrm>
          <a:custGeom>
            <a:rect b="b" l="l" r="r" t="t"/>
            <a:pathLst>
              <a:path extrusionOk="0" h="2249" w="2209">
                <a:moveTo>
                  <a:pt x="1023" y="1"/>
                </a:moveTo>
                <a:cubicBezTo>
                  <a:pt x="532" y="1"/>
                  <a:pt x="1" y="532"/>
                  <a:pt x="1" y="1022"/>
                </a:cubicBezTo>
                <a:cubicBezTo>
                  <a:pt x="1" y="1717"/>
                  <a:pt x="532" y="2249"/>
                  <a:pt x="1023" y="2249"/>
                </a:cubicBezTo>
                <a:cubicBezTo>
                  <a:pt x="1718" y="2249"/>
                  <a:pt x="2208" y="1717"/>
                  <a:pt x="2208" y="1022"/>
                </a:cubicBezTo>
                <a:cubicBezTo>
                  <a:pt x="2208" y="532"/>
                  <a:pt x="1718" y="1"/>
                  <a:pt x="1023"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02" name="Google Shape;1302;p8"/>
          <p:cNvGrpSpPr/>
          <p:nvPr/>
        </p:nvGrpSpPr>
        <p:grpSpPr>
          <a:xfrm>
            <a:off x="5022637" y="2137563"/>
            <a:ext cx="3344957" cy="2009200"/>
            <a:chOff x="4894275" y="1974100"/>
            <a:chExt cx="3377380" cy="2028675"/>
          </a:xfrm>
        </p:grpSpPr>
        <p:sp>
          <p:nvSpPr>
            <p:cNvPr id="1303" name="Google Shape;1303;p8"/>
            <p:cNvSpPr/>
            <p:nvPr/>
          </p:nvSpPr>
          <p:spPr>
            <a:xfrm>
              <a:off x="4894275" y="1974100"/>
              <a:ext cx="3377276" cy="2028675"/>
            </a:xfrm>
            <a:custGeom>
              <a:rect b="b" l="l" r="r" t="t"/>
              <a:pathLst>
                <a:path extrusionOk="0" h="87717" w="145635">
                  <a:moveTo>
                    <a:pt x="8543" y="1"/>
                  </a:moveTo>
                  <a:cubicBezTo>
                    <a:pt x="3761" y="1"/>
                    <a:pt x="0" y="3924"/>
                    <a:pt x="0" y="8666"/>
                  </a:cubicBezTo>
                  <a:lnTo>
                    <a:pt x="0" y="79010"/>
                  </a:lnTo>
                  <a:cubicBezTo>
                    <a:pt x="0" y="83792"/>
                    <a:pt x="3761" y="87716"/>
                    <a:pt x="8543" y="87716"/>
                  </a:cubicBezTo>
                  <a:lnTo>
                    <a:pt x="137133" y="87716"/>
                  </a:lnTo>
                  <a:cubicBezTo>
                    <a:pt x="141874" y="87716"/>
                    <a:pt x="145634" y="83792"/>
                    <a:pt x="145634" y="79010"/>
                  </a:cubicBezTo>
                  <a:lnTo>
                    <a:pt x="145634" y="8666"/>
                  </a:lnTo>
                  <a:cubicBezTo>
                    <a:pt x="145634" y="3924"/>
                    <a:pt x="141874" y="1"/>
                    <a:pt x="137133"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p8"/>
            <p:cNvSpPr/>
            <p:nvPr/>
          </p:nvSpPr>
          <p:spPr>
            <a:xfrm>
              <a:off x="5010071" y="2039400"/>
              <a:ext cx="3141877" cy="1887989"/>
            </a:xfrm>
            <a:custGeom>
              <a:rect b="b" l="l" r="r" t="t"/>
              <a:pathLst>
                <a:path extrusionOk="0" h="77171" w="129776">
                  <a:moveTo>
                    <a:pt x="121232" y="696"/>
                  </a:moveTo>
                  <a:cubicBezTo>
                    <a:pt x="123480" y="696"/>
                    <a:pt x="125320" y="1554"/>
                    <a:pt x="126873" y="3066"/>
                  </a:cubicBezTo>
                  <a:cubicBezTo>
                    <a:pt x="128222" y="4456"/>
                    <a:pt x="129080" y="6500"/>
                    <a:pt x="129080" y="8543"/>
                  </a:cubicBezTo>
                  <a:lnTo>
                    <a:pt x="129080" y="68465"/>
                  </a:lnTo>
                  <a:cubicBezTo>
                    <a:pt x="129080" y="70672"/>
                    <a:pt x="128222" y="72716"/>
                    <a:pt x="126873" y="74105"/>
                  </a:cubicBezTo>
                  <a:cubicBezTo>
                    <a:pt x="125320" y="75454"/>
                    <a:pt x="123480" y="76476"/>
                    <a:pt x="121232" y="76476"/>
                  </a:cubicBezTo>
                  <a:lnTo>
                    <a:pt x="8665" y="76476"/>
                  </a:lnTo>
                  <a:cubicBezTo>
                    <a:pt x="6458" y="76476"/>
                    <a:pt x="4415" y="75454"/>
                    <a:pt x="3066" y="74105"/>
                  </a:cubicBezTo>
                  <a:cubicBezTo>
                    <a:pt x="1676" y="72716"/>
                    <a:pt x="654" y="70672"/>
                    <a:pt x="654" y="68465"/>
                  </a:cubicBezTo>
                  <a:lnTo>
                    <a:pt x="654" y="8543"/>
                  </a:lnTo>
                  <a:cubicBezTo>
                    <a:pt x="654" y="6500"/>
                    <a:pt x="1676" y="4456"/>
                    <a:pt x="3066" y="3066"/>
                  </a:cubicBezTo>
                  <a:cubicBezTo>
                    <a:pt x="4415" y="1554"/>
                    <a:pt x="6458" y="696"/>
                    <a:pt x="8665" y="696"/>
                  </a:cubicBezTo>
                  <a:close/>
                  <a:moveTo>
                    <a:pt x="8665" y="1"/>
                  </a:moveTo>
                  <a:cubicBezTo>
                    <a:pt x="3924" y="1"/>
                    <a:pt x="0" y="3925"/>
                    <a:pt x="0" y="8543"/>
                  </a:cubicBezTo>
                  <a:lnTo>
                    <a:pt x="0" y="68465"/>
                  </a:lnTo>
                  <a:cubicBezTo>
                    <a:pt x="0" y="73247"/>
                    <a:pt x="3924" y="77171"/>
                    <a:pt x="8665" y="77171"/>
                  </a:cubicBezTo>
                  <a:lnTo>
                    <a:pt x="121232" y="77171"/>
                  </a:lnTo>
                  <a:cubicBezTo>
                    <a:pt x="126015" y="77171"/>
                    <a:pt x="129775" y="73247"/>
                    <a:pt x="129775" y="68465"/>
                  </a:cubicBezTo>
                  <a:lnTo>
                    <a:pt x="129775" y="8543"/>
                  </a:lnTo>
                  <a:cubicBezTo>
                    <a:pt x="129775" y="3925"/>
                    <a:pt x="126015" y="1"/>
                    <a:pt x="121232"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8"/>
            <p:cNvSpPr/>
            <p:nvPr/>
          </p:nvSpPr>
          <p:spPr>
            <a:xfrm>
              <a:off x="4894275" y="2927384"/>
              <a:ext cx="593774" cy="650011"/>
            </a:xfrm>
            <a:custGeom>
              <a:rect b="b" l="l" r="r" t="t"/>
              <a:pathLst>
                <a:path extrusionOk="0" h="26569" w="24526">
                  <a:moveTo>
                    <a:pt x="1" y="1"/>
                  </a:moveTo>
                  <a:lnTo>
                    <a:pt x="1" y="4252"/>
                  </a:lnTo>
                  <a:lnTo>
                    <a:pt x="4783" y="9034"/>
                  </a:lnTo>
                  <a:lnTo>
                    <a:pt x="4783" y="4947"/>
                  </a:lnTo>
                  <a:lnTo>
                    <a:pt x="1" y="1"/>
                  </a:lnTo>
                  <a:close/>
                  <a:moveTo>
                    <a:pt x="5437" y="5601"/>
                  </a:moveTo>
                  <a:lnTo>
                    <a:pt x="5437" y="9688"/>
                  </a:lnTo>
                  <a:lnTo>
                    <a:pt x="21787" y="26038"/>
                  </a:lnTo>
                  <a:cubicBezTo>
                    <a:pt x="22155" y="26405"/>
                    <a:pt x="22482" y="26569"/>
                    <a:pt x="22809" y="26569"/>
                  </a:cubicBezTo>
                  <a:cubicBezTo>
                    <a:pt x="23340" y="26569"/>
                    <a:pt x="23667" y="26405"/>
                    <a:pt x="24035" y="26038"/>
                  </a:cubicBezTo>
                  <a:cubicBezTo>
                    <a:pt x="24525" y="25547"/>
                    <a:pt x="24525" y="24525"/>
                    <a:pt x="24035" y="23994"/>
                  </a:cubicBezTo>
                  <a:lnTo>
                    <a:pt x="5437" y="5601"/>
                  </a:ln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8"/>
            <p:cNvSpPr/>
            <p:nvPr/>
          </p:nvSpPr>
          <p:spPr>
            <a:xfrm>
              <a:off x="4894275" y="2748398"/>
              <a:ext cx="412684" cy="466009"/>
            </a:xfrm>
            <a:custGeom>
              <a:rect b="b" l="l" r="r" t="t"/>
              <a:pathLst>
                <a:path extrusionOk="0" h="19048" w="17046">
                  <a:moveTo>
                    <a:pt x="1" y="0"/>
                  </a:moveTo>
                  <a:lnTo>
                    <a:pt x="1" y="4088"/>
                  </a:lnTo>
                  <a:lnTo>
                    <a:pt x="4783" y="8993"/>
                  </a:lnTo>
                  <a:lnTo>
                    <a:pt x="4783" y="4742"/>
                  </a:lnTo>
                  <a:lnTo>
                    <a:pt x="1" y="0"/>
                  </a:lnTo>
                  <a:close/>
                  <a:moveTo>
                    <a:pt x="5437" y="5437"/>
                  </a:moveTo>
                  <a:lnTo>
                    <a:pt x="5437" y="9688"/>
                  </a:lnTo>
                  <a:lnTo>
                    <a:pt x="14470" y="18557"/>
                  </a:lnTo>
                  <a:cubicBezTo>
                    <a:pt x="14634" y="18884"/>
                    <a:pt x="15165" y="19048"/>
                    <a:pt x="15492" y="19048"/>
                  </a:cubicBezTo>
                  <a:cubicBezTo>
                    <a:pt x="15860" y="19048"/>
                    <a:pt x="16187" y="18884"/>
                    <a:pt x="16514" y="18557"/>
                  </a:cubicBezTo>
                  <a:cubicBezTo>
                    <a:pt x="17045" y="18026"/>
                    <a:pt x="17045" y="17004"/>
                    <a:pt x="16514" y="16514"/>
                  </a:cubicBezTo>
                  <a:lnTo>
                    <a:pt x="5437" y="5437"/>
                  </a:ln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8"/>
            <p:cNvSpPr/>
            <p:nvPr/>
          </p:nvSpPr>
          <p:spPr>
            <a:xfrm>
              <a:off x="7166298" y="1974105"/>
              <a:ext cx="481948" cy="382978"/>
            </a:xfrm>
            <a:custGeom>
              <a:rect b="b" l="l" r="r" t="t"/>
              <a:pathLst>
                <a:path extrusionOk="0" h="15819" w="19907">
                  <a:moveTo>
                    <a:pt x="1" y="0"/>
                  </a:moveTo>
                  <a:lnTo>
                    <a:pt x="3066" y="2698"/>
                  </a:lnTo>
                  <a:lnTo>
                    <a:pt x="7481" y="2698"/>
                  </a:lnTo>
                  <a:lnTo>
                    <a:pt x="4415" y="0"/>
                  </a:lnTo>
                  <a:close/>
                  <a:moveTo>
                    <a:pt x="3924" y="3393"/>
                  </a:moveTo>
                  <a:lnTo>
                    <a:pt x="17209" y="15491"/>
                  </a:lnTo>
                  <a:cubicBezTo>
                    <a:pt x="17536" y="15655"/>
                    <a:pt x="17863" y="15818"/>
                    <a:pt x="18230" y="15818"/>
                  </a:cubicBezTo>
                  <a:cubicBezTo>
                    <a:pt x="18557" y="15818"/>
                    <a:pt x="19089" y="15655"/>
                    <a:pt x="19252" y="15328"/>
                  </a:cubicBezTo>
                  <a:cubicBezTo>
                    <a:pt x="19906" y="14633"/>
                    <a:pt x="19743" y="13775"/>
                    <a:pt x="19252" y="13284"/>
                  </a:cubicBezTo>
                  <a:lnTo>
                    <a:pt x="8339" y="3393"/>
                  </a:ln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8"/>
            <p:cNvSpPr/>
            <p:nvPr/>
          </p:nvSpPr>
          <p:spPr>
            <a:xfrm>
              <a:off x="5554307" y="3643378"/>
              <a:ext cx="436434" cy="350021"/>
            </a:xfrm>
            <a:custGeom>
              <a:rect b="b" l="l" r="r" t="t"/>
              <a:pathLst>
                <a:path extrusionOk="0" h="14307" w="18027">
                  <a:moveTo>
                    <a:pt x="1677" y="1"/>
                  </a:moveTo>
                  <a:cubicBezTo>
                    <a:pt x="1186" y="1"/>
                    <a:pt x="859" y="205"/>
                    <a:pt x="491" y="532"/>
                  </a:cubicBezTo>
                  <a:cubicBezTo>
                    <a:pt x="1" y="1227"/>
                    <a:pt x="1" y="2044"/>
                    <a:pt x="655" y="2576"/>
                  </a:cubicBezTo>
                  <a:lnTo>
                    <a:pt x="9688" y="10914"/>
                  </a:lnTo>
                  <a:lnTo>
                    <a:pt x="14143" y="10914"/>
                  </a:lnTo>
                  <a:lnTo>
                    <a:pt x="2535" y="368"/>
                  </a:lnTo>
                  <a:cubicBezTo>
                    <a:pt x="2372" y="205"/>
                    <a:pt x="2045" y="1"/>
                    <a:pt x="1677" y="1"/>
                  </a:cubicBezTo>
                  <a:close/>
                  <a:moveTo>
                    <a:pt x="10546" y="11609"/>
                  </a:moveTo>
                  <a:lnTo>
                    <a:pt x="13612" y="14307"/>
                  </a:lnTo>
                  <a:lnTo>
                    <a:pt x="18026" y="14307"/>
                  </a:lnTo>
                  <a:lnTo>
                    <a:pt x="14961" y="11609"/>
                  </a:ln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9" name="Google Shape;1309;p8"/>
            <p:cNvSpPr/>
            <p:nvPr/>
          </p:nvSpPr>
          <p:spPr>
            <a:xfrm>
              <a:off x="5805654" y="3698376"/>
              <a:ext cx="375086" cy="295023"/>
            </a:xfrm>
            <a:custGeom>
              <a:rect b="b" l="l" r="r" t="t"/>
              <a:pathLst>
                <a:path extrusionOk="0" h="12059" w="15493">
                  <a:moveTo>
                    <a:pt x="1718" y="1"/>
                  </a:moveTo>
                  <a:cubicBezTo>
                    <a:pt x="1186" y="1"/>
                    <a:pt x="859" y="164"/>
                    <a:pt x="491" y="491"/>
                  </a:cubicBezTo>
                  <a:cubicBezTo>
                    <a:pt x="1" y="1186"/>
                    <a:pt x="1" y="2044"/>
                    <a:pt x="696" y="2535"/>
                  </a:cubicBezTo>
                  <a:lnTo>
                    <a:pt x="7317" y="8666"/>
                  </a:lnTo>
                  <a:lnTo>
                    <a:pt x="11732" y="8666"/>
                  </a:lnTo>
                  <a:lnTo>
                    <a:pt x="2535" y="328"/>
                  </a:lnTo>
                  <a:cubicBezTo>
                    <a:pt x="2372" y="164"/>
                    <a:pt x="2045" y="1"/>
                    <a:pt x="1718" y="1"/>
                  </a:cubicBezTo>
                  <a:close/>
                  <a:moveTo>
                    <a:pt x="8012" y="9361"/>
                  </a:moveTo>
                  <a:lnTo>
                    <a:pt x="11078" y="12059"/>
                  </a:lnTo>
                  <a:lnTo>
                    <a:pt x="15492" y="12059"/>
                  </a:lnTo>
                  <a:lnTo>
                    <a:pt x="12427" y="9361"/>
                  </a:ln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8"/>
            <p:cNvSpPr/>
            <p:nvPr/>
          </p:nvSpPr>
          <p:spPr>
            <a:xfrm>
              <a:off x="6980269" y="1974105"/>
              <a:ext cx="380000" cy="291924"/>
            </a:xfrm>
            <a:custGeom>
              <a:rect b="b" l="l" r="r" t="t"/>
              <a:pathLst>
                <a:path extrusionOk="0" h="12058" w="15696">
                  <a:moveTo>
                    <a:pt x="0" y="0"/>
                  </a:moveTo>
                  <a:lnTo>
                    <a:pt x="3066" y="2698"/>
                  </a:lnTo>
                  <a:lnTo>
                    <a:pt x="7521" y="2698"/>
                  </a:lnTo>
                  <a:lnTo>
                    <a:pt x="4456" y="0"/>
                  </a:lnTo>
                  <a:close/>
                  <a:moveTo>
                    <a:pt x="3761" y="3393"/>
                  </a:moveTo>
                  <a:lnTo>
                    <a:pt x="12957" y="11731"/>
                  </a:lnTo>
                  <a:cubicBezTo>
                    <a:pt x="13284" y="11894"/>
                    <a:pt x="13652" y="12058"/>
                    <a:pt x="13979" y="12058"/>
                  </a:cubicBezTo>
                  <a:cubicBezTo>
                    <a:pt x="14511" y="12058"/>
                    <a:pt x="14838" y="11894"/>
                    <a:pt x="15165" y="11567"/>
                  </a:cubicBezTo>
                  <a:cubicBezTo>
                    <a:pt x="15696" y="11036"/>
                    <a:pt x="15696" y="10014"/>
                    <a:pt x="15001" y="9524"/>
                  </a:cubicBezTo>
                  <a:lnTo>
                    <a:pt x="8175" y="3393"/>
                  </a:ln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8"/>
            <p:cNvSpPr/>
            <p:nvPr/>
          </p:nvSpPr>
          <p:spPr>
            <a:xfrm>
              <a:off x="7672965" y="2381801"/>
              <a:ext cx="598689" cy="585834"/>
            </a:xfrm>
            <a:custGeom>
              <a:rect b="b" l="l" r="r" t="t"/>
              <a:pathLst>
                <a:path extrusionOk="0" h="24198" w="24729">
                  <a:moveTo>
                    <a:pt x="1553" y="0"/>
                  </a:moveTo>
                  <a:cubicBezTo>
                    <a:pt x="1226" y="0"/>
                    <a:pt x="858" y="164"/>
                    <a:pt x="531" y="532"/>
                  </a:cubicBezTo>
                  <a:cubicBezTo>
                    <a:pt x="0" y="1022"/>
                    <a:pt x="0" y="2044"/>
                    <a:pt x="695" y="2575"/>
                  </a:cubicBezTo>
                  <a:lnTo>
                    <a:pt x="19088" y="19252"/>
                  </a:lnTo>
                  <a:lnTo>
                    <a:pt x="19088" y="15164"/>
                  </a:lnTo>
                  <a:lnTo>
                    <a:pt x="2575" y="327"/>
                  </a:lnTo>
                  <a:cubicBezTo>
                    <a:pt x="2412" y="0"/>
                    <a:pt x="1880" y="0"/>
                    <a:pt x="1553" y="0"/>
                  </a:cubicBezTo>
                  <a:close/>
                  <a:moveTo>
                    <a:pt x="19783" y="15859"/>
                  </a:moveTo>
                  <a:lnTo>
                    <a:pt x="19783" y="19742"/>
                  </a:lnTo>
                  <a:lnTo>
                    <a:pt x="24729" y="24198"/>
                  </a:lnTo>
                  <a:lnTo>
                    <a:pt x="24729" y="20274"/>
                  </a:lnTo>
                  <a:lnTo>
                    <a:pt x="19783" y="15859"/>
                  </a:ln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8"/>
            <p:cNvSpPr/>
            <p:nvPr/>
          </p:nvSpPr>
          <p:spPr>
            <a:xfrm>
              <a:off x="7508676" y="1974105"/>
              <a:ext cx="552206" cy="445319"/>
            </a:xfrm>
            <a:custGeom>
              <a:rect b="b" l="l" r="r" t="t"/>
              <a:pathLst>
                <a:path extrusionOk="0" h="18394" w="22809">
                  <a:moveTo>
                    <a:pt x="1" y="0"/>
                  </a:moveTo>
                  <a:lnTo>
                    <a:pt x="20070" y="18026"/>
                  </a:lnTo>
                  <a:cubicBezTo>
                    <a:pt x="20438" y="18393"/>
                    <a:pt x="20765" y="18393"/>
                    <a:pt x="21092" y="18393"/>
                  </a:cubicBezTo>
                  <a:cubicBezTo>
                    <a:pt x="21460" y="18393"/>
                    <a:pt x="21950" y="18189"/>
                    <a:pt x="22114" y="17862"/>
                  </a:cubicBezTo>
                  <a:cubicBezTo>
                    <a:pt x="22809" y="17372"/>
                    <a:pt x="22645" y="16350"/>
                    <a:pt x="22114" y="15818"/>
                  </a:cubicBezTo>
                  <a:lnTo>
                    <a:pt x="4415" y="0"/>
                  </a:ln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3" name="Google Shape;1313;p8"/>
            <p:cNvSpPr/>
            <p:nvPr/>
          </p:nvSpPr>
          <p:spPr>
            <a:xfrm>
              <a:off x="7887684" y="2092855"/>
              <a:ext cx="383971" cy="391887"/>
            </a:xfrm>
            <a:custGeom>
              <a:rect b="b" l="l" r="r" t="t"/>
              <a:pathLst>
                <a:path extrusionOk="0" h="16187" w="15860">
                  <a:moveTo>
                    <a:pt x="1717" y="0"/>
                  </a:moveTo>
                  <a:cubicBezTo>
                    <a:pt x="1186" y="0"/>
                    <a:pt x="859" y="204"/>
                    <a:pt x="532" y="531"/>
                  </a:cubicBezTo>
                  <a:cubicBezTo>
                    <a:pt x="1" y="1022"/>
                    <a:pt x="1" y="2044"/>
                    <a:pt x="696" y="2575"/>
                  </a:cubicBezTo>
                  <a:lnTo>
                    <a:pt x="15860" y="16186"/>
                  </a:lnTo>
                  <a:lnTo>
                    <a:pt x="15860" y="12467"/>
                  </a:lnTo>
                  <a:lnTo>
                    <a:pt x="15860" y="12262"/>
                  </a:lnTo>
                  <a:lnTo>
                    <a:pt x="2576" y="368"/>
                  </a:lnTo>
                  <a:cubicBezTo>
                    <a:pt x="2371" y="204"/>
                    <a:pt x="2044" y="0"/>
                    <a:pt x="1717" y="0"/>
                  </a:cubicBez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8"/>
            <p:cNvSpPr/>
            <p:nvPr/>
          </p:nvSpPr>
          <p:spPr>
            <a:xfrm>
              <a:off x="4894275" y="3443377"/>
              <a:ext cx="383995" cy="396015"/>
            </a:xfrm>
            <a:custGeom>
              <a:rect b="b" l="l" r="r" t="t"/>
              <a:pathLst>
                <a:path extrusionOk="0" h="16187" w="15861">
                  <a:moveTo>
                    <a:pt x="1" y="1"/>
                  </a:moveTo>
                  <a:lnTo>
                    <a:pt x="1" y="3925"/>
                  </a:lnTo>
                  <a:lnTo>
                    <a:pt x="13121" y="15860"/>
                  </a:lnTo>
                  <a:cubicBezTo>
                    <a:pt x="13448" y="16023"/>
                    <a:pt x="13816" y="16187"/>
                    <a:pt x="14143" y="16187"/>
                  </a:cubicBezTo>
                  <a:cubicBezTo>
                    <a:pt x="14470" y="16187"/>
                    <a:pt x="15002" y="16023"/>
                    <a:pt x="15165" y="15696"/>
                  </a:cubicBezTo>
                  <a:cubicBezTo>
                    <a:pt x="15860" y="15165"/>
                    <a:pt x="15656" y="14143"/>
                    <a:pt x="15165" y="13653"/>
                  </a:cubicBezTo>
                  <a:lnTo>
                    <a:pt x="1" y="1"/>
                  </a:ln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8"/>
            <p:cNvSpPr/>
            <p:nvPr/>
          </p:nvSpPr>
          <p:spPr>
            <a:xfrm>
              <a:off x="5105070" y="3510386"/>
              <a:ext cx="584841" cy="483012"/>
            </a:xfrm>
            <a:custGeom>
              <a:rect b="b" l="l" r="r" t="t"/>
              <a:pathLst>
                <a:path extrusionOk="0" h="19743" w="24157">
                  <a:moveTo>
                    <a:pt x="1676" y="0"/>
                  </a:moveTo>
                  <a:cubicBezTo>
                    <a:pt x="1185" y="0"/>
                    <a:pt x="818" y="164"/>
                    <a:pt x="491" y="532"/>
                  </a:cubicBezTo>
                  <a:cubicBezTo>
                    <a:pt x="0" y="1022"/>
                    <a:pt x="0" y="2044"/>
                    <a:pt x="654" y="2575"/>
                  </a:cubicBezTo>
                  <a:lnTo>
                    <a:pt x="19742" y="19743"/>
                  </a:lnTo>
                  <a:lnTo>
                    <a:pt x="24157" y="19743"/>
                  </a:lnTo>
                  <a:lnTo>
                    <a:pt x="2534" y="327"/>
                  </a:lnTo>
                  <a:cubicBezTo>
                    <a:pt x="2371" y="0"/>
                    <a:pt x="2044" y="0"/>
                    <a:pt x="1676" y="0"/>
                  </a:cubicBez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16" name="Google Shape;1316;p8"/>
          <p:cNvSpPr/>
          <p:nvPr/>
        </p:nvSpPr>
        <p:spPr>
          <a:xfrm>
            <a:off x="8758262" y="4834824"/>
            <a:ext cx="310724" cy="85288"/>
          </a:xfrm>
          <a:custGeom>
            <a:rect b="b" l="l" r="r" t="t"/>
            <a:pathLst>
              <a:path extrusionOk="0" h="3557" w="12959">
                <a:moveTo>
                  <a:pt x="1718" y="1"/>
                </a:moveTo>
                <a:cubicBezTo>
                  <a:pt x="859" y="1"/>
                  <a:pt x="1" y="859"/>
                  <a:pt x="1" y="1676"/>
                </a:cubicBezTo>
                <a:cubicBezTo>
                  <a:pt x="1" y="2698"/>
                  <a:pt x="859" y="3557"/>
                  <a:pt x="1718" y="3557"/>
                </a:cubicBezTo>
                <a:lnTo>
                  <a:pt x="11078" y="3557"/>
                </a:lnTo>
                <a:cubicBezTo>
                  <a:pt x="12100" y="3557"/>
                  <a:pt x="12958" y="2698"/>
                  <a:pt x="12958" y="1676"/>
                </a:cubicBezTo>
                <a:cubicBezTo>
                  <a:pt x="12958" y="859"/>
                  <a:pt x="12100" y="1"/>
                  <a:pt x="11078"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8"/>
          <p:cNvSpPr/>
          <p:nvPr/>
        </p:nvSpPr>
        <p:spPr>
          <a:xfrm>
            <a:off x="6435759" y="2001336"/>
            <a:ext cx="411000" cy="81300"/>
          </a:xfrm>
          <a:prstGeom prst="roundRect">
            <a:avLst>
              <a:gd fmla="val 50000" name="adj"/>
            </a:avLst>
          </a:prstGeom>
          <a:solidFill>
            <a:schemeClr val="accent3"/>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8"/>
          <p:cNvSpPr/>
          <p:nvPr/>
        </p:nvSpPr>
        <p:spPr>
          <a:xfrm>
            <a:off x="6506895" y="2017983"/>
            <a:ext cx="51526" cy="51573"/>
          </a:xfrm>
          <a:custGeom>
            <a:rect b="b" l="l" r="r" t="t"/>
            <a:pathLst>
              <a:path extrusionOk="0" h="1097" w="1096">
                <a:moveTo>
                  <a:pt x="548" y="144"/>
                </a:moveTo>
                <a:cubicBezTo>
                  <a:pt x="774" y="144"/>
                  <a:pt x="953" y="322"/>
                  <a:pt x="953" y="549"/>
                </a:cubicBezTo>
                <a:cubicBezTo>
                  <a:pt x="953" y="763"/>
                  <a:pt x="774" y="941"/>
                  <a:pt x="548" y="941"/>
                </a:cubicBezTo>
                <a:cubicBezTo>
                  <a:pt x="333" y="941"/>
                  <a:pt x="155" y="763"/>
                  <a:pt x="155" y="549"/>
                </a:cubicBezTo>
                <a:cubicBezTo>
                  <a:pt x="155" y="322"/>
                  <a:pt x="333" y="144"/>
                  <a:pt x="548" y="144"/>
                </a:cubicBezTo>
                <a:close/>
                <a:moveTo>
                  <a:pt x="548" y="1"/>
                </a:moveTo>
                <a:cubicBezTo>
                  <a:pt x="250" y="1"/>
                  <a:pt x="0" y="251"/>
                  <a:pt x="0" y="549"/>
                </a:cubicBezTo>
                <a:cubicBezTo>
                  <a:pt x="0" y="846"/>
                  <a:pt x="250" y="1096"/>
                  <a:pt x="548" y="1096"/>
                </a:cubicBezTo>
                <a:cubicBezTo>
                  <a:pt x="845" y="1096"/>
                  <a:pt x="1095" y="846"/>
                  <a:pt x="1095" y="549"/>
                </a:cubicBezTo>
                <a:cubicBezTo>
                  <a:pt x="1095" y="251"/>
                  <a:pt x="845" y="1"/>
                  <a:pt x="548" y="1"/>
                </a:cubicBezTo>
                <a:close/>
              </a:path>
            </a:pathLst>
          </a:cu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19" name="Google Shape;1319;p8"/>
          <p:cNvGrpSpPr/>
          <p:nvPr/>
        </p:nvGrpSpPr>
        <p:grpSpPr>
          <a:xfrm>
            <a:off x="5006039" y="4176003"/>
            <a:ext cx="1697226" cy="604018"/>
            <a:chOff x="-5302450" y="3084350"/>
            <a:chExt cx="1519450" cy="540750"/>
          </a:xfrm>
        </p:grpSpPr>
        <p:sp>
          <p:nvSpPr>
            <p:cNvPr id="1320" name="Google Shape;1320;p8"/>
            <p:cNvSpPr/>
            <p:nvPr/>
          </p:nvSpPr>
          <p:spPr>
            <a:xfrm>
              <a:off x="-4388300" y="3084350"/>
              <a:ext cx="584625" cy="269450"/>
            </a:xfrm>
            <a:custGeom>
              <a:rect b="b" l="l" r="r" t="t"/>
              <a:pathLst>
                <a:path extrusionOk="0" h="10778" w="23385">
                  <a:moveTo>
                    <a:pt x="4286" y="1"/>
                  </a:moveTo>
                  <a:cubicBezTo>
                    <a:pt x="3334" y="1"/>
                    <a:pt x="2281" y="326"/>
                    <a:pt x="1454" y="953"/>
                  </a:cubicBezTo>
                  <a:cubicBezTo>
                    <a:pt x="1028" y="1254"/>
                    <a:pt x="627" y="1680"/>
                    <a:pt x="402" y="2206"/>
                  </a:cubicBezTo>
                  <a:cubicBezTo>
                    <a:pt x="101" y="2732"/>
                    <a:pt x="1" y="3259"/>
                    <a:pt x="1" y="3885"/>
                  </a:cubicBezTo>
                  <a:cubicBezTo>
                    <a:pt x="1" y="4612"/>
                    <a:pt x="201" y="5339"/>
                    <a:pt x="527" y="6166"/>
                  </a:cubicBezTo>
                  <a:lnTo>
                    <a:pt x="2181" y="5339"/>
                  </a:lnTo>
                  <a:cubicBezTo>
                    <a:pt x="1981" y="4712"/>
                    <a:pt x="1880" y="4286"/>
                    <a:pt x="1880" y="3885"/>
                  </a:cubicBezTo>
                  <a:cubicBezTo>
                    <a:pt x="1880" y="3559"/>
                    <a:pt x="1880" y="3259"/>
                    <a:pt x="2081" y="3033"/>
                  </a:cubicBezTo>
                  <a:cubicBezTo>
                    <a:pt x="2181" y="2632"/>
                    <a:pt x="2507" y="2407"/>
                    <a:pt x="2908" y="2206"/>
                  </a:cubicBezTo>
                  <a:cubicBezTo>
                    <a:pt x="3334" y="1880"/>
                    <a:pt x="3860" y="1780"/>
                    <a:pt x="4286" y="1780"/>
                  </a:cubicBezTo>
                  <a:cubicBezTo>
                    <a:pt x="4788" y="1780"/>
                    <a:pt x="5214" y="1880"/>
                    <a:pt x="5540" y="2106"/>
                  </a:cubicBezTo>
                  <a:cubicBezTo>
                    <a:pt x="5640" y="2206"/>
                    <a:pt x="5740" y="2206"/>
                    <a:pt x="5941" y="2306"/>
                  </a:cubicBezTo>
                  <a:cubicBezTo>
                    <a:pt x="7194" y="2933"/>
                    <a:pt x="11379" y="5138"/>
                    <a:pt x="15139" y="7018"/>
                  </a:cubicBezTo>
                  <a:cubicBezTo>
                    <a:pt x="18998" y="8998"/>
                    <a:pt x="22557" y="10778"/>
                    <a:pt x="22557" y="10778"/>
                  </a:cubicBezTo>
                  <a:lnTo>
                    <a:pt x="23384" y="9098"/>
                  </a:lnTo>
                  <a:cubicBezTo>
                    <a:pt x="23384" y="9098"/>
                    <a:pt x="23184" y="8998"/>
                    <a:pt x="22758" y="8772"/>
                  </a:cubicBezTo>
                  <a:cubicBezTo>
                    <a:pt x="21078" y="7945"/>
                    <a:pt x="17119" y="5965"/>
                    <a:pt x="13459" y="4086"/>
                  </a:cubicBezTo>
                  <a:cubicBezTo>
                    <a:pt x="11680" y="3133"/>
                    <a:pt x="9926" y="2306"/>
                    <a:pt x="8672" y="1680"/>
                  </a:cubicBezTo>
                  <a:cubicBezTo>
                    <a:pt x="7920" y="1379"/>
                    <a:pt x="7419" y="1053"/>
                    <a:pt x="7093" y="853"/>
                  </a:cubicBezTo>
                  <a:cubicBezTo>
                    <a:pt x="6893" y="752"/>
                    <a:pt x="6667" y="627"/>
                    <a:pt x="6567" y="627"/>
                  </a:cubicBezTo>
                  <a:cubicBezTo>
                    <a:pt x="6567" y="527"/>
                    <a:pt x="6467" y="527"/>
                    <a:pt x="6467" y="527"/>
                  </a:cubicBezTo>
                  <a:cubicBezTo>
                    <a:pt x="5840" y="126"/>
                    <a:pt x="5013" y="1"/>
                    <a:pt x="4286" y="1"/>
                  </a:cubicBezTo>
                  <a:close/>
                </a:path>
              </a:pathLst>
            </a:cu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8"/>
            <p:cNvSpPr/>
            <p:nvPr/>
          </p:nvSpPr>
          <p:spPr>
            <a:xfrm>
              <a:off x="-5302450" y="3142000"/>
              <a:ext cx="509425" cy="211800"/>
            </a:xfrm>
            <a:custGeom>
              <a:rect b="b" l="l" r="r" t="t"/>
              <a:pathLst>
                <a:path extrusionOk="0" h="8472" w="20377">
                  <a:moveTo>
                    <a:pt x="4286" y="0"/>
                  </a:moveTo>
                  <a:cubicBezTo>
                    <a:pt x="3358" y="0"/>
                    <a:pt x="2306" y="326"/>
                    <a:pt x="1479" y="953"/>
                  </a:cubicBezTo>
                  <a:cubicBezTo>
                    <a:pt x="1053" y="1253"/>
                    <a:pt x="627" y="1679"/>
                    <a:pt x="426" y="2206"/>
                  </a:cubicBezTo>
                  <a:cubicBezTo>
                    <a:pt x="125" y="2707"/>
                    <a:pt x="0" y="3233"/>
                    <a:pt x="0" y="3860"/>
                  </a:cubicBezTo>
                  <a:cubicBezTo>
                    <a:pt x="0" y="4587"/>
                    <a:pt x="226" y="5339"/>
                    <a:pt x="526" y="6166"/>
                  </a:cubicBezTo>
                  <a:lnTo>
                    <a:pt x="2206" y="5339"/>
                  </a:lnTo>
                  <a:cubicBezTo>
                    <a:pt x="2005" y="4812"/>
                    <a:pt x="1880" y="4286"/>
                    <a:pt x="1880" y="3860"/>
                  </a:cubicBezTo>
                  <a:cubicBezTo>
                    <a:pt x="1880" y="3559"/>
                    <a:pt x="2005" y="3233"/>
                    <a:pt x="2105" y="3033"/>
                  </a:cubicBezTo>
                  <a:cubicBezTo>
                    <a:pt x="2206" y="2707"/>
                    <a:pt x="2506" y="2406"/>
                    <a:pt x="2932" y="2206"/>
                  </a:cubicBezTo>
                  <a:cubicBezTo>
                    <a:pt x="3358" y="1980"/>
                    <a:pt x="3885" y="1880"/>
                    <a:pt x="4286" y="1880"/>
                  </a:cubicBezTo>
                  <a:cubicBezTo>
                    <a:pt x="4812" y="1880"/>
                    <a:pt x="5238" y="1980"/>
                    <a:pt x="5539" y="2081"/>
                  </a:cubicBezTo>
                  <a:lnTo>
                    <a:pt x="5539" y="2206"/>
                  </a:lnTo>
                  <a:cubicBezTo>
                    <a:pt x="5639" y="2206"/>
                    <a:pt x="5764" y="2306"/>
                    <a:pt x="5865" y="2306"/>
                  </a:cubicBezTo>
                  <a:cubicBezTo>
                    <a:pt x="6491" y="2607"/>
                    <a:pt x="7519" y="3133"/>
                    <a:pt x="8897" y="3760"/>
                  </a:cubicBezTo>
                  <a:cubicBezTo>
                    <a:pt x="13058" y="5639"/>
                    <a:pt x="19649" y="8472"/>
                    <a:pt x="19649" y="8472"/>
                  </a:cubicBezTo>
                  <a:lnTo>
                    <a:pt x="20376" y="6792"/>
                  </a:lnTo>
                  <a:cubicBezTo>
                    <a:pt x="20376" y="6792"/>
                    <a:pt x="20176" y="6692"/>
                    <a:pt x="19750" y="6592"/>
                  </a:cubicBezTo>
                  <a:cubicBezTo>
                    <a:pt x="18496" y="5965"/>
                    <a:pt x="15163" y="4487"/>
                    <a:pt x="12231" y="3133"/>
                  </a:cubicBezTo>
                  <a:cubicBezTo>
                    <a:pt x="10777" y="2507"/>
                    <a:pt x="9298" y="1880"/>
                    <a:pt x="8271" y="1354"/>
                  </a:cubicBezTo>
                  <a:cubicBezTo>
                    <a:pt x="7744" y="1153"/>
                    <a:pt x="7218" y="953"/>
                    <a:pt x="6892" y="727"/>
                  </a:cubicBezTo>
                  <a:cubicBezTo>
                    <a:pt x="6792" y="727"/>
                    <a:pt x="6692" y="627"/>
                    <a:pt x="6592" y="627"/>
                  </a:cubicBezTo>
                  <a:lnTo>
                    <a:pt x="6491" y="527"/>
                  </a:lnTo>
                  <a:cubicBezTo>
                    <a:pt x="5865" y="101"/>
                    <a:pt x="5138" y="0"/>
                    <a:pt x="4286" y="0"/>
                  </a:cubicBezTo>
                  <a:close/>
                </a:path>
              </a:pathLst>
            </a:cu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2" name="Google Shape;1322;p8"/>
            <p:cNvSpPr/>
            <p:nvPr/>
          </p:nvSpPr>
          <p:spPr>
            <a:xfrm>
              <a:off x="-4832525" y="3193825"/>
              <a:ext cx="451775" cy="409275"/>
            </a:xfrm>
            <a:custGeom>
              <a:rect b="b" l="l" r="r" t="t"/>
              <a:pathLst>
                <a:path extrusionOk="0" h="16371" w="18071">
                  <a:moveTo>
                    <a:pt x="9043" y="0"/>
                  </a:moveTo>
                  <a:cubicBezTo>
                    <a:pt x="8405" y="0"/>
                    <a:pt x="7759" y="76"/>
                    <a:pt x="7118" y="233"/>
                  </a:cubicBezTo>
                  <a:cubicBezTo>
                    <a:pt x="2732" y="1386"/>
                    <a:pt x="0" y="5872"/>
                    <a:pt x="1153" y="10258"/>
                  </a:cubicBezTo>
                  <a:cubicBezTo>
                    <a:pt x="2121" y="13942"/>
                    <a:pt x="5371" y="16371"/>
                    <a:pt x="8985" y="16371"/>
                  </a:cubicBezTo>
                  <a:cubicBezTo>
                    <a:pt x="9674" y="16371"/>
                    <a:pt x="10376" y="16282"/>
                    <a:pt x="11078" y="16098"/>
                  </a:cubicBezTo>
                  <a:cubicBezTo>
                    <a:pt x="15464" y="14945"/>
                    <a:pt x="18070" y="10559"/>
                    <a:pt x="17043" y="6173"/>
                  </a:cubicBezTo>
                  <a:cubicBezTo>
                    <a:pt x="16062" y="2443"/>
                    <a:pt x="12671" y="0"/>
                    <a:pt x="9043" y="0"/>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8"/>
            <p:cNvSpPr/>
            <p:nvPr/>
          </p:nvSpPr>
          <p:spPr>
            <a:xfrm>
              <a:off x="-4803700" y="3447750"/>
              <a:ext cx="25" cy="2550"/>
            </a:xfrm>
            <a:custGeom>
              <a:rect b="b" l="l" r="r" t="t"/>
              <a:pathLst>
                <a:path extrusionOk="0" h="102" w="1">
                  <a:moveTo>
                    <a:pt x="0" y="1"/>
                  </a:moveTo>
                  <a:lnTo>
                    <a:pt x="0" y="101"/>
                  </a:lnTo>
                  <a:lnTo>
                    <a:pt x="0" y="1"/>
                  </a:lnTo>
                  <a:close/>
                  <a:moveTo>
                    <a:pt x="0" y="1"/>
                  </a:moveTo>
                  <a:lnTo>
                    <a:pt x="0"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4" name="Google Shape;1324;p8"/>
            <p:cNvSpPr/>
            <p:nvPr/>
          </p:nvSpPr>
          <p:spPr>
            <a:xfrm>
              <a:off x="-4808725" y="3197125"/>
              <a:ext cx="287000" cy="284500"/>
            </a:xfrm>
            <a:custGeom>
              <a:rect b="b" l="l" r="r" t="t"/>
              <a:pathLst>
                <a:path extrusionOk="0" h="11380" w="11480">
                  <a:moveTo>
                    <a:pt x="9299" y="1"/>
                  </a:moveTo>
                  <a:lnTo>
                    <a:pt x="1" y="9274"/>
                  </a:lnTo>
                  <a:cubicBezTo>
                    <a:pt x="101" y="9500"/>
                    <a:pt x="101" y="9800"/>
                    <a:pt x="201" y="10026"/>
                  </a:cubicBezTo>
                  <a:lnTo>
                    <a:pt x="201" y="10126"/>
                  </a:lnTo>
                  <a:cubicBezTo>
                    <a:pt x="301" y="10527"/>
                    <a:pt x="527" y="10953"/>
                    <a:pt x="627" y="11379"/>
                  </a:cubicBezTo>
                  <a:cubicBezTo>
                    <a:pt x="4286" y="7720"/>
                    <a:pt x="7820" y="4161"/>
                    <a:pt x="11479" y="627"/>
                  </a:cubicBezTo>
                  <a:cubicBezTo>
                    <a:pt x="10752" y="302"/>
                    <a:pt x="10026" y="101"/>
                    <a:pt x="9299"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8"/>
            <p:cNvSpPr/>
            <p:nvPr/>
          </p:nvSpPr>
          <p:spPr>
            <a:xfrm>
              <a:off x="-4777400" y="3228450"/>
              <a:ext cx="352150" cy="349650"/>
            </a:xfrm>
            <a:custGeom>
              <a:rect b="b" l="l" r="r" t="t"/>
              <a:pathLst>
                <a:path extrusionOk="0" h="13986" w="14086">
                  <a:moveTo>
                    <a:pt x="11279" y="1"/>
                  </a:moveTo>
                  <a:lnTo>
                    <a:pt x="1" y="11279"/>
                  </a:lnTo>
                  <a:cubicBezTo>
                    <a:pt x="828" y="12407"/>
                    <a:pt x="1880" y="13359"/>
                    <a:pt x="3033" y="13986"/>
                  </a:cubicBezTo>
                  <a:lnTo>
                    <a:pt x="14086" y="3008"/>
                  </a:lnTo>
                  <a:cubicBezTo>
                    <a:pt x="13459" y="1755"/>
                    <a:pt x="12532" y="728"/>
                    <a:pt x="11279"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8"/>
            <p:cNvSpPr/>
            <p:nvPr/>
          </p:nvSpPr>
          <p:spPr>
            <a:xfrm>
              <a:off x="-4237300" y="3179650"/>
              <a:ext cx="451800" cy="409300"/>
            </a:xfrm>
            <a:custGeom>
              <a:rect b="b" l="l" r="r" t="t"/>
              <a:pathLst>
                <a:path extrusionOk="0" h="16372" w="18072">
                  <a:moveTo>
                    <a:pt x="9118" y="1"/>
                  </a:moveTo>
                  <a:cubicBezTo>
                    <a:pt x="8425" y="1"/>
                    <a:pt x="7720" y="89"/>
                    <a:pt x="7018" y="274"/>
                  </a:cubicBezTo>
                  <a:cubicBezTo>
                    <a:pt x="2632" y="1427"/>
                    <a:pt x="1" y="5813"/>
                    <a:pt x="1154" y="10199"/>
                  </a:cubicBezTo>
                  <a:cubicBezTo>
                    <a:pt x="2049" y="13929"/>
                    <a:pt x="5427" y="16372"/>
                    <a:pt x="9115" y="16372"/>
                  </a:cubicBezTo>
                  <a:cubicBezTo>
                    <a:pt x="9764" y="16372"/>
                    <a:pt x="10422" y="16296"/>
                    <a:pt x="11079" y="16138"/>
                  </a:cubicBezTo>
                  <a:cubicBezTo>
                    <a:pt x="15465" y="14986"/>
                    <a:pt x="18071" y="10499"/>
                    <a:pt x="16918" y="6113"/>
                  </a:cubicBezTo>
                  <a:cubicBezTo>
                    <a:pt x="16055" y="2430"/>
                    <a:pt x="12752" y="1"/>
                    <a:pt x="9118" y="1"/>
                  </a:cubicBezTo>
                  <a:close/>
                </a:path>
              </a:pathLst>
            </a:cu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7" name="Google Shape;1327;p8"/>
            <p:cNvSpPr/>
            <p:nvPr/>
          </p:nvSpPr>
          <p:spPr>
            <a:xfrm>
              <a:off x="-4832525" y="3170825"/>
              <a:ext cx="454275" cy="454275"/>
            </a:xfrm>
            <a:custGeom>
              <a:rect b="b" l="l" r="r" t="t"/>
              <a:pathLst>
                <a:path extrusionOk="0" h="18171" w="18171">
                  <a:moveTo>
                    <a:pt x="9098" y="1880"/>
                  </a:moveTo>
                  <a:cubicBezTo>
                    <a:pt x="10652" y="1880"/>
                    <a:pt x="12231" y="2406"/>
                    <a:pt x="13484" y="3334"/>
                  </a:cubicBezTo>
                  <a:cubicBezTo>
                    <a:pt x="14737" y="4286"/>
                    <a:pt x="15664" y="5639"/>
                    <a:pt x="16090" y="7319"/>
                  </a:cubicBezTo>
                  <a:cubicBezTo>
                    <a:pt x="16291" y="7945"/>
                    <a:pt x="16291" y="8572"/>
                    <a:pt x="16291" y="9073"/>
                  </a:cubicBezTo>
                  <a:cubicBezTo>
                    <a:pt x="16291" y="10752"/>
                    <a:pt x="15790" y="12331"/>
                    <a:pt x="14837" y="13459"/>
                  </a:cubicBezTo>
                  <a:cubicBezTo>
                    <a:pt x="13910" y="14712"/>
                    <a:pt x="12532" y="15664"/>
                    <a:pt x="10877" y="16090"/>
                  </a:cubicBezTo>
                  <a:cubicBezTo>
                    <a:pt x="10251" y="16291"/>
                    <a:pt x="9724" y="16391"/>
                    <a:pt x="9098" y="16391"/>
                  </a:cubicBezTo>
                  <a:cubicBezTo>
                    <a:pt x="7419" y="16391"/>
                    <a:pt x="5965" y="15765"/>
                    <a:pt x="4712" y="14837"/>
                  </a:cubicBezTo>
                  <a:cubicBezTo>
                    <a:pt x="3459" y="13885"/>
                    <a:pt x="2506" y="12532"/>
                    <a:pt x="2105" y="10852"/>
                  </a:cubicBezTo>
                  <a:cubicBezTo>
                    <a:pt x="1880" y="10326"/>
                    <a:pt x="1880" y="9699"/>
                    <a:pt x="1880" y="9073"/>
                  </a:cubicBezTo>
                  <a:cubicBezTo>
                    <a:pt x="1880" y="7519"/>
                    <a:pt x="2406" y="5940"/>
                    <a:pt x="3359" y="4687"/>
                  </a:cubicBezTo>
                  <a:cubicBezTo>
                    <a:pt x="4286" y="3434"/>
                    <a:pt x="5639" y="2506"/>
                    <a:pt x="7318" y="2080"/>
                  </a:cubicBezTo>
                  <a:cubicBezTo>
                    <a:pt x="7945" y="1980"/>
                    <a:pt x="8471" y="1880"/>
                    <a:pt x="9098" y="1880"/>
                  </a:cubicBezTo>
                  <a:close/>
                  <a:moveTo>
                    <a:pt x="9098" y="0"/>
                  </a:moveTo>
                  <a:cubicBezTo>
                    <a:pt x="8371" y="0"/>
                    <a:pt x="7644" y="100"/>
                    <a:pt x="6792" y="301"/>
                  </a:cubicBezTo>
                  <a:cubicBezTo>
                    <a:pt x="4812" y="827"/>
                    <a:pt x="3033" y="1980"/>
                    <a:pt x="1880" y="3559"/>
                  </a:cubicBezTo>
                  <a:cubicBezTo>
                    <a:pt x="627" y="5113"/>
                    <a:pt x="0" y="7093"/>
                    <a:pt x="0" y="9073"/>
                  </a:cubicBezTo>
                  <a:cubicBezTo>
                    <a:pt x="0" y="9825"/>
                    <a:pt x="125" y="10652"/>
                    <a:pt x="326" y="11379"/>
                  </a:cubicBezTo>
                  <a:cubicBezTo>
                    <a:pt x="852" y="13359"/>
                    <a:pt x="2005" y="15138"/>
                    <a:pt x="3559" y="16291"/>
                  </a:cubicBezTo>
                  <a:cubicBezTo>
                    <a:pt x="5138" y="17544"/>
                    <a:pt x="7018" y="18171"/>
                    <a:pt x="9098" y="18171"/>
                  </a:cubicBezTo>
                  <a:cubicBezTo>
                    <a:pt x="9825" y="18171"/>
                    <a:pt x="10552" y="18070"/>
                    <a:pt x="11404" y="17970"/>
                  </a:cubicBezTo>
                  <a:cubicBezTo>
                    <a:pt x="13384" y="17444"/>
                    <a:pt x="15163" y="16191"/>
                    <a:pt x="16291" y="14612"/>
                  </a:cubicBezTo>
                  <a:cubicBezTo>
                    <a:pt x="17544" y="13058"/>
                    <a:pt x="18171" y="11178"/>
                    <a:pt x="18171" y="9073"/>
                  </a:cubicBezTo>
                  <a:cubicBezTo>
                    <a:pt x="18171" y="8346"/>
                    <a:pt x="18070" y="7619"/>
                    <a:pt x="17870" y="6892"/>
                  </a:cubicBezTo>
                  <a:cubicBezTo>
                    <a:pt x="17344" y="4812"/>
                    <a:pt x="16191" y="3133"/>
                    <a:pt x="14637" y="1880"/>
                  </a:cubicBezTo>
                  <a:cubicBezTo>
                    <a:pt x="13058" y="727"/>
                    <a:pt x="11078" y="0"/>
                    <a:pt x="9098" y="0"/>
                  </a:cubicBezTo>
                  <a:close/>
                </a:path>
              </a:pathLst>
            </a:cu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8" name="Google Shape;1328;p8"/>
            <p:cNvSpPr/>
            <p:nvPr/>
          </p:nvSpPr>
          <p:spPr>
            <a:xfrm>
              <a:off x="-4208475" y="3434600"/>
              <a:ext cx="5675" cy="18200"/>
            </a:xfrm>
            <a:custGeom>
              <a:rect b="b" l="l" r="r" t="t"/>
              <a:pathLst>
                <a:path extrusionOk="0" h="728" w="227">
                  <a:moveTo>
                    <a:pt x="226" y="727"/>
                  </a:moveTo>
                  <a:lnTo>
                    <a:pt x="226" y="727"/>
                  </a:lnTo>
                  <a:lnTo>
                    <a:pt x="226" y="727"/>
                  </a:lnTo>
                  <a:close/>
                  <a:moveTo>
                    <a:pt x="226" y="727"/>
                  </a:moveTo>
                  <a:lnTo>
                    <a:pt x="226" y="727"/>
                  </a:lnTo>
                  <a:lnTo>
                    <a:pt x="226" y="727"/>
                  </a:lnTo>
                  <a:close/>
                  <a:moveTo>
                    <a:pt x="226" y="727"/>
                  </a:moveTo>
                  <a:lnTo>
                    <a:pt x="226" y="727"/>
                  </a:lnTo>
                  <a:lnTo>
                    <a:pt x="226" y="727"/>
                  </a:lnTo>
                  <a:close/>
                  <a:moveTo>
                    <a:pt x="226" y="727"/>
                  </a:moveTo>
                  <a:lnTo>
                    <a:pt x="226" y="727"/>
                  </a:lnTo>
                  <a:lnTo>
                    <a:pt x="226" y="727"/>
                  </a:lnTo>
                  <a:close/>
                  <a:moveTo>
                    <a:pt x="226" y="627"/>
                  </a:moveTo>
                  <a:lnTo>
                    <a:pt x="226" y="627"/>
                  </a:lnTo>
                  <a:lnTo>
                    <a:pt x="226" y="627"/>
                  </a:lnTo>
                  <a:close/>
                  <a:moveTo>
                    <a:pt x="226" y="627"/>
                  </a:moveTo>
                  <a:lnTo>
                    <a:pt x="226" y="627"/>
                  </a:lnTo>
                  <a:lnTo>
                    <a:pt x="226" y="627"/>
                  </a:lnTo>
                  <a:close/>
                  <a:moveTo>
                    <a:pt x="226" y="627"/>
                  </a:moveTo>
                  <a:lnTo>
                    <a:pt x="226" y="627"/>
                  </a:lnTo>
                  <a:lnTo>
                    <a:pt x="226" y="627"/>
                  </a:lnTo>
                  <a:close/>
                  <a:moveTo>
                    <a:pt x="101" y="627"/>
                  </a:moveTo>
                  <a:lnTo>
                    <a:pt x="226" y="627"/>
                  </a:lnTo>
                  <a:lnTo>
                    <a:pt x="101" y="627"/>
                  </a:lnTo>
                  <a:close/>
                  <a:moveTo>
                    <a:pt x="101" y="627"/>
                  </a:moveTo>
                  <a:lnTo>
                    <a:pt x="101" y="627"/>
                  </a:lnTo>
                  <a:lnTo>
                    <a:pt x="101" y="627"/>
                  </a:lnTo>
                  <a:close/>
                  <a:moveTo>
                    <a:pt x="1" y="101"/>
                  </a:moveTo>
                  <a:cubicBezTo>
                    <a:pt x="1" y="301"/>
                    <a:pt x="101" y="402"/>
                    <a:pt x="101" y="627"/>
                  </a:cubicBezTo>
                  <a:cubicBezTo>
                    <a:pt x="101" y="402"/>
                    <a:pt x="1" y="301"/>
                    <a:pt x="1" y="101"/>
                  </a:cubicBezTo>
                  <a:close/>
                  <a:moveTo>
                    <a:pt x="1" y="101"/>
                  </a:moveTo>
                  <a:lnTo>
                    <a:pt x="1" y="101"/>
                  </a:lnTo>
                  <a:lnTo>
                    <a:pt x="1" y="101"/>
                  </a:lnTo>
                  <a:close/>
                  <a:moveTo>
                    <a:pt x="1" y="101"/>
                  </a:moveTo>
                  <a:lnTo>
                    <a:pt x="1" y="101"/>
                  </a:lnTo>
                  <a:lnTo>
                    <a:pt x="1" y="101"/>
                  </a:lnTo>
                  <a:close/>
                  <a:moveTo>
                    <a:pt x="1" y="101"/>
                  </a:moveTo>
                  <a:lnTo>
                    <a:pt x="1" y="101"/>
                  </a:lnTo>
                  <a:lnTo>
                    <a:pt x="1" y="101"/>
                  </a:lnTo>
                  <a:close/>
                  <a:moveTo>
                    <a:pt x="1" y="1"/>
                  </a:moveTo>
                  <a:lnTo>
                    <a:pt x="1" y="1"/>
                  </a:lnTo>
                  <a:lnTo>
                    <a:pt x="1" y="1"/>
                  </a:lnTo>
                  <a:close/>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9" name="Google Shape;1329;p8"/>
            <p:cNvSpPr/>
            <p:nvPr/>
          </p:nvSpPr>
          <p:spPr>
            <a:xfrm>
              <a:off x="-4210975" y="3183975"/>
              <a:ext cx="308300" cy="307675"/>
            </a:xfrm>
            <a:custGeom>
              <a:rect b="b" l="l" r="r" t="t"/>
              <a:pathLst>
                <a:path extrusionOk="0" h="12307" w="12332">
                  <a:moveTo>
                    <a:pt x="9499" y="0"/>
                  </a:moveTo>
                  <a:cubicBezTo>
                    <a:pt x="6266" y="3133"/>
                    <a:pt x="3133" y="6366"/>
                    <a:pt x="0" y="9499"/>
                  </a:cubicBezTo>
                  <a:cubicBezTo>
                    <a:pt x="0" y="9700"/>
                    <a:pt x="0" y="9800"/>
                    <a:pt x="101" y="10026"/>
                  </a:cubicBezTo>
                  <a:lnTo>
                    <a:pt x="101" y="10126"/>
                  </a:lnTo>
                  <a:cubicBezTo>
                    <a:pt x="101" y="10326"/>
                    <a:pt x="201" y="10427"/>
                    <a:pt x="201" y="10652"/>
                  </a:cubicBezTo>
                  <a:lnTo>
                    <a:pt x="326" y="10652"/>
                  </a:lnTo>
                  <a:lnTo>
                    <a:pt x="326" y="10752"/>
                  </a:lnTo>
                  <a:cubicBezTo>
                    <a:pt x="527" y="11279"/>
                    <a:pt x="727" y="11805"/>
                    <a:pt x="1053" y="12306"/>
                  </a:cubicBezTo>
                  <a:lnTo>
                    <a:pt x="12331" y="1028"/>
                  </a:lnTo>
                  <a:cubicBezTo>
                    <a:pt x="11379" y="527"/>
                    <a:pt x="10452" y="201"/>
                    <a:pt x="9499" y="0"/>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0" name="Google Shape;1330;p8"/>
            <p:cNvSpPr/>
            <p:nvPr/>
          </p:nvSpPr>
          <p:spPr>
            <a:xfrm>
              <a:off x="-4166500" y="3228450"/>
              <a:ext cx="331500" cy="331500"/>
            </a:xfrm>
            <a:custGeom>
              <a:rect b="b" l="l" r="r" t="t"/>
              <a:pathLst>
                <a:path extrusionOk="0" h="13260" w="13260">
                  <a:moveTo>
                    <a:pt x="11480" y="1"/>
                  </a:moveTo>
                  <a:lnTo>
                    <a:pt x="1" y="11480"/>
                  </a:lnTo>
                  <a:cubicBezTo>
                    <a:pt x="627" y="12207"/>
                    <a:pt x="1254" y="12733"/>
                    <a:pt x="1981" y="13259"/>
                  </a:cubicBezTo>
                  <a:lnTo>
                    <a:pt x="13259" y="1981"/>
                  </a:lnTo>
                  <a:cubicBezTo>
                    <a:pt x="12733" y="1254"/>
                    <a:pt x="12206" y="628"/>
                    <a:pt x="11480" y="1"/>
                  </a:cubicBezTo>
                  <a:close/>
                </a:path>
              </a:pathLst>
            </a:cu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8"/>
            <p:cNvSpPr/>
            <p:nvPr/>
          </p:nvSpPr>
          <p:spPr>
            <a:xfrm>
              <a:off x="-4239800" y="3157650"/>
              <a:ext cx="456800" cy="454300"/>
            </a:xfrm>
            <a:custGeom>
              <a:rect b="b" l="l" r="r" t="t"/>
              <a:pathLst>
                <a:path extrusionOk="0" h="18172" w="18272">
                  <a:moveTo>
                    <a:pt x="9199" y="1780"/>
                  </a:moveTo>
                  <a:cubicBezTo>
                    <a:pt x="10752" y="1780"/>
                    <a:pt x="12331" y="2407"/>
                    <a:pt x="13585" y="3334"/>
                  </a:cubicBezTo>
                  <a:cubicBezTo>
                    <a:pt x="14838" y="4287"/>
                    <a:pt x="15765" y="5640"/>
                    <a:pt x="16191" y="7319"/>
                  </a:cubicBezTo>
                  <a:cubicBezTo>
                    <a:pt x="16291" y="7846"/>
                    <a:pt x="16392" y="8472"/>
                    <a:pt x="16392" y="9099"/>
                  </a:cubicBezTo>
                  <a:cubicBezTo>
                    <a:pt x="16392" y="10653"/>
                    <a:pt x="15890" y="12232"/>
                    <a:pt x="14938" y="13485"/>
                  </a:cubicBezTo>
                  <a:cubicBezTo>
                    <a:pt x="13885" y="14738"/>
                    <a:pt x="12532" y="15665"/>
                    <a:pt x="10978" y="16091"/>
                  </a:cubicBezTo>
                  <a:cubicBezTo>
                    <a:pt x="10351" y="16191"/>
                    <a:pt x="9725" y="16292"/>
                    <a:pt x="9199" y="16292"/>
                  </a:cubicBezTo>
                  <a:cubicBezTo>
                    <a:pt x="7519" y="16292"/>
                    <a:pt x="5965" y="15765"/>
                    <a:pt x="4712" y="14838"/>
                  </a:cubicBezTo>
                  <a:cubicBezTo>
                    <a:pt x="3459" y="13886"/>
                    <a:pt x="2507" y="12532"/>
                    <a:pt x="2106" y="10853"/>
                  </a:cubicBezTo>
                  <a:cubicBezTo>
                    <a:pt x="1980" y="10226"/>
                    <a:pt x="1880" y="9600"/>
                    <a:pt x="1880" y="9099"/>
                  </a:cubicBezTo>
                  <a:cubicBezTo>
                    <a:pt x="1880" y="7419"/>
                    <a:pt x="2407" y="5840"/>
                    <a:pt x="3459" y="4587"/>
                  </a:cubicBezTo>
                  <a:cubicBezTo>
                    <a:pt x="4387" y="3460"/>
                    <a:pt x="5740" y="2507"/>
                    <a:pt x="7319" y="1981"/>
                  </a:cubicBezTo>
                  <a:cubicBezTo>
                    <a:pt x="7945" y="1881"/>
                    <a:pt x="8572" y="1780"/>
                    <a:pt x="9199" y="1780"/>
                  </a:cubicBezTo>
                  <a:close/>
                  <a:moveTo>
                    <a:pt x="9199" y="1"/>
                  </a:moveTo>
                  <a:cubicBezTo>
                    <a:pt x="8372" y="1"/>
                    <a:pt x="7620" y="1"/>
                    <a:pt x="6893" y="201"/>
                  </a:cubicBezTo>
                  <a:cubicBezTo>
                    <a:pt x="4813" y="728"/>
                    <a:pt x="3133" y="1981"/>
                    <a:pt x="1880" y="3560"/>
                  </a:cubicBezTo>
                  <a:cubicBezTo>
                    <a:pt x="727" y="5114"/>
                    <a:pt x="1" y="6993"/>
                    <a:pt x="1" y="9099"/>
                  </a:cubicBezTo>
                  <a:cubicBezTo>
                    <a:pt x="1" y="9825"/>
                    <a:pt x="101" y="10552"/>
                    <a:pt x="326" y="11279"/>
                  </a:cubicBezTo>
                  <a:cubicBezTo>
                    <a:pt x="853" y="13359"/>
                    <a:pt x="2106" y="15039"/>
                    <a:pt x="3660" y="16292"/>
                  </a:cubicBezTo>
                  <a:cubicBezTo>
                    <a:pt x="5239" y="17445"/>
                    <a:pt x="7118" y="18171"/>
                    <a:pt x="9199" y="18171"/>
                  </a:cubicBezTo>
                  <a:cubicBezTo>
                    <a:pt x="9925" y="18171"/>
                    <a:pt x="10652" y="18071"/>
                    <a:pt x="11379" y="17871"/>
                  </a:cubicBezTo>
                  <a:cubicBezTo>
                    <a:pt x="13484" y="17344"/>
                    <a:pt x="15138" y="16191"/>
                    <a:pt x="16392" y="14612"/>
                  </a:cubicBezTo>
                  <a:cubicBezTo>
                    <a:pt x="17544" y="13059"/>
                    <a:pt x="18271" y="11079"/>
                    <a:pt x="18271" y="9099"/>
                  </a:cubicBezTo>
                  <a:cubicBezTo>
                    <a:pt x="18271" y="8347"/>
                    <a:pt x="18171" y="7520"/>
                    <a:pt x="17971" y="6793"/>
                  </a:cubicBezTo>
                  <a:cubicBezTo>
                    <a:pt x="17444" y="4713"/>
                    <a:pt x="16291" y="3033"/>
                    <a:pt x="14737" y="1881"/>
                  </a:cubicBezTo>
                  <a:cubicBezTo>
                    <a:pt x="13159" y="627"/>
                    <a:pt x="11179" y="1"/>
                    <a:pt x="9199" y="1"/>
                  </a:cubicBezTo>
                  <a:close/>
                </a:path>
              </a:pathLst>
            </a:custGeom>
            <a:solidFill>
              <a:schemeClr val="accen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8"/>
            <p:cNvSpPr/>
            <p:nvPr/>
          </p:nvSpPr>
          <p:spPr>
            <a:xfrm>
              <a:off x="-4427775" y="3254150"/>
              <a:ext cx="237500" cy="112175"/>
            </a:xfrm>
            <a:custGeom>
              <a:rect b="b" l="l" r="r" t="t"/>
              <a:pathLst>
                <a:path extrusionOk="0" h="4487" w="9500">
                  <a:moveTo>
                    <a:pt x="4813" y="1"/>
                  </a:moveTo>
                  <a:cubicBezTo>
                    <a:pt x="4387" y="1"/>
                    <a:pt x="4086" y="1"/>
                    <a:pt x="3660" y="101"/>
                  </a:cubicBezTo>
                  <a:cubicBezTo>
                    <a:pt x="2607" y="427"/>
                    <a:pt x="1780" y="953"/>
                    <a:pt x="1154" y="1680"/>
                  </a:cubicBezTo>
                  <a:cubicBezTo>
                    <a:pt x="527" y="2407"/>
                    <a:pt x="101" y="3234"/>
                    <a:pt x="1" y="4286"/>
                  </a:cubicBezTo>
                  <a:lnTo>
                    <a:pt x="1880" y="4487"/>
                  </a:lnTo>
                  <a:cubicBezTo>
                    <a:pt x="1880" y="3860"/>
                    <a:pt x="2206" y="3359"/>
                    <a:pt x="2607" y="2933"/>
                  </a:cubicBezTo>
                  <a:cubicBezTo>
                    <a:pt x="2933" y="2407"/>
                    <a:pt x="3459" y="2106"/>
                    <a:pt x="4086" y="1980"/>
                  </a:cubicBezTo>
                  <a:cubicBezTo>
                    <a:pt x="4387" y="1880"/>
                    <a:pt x="4612" y="1880"/>
                    <a:pt x="4813" y="1880"/>
                  </a:cubicBezTo>
                  <a:cubicBezTo>
                    <a:pt x="5540" y="1880"/>
                    <a:pt x="6166" y="2106"/>
                    <a:pt x="6692" y="2507"/>
                  </a:cubicBezTo>
                  <a:cubicBezTo>
                    <a:pt x="7219" y="2833"/>
                    <a:pt x="7520" y="3459"/>
                    <a:pt x="7745" y="4086"/>
                  </a:cubicBezTo>
                  <a:lnTo>
                    <a:pt x="9499" y="3660"/>
                  </a:lnTo>
                  <a:cubicBezTo>
                    <a:pt x="9299" y="2507"/>
                    <a:pt x="8572" y="1680"/>
                    <a:pt x="7745" y="1053"/>
                  </a:cubicBezTo>
                  <a:cubicBezTo>
                    <a:pt x="6993" y="427"/>
                    <a:pt x="5966" y="1"/>
                    <a:pt x="4813" y="1"/>
                  </a:cubicBez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333" name="Google Shape;1333;p8"/>
          <p:cNvGrpSpPr/>
          <p:nvPr/>
        </p:nvGrpSpPr>
        <p:grpSpPr>
          <a:xfrm>
            <a:off x="3850756" y="3717928"/>
            <a:ext cx="929104" cy="584457"/>
            <a:chOff x="-2101325" y="2739725"/>
            <a:chExt cx="1315825" cy="827725"/>
          </a:xfrm>
        </p:grpSpPr>
        <p:sp>
          <p:nvSpPr>
            <p:cNvPr id="1334" name="Google Shape;1334;p8"/>
            <p:cNvSpPr/>
            <p:nvPr/>
          </p:nvSpPr>
          <p:spPr>
            <a:xfrm>
              <a:off x="-1699675" y="2857525"/>
              <a:ext cx="256275" cy="26350"/>
            </a:xfrm>
            <a:custGeom>
              <a:rect b="b" l="l" r="r" t="t"/>
              <a:pathLst>
                <a:path extrusionOk="0" h="1054" w="10251">
                  <a:moveTo>
                    <a:pt x="0" y="1"/>
                  </a:moveTo>
                  <a:lnTo>
                    <a:pt x="952" y="1053"/>
                  </a:lnTo>
                  <a:lnTo>
                    <a:pt x="10251" y="1053"/>
                  </a:lnTo>
                  <a:lnTo>
                    <a:pt x="9098" y="1"/>
                  </a:lnTo>
                  <a:close/>
                </a:path>
              </a:pathLst>
            </a:custGeom>
            <a:solidFill>
              <a:srgbClr val="143A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8"/>
            <p:cNvSpPr/>
            <p:nvPr/>
          </p:nvSpPr>
          <p:spPr>
            <a:xfrm>
              <a:off x="-1668350" y="2891375"/>
              <a:ext cx="269450" cy="33850"/>
            </a:xfrm>
            <a:custGeom>
              <a:rect b="b" l="l" r="r" t="t"/>
              <a:pathLst>
                <a:path extrusionOk="0" h="1354" w="10778">
                  <a:moveTo>
                    <a:pt x="0" y="0"/>
                  </a:moveTo>
                  <a:lnTo>
                    <a:pt x="1253" y="1354"/>
                  </a:lnTo>
                  <a:lnTo>
                    <a:pt x="10777" y="1354"/>
                  </a:lnTo>
                  <a:lnTo>
                    <a:pt x="9399" y="0"/>
                  </a:lnTo>
                  <a:close/>
                </a:path>
              </a:pathLst>
            </a:custGeom>
            <a:solidFill>
              <a:srgbClr val="143A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6" name="Google Shape;1336;p8"/>
            <p:cNvSpPr/>
            <p:nvPr/>
          </p:nvSpPr>
          <p:spPr>
            <a:xfrm>
              <a:off x="-1736025" y="2815550"/>
              <a:ext cx="255675" cy="31350"/>
            </a:xfrm>
            <a:custGeom>
              <a:rect b="b" l="l" r="r" t="t"/>
              <a:pathLst>
                <a:path extrusionOk="0" h="1254" w="10227">
                  <a:moveTo>
                    <a:pt x="0" y="1"/>
                  </a:moveTo>
                  <a:lnTo>
                    <a:pt x="1153" y="1254"/>
                  </a:lnTo>
                  <a:lnTo>
                    <a:pt x="10226" y="1254"/>
                  </a:lnTo>
                  <a:lnTo>
                    <a:pt x="8873" y="1"/>
                  </a:lnTo>
                  <a:close/>
                </a:path>
              </a:pathLst>
            </a:custGeom>
            <a:solidFill>
              <a:srgbClr val="143A6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p8"/>
            <p:cNvSpPr/>
            <p:nvPr/>
          </p:nvSpPr>
          <p:spPr>
            <a:xfrm>
              <a:off x="-2101325" y="2929450"/>
              <a:ext cx="477475" cy="463200"/>
            </a:xfrm>
            <a:custGeom>
              <a:rect b="b" l="l" r="r" t="t"/>
              <a:pathLst>
                <a:path extrusionOk="0" h="18528" w="19099">
                  <a:moveTo>
                    <a:pt x="10152" y="0"/>
                  </a:moveTo>
                  <a:cubicBezTo>
                    <a:pt x="9224" y="0"/>
                    <a:pt x="8063" y="140"/>
                    <a:pt x="6668" y="557"/>
                  </a:cubicBezTo>
                  <a:cubicBezTo>
                    <a:pt x="1881" y="2036"/>
                    <a:pt x="1" y="9229"/>
                    <a:pt x="6367" y="13615"/>
                  </a:cubicBezTo>
                  <a:cubicBezTo>
                    <a:pt x="12833" y="18001"/>
                    <a:pt x="19099" y="18527"/>
                    <a:pt x="19099" y="18527"/>
                  </a:cubicBezTo>
                  <a:lnTo>
                    <a:pt x="13886" y="11535"/>
                  </a:lnTo>
                  <a:cubicBezTo>
                    <a:pt x="13886" y="11535"/>
                    <a:pt x="10653" y="11535"/>
                    <a:pt x="8146" y="9229"/>
                  </a:cubicBezTo>
                  <a:cubicBezTo>
                    <a:pt x="5990" y="7267"/>
                    <a:pt x="5522" y="4043"/>
                    <a:pt x="7508" y="4043"/>
                  </a:cubicBezTo>
                  <a:cubicBezTo>
                    <a:pt x="7831" y="4043"/>
                    <a:pt x="8218" y="4128"/>
                    <a:pt x="8673" y="4317"/>
                  </a:cubicBezTo>
                  <a:cubicBezTo>
                    <a:pt x="11906" y="5570"/>
                    <a:pt x="14612" y="10282"/>
                    <a:pt x="14612" y="10282"/>
                  </a:cubicBezTo>
                  <a:lnTo>
                    <a:pt x="12933" y="557"/>
                  </a:lnTo>
                  <a:cubicBezTo>
                    <a:pt x="12933" y="557"/>
                    <a:pt x="12009" y="0"/>
                    <a:pt x="10152" y="0"/>
                  </a:cubicBez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p8"/>
            <p:cNvSpPr/>
            <p:nvPr/>
          </p:nvSpPr>
          <p:spPr>
            <a:xfrm>
              <a:off x="-1819350" y="2865050"/>
              <a:ext cx="1033850" cy="702400"/>
            </a:xfrm>
            <a:custGeom>
              <a:rect b="b" l="l" r="r" t="t"/>
              <a:pathLst>
                <a:path extrusionOk="0" h="28096" w="41354">
                  <a:moveTo>
                    <a:pt x="0" y="1"/>
                  </a:moveTo>
                  <a:lnTo>
                    <a:pt x="1980" y="12657"/>
                  </a:lnTo>
                  <a:cubicBezTo>
                    <a:pt x="3434" y="21529"/>
                    <a:pt x="11178" y="28096"/>
                    <a:pt x="20151" y="28096"/>
                  </a:cubicBezTo>
                  <a:lnTo>
                    <a:pt x="21203" y="28096"/>
                  </a:lnTo>
                  <a:cubicBezTo>
                    <a:pt x="30276" y="28096"/>
                    <a:pt x="37895" y="21529"/>
                    <a:pt x="39374" y="12657"/>
                  </a:cubicBezTo>
                  <a:lnTo>
                    <a:pt x="41354" y="1"/>
                  </a:lnTo>
                  <a:close/>
                </a:path>
              </a:pathLst>
            </a:custGeom>
            <a:solidFill>
              <a:schemeClr val="accent6"/>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p8"/>
            <p:cNvSpPr/>
            <p:nvPr/>
          </p:nvSpPr>
          <p:spPr>
            <a:xfrm>
              <a:off x="-1819350" y="2739725"/>
              <a:ext cx="1033850" cy="250675"/>
            </a:xfrm>
            <a:custGeom>
              <a:rect b="b" l="l" r="r" t="t"/>
              <a:pathLst>
                <a:path extrusionOk="0" h="10027" w="41354">
                  <a:moveTo>
                    <a:pt x="20677" y="1"/>
                  </a:moveTo>
                  <a:cubicBezTo>
                    <a:pt x="9298" y="1"/>
                    <a:pt x="0" y="2207"/>
                    <a:pt x="0" y="5014"/>
                  </a:cubicBezTo>
                  <a:cubicBezTo>
                    <a:pt x="0" y="7846"/>
                    <a:pt x="9298" y="10026"/>
                    <a:pt x="20677" y="10026"/>
                  </a:cubicBezTo>
                  <a:cubicBezTo>
                    <a:pt x="32156" y="10026"/>
                    <a:pt x="41354" y="7846"/>
                    <a:pt x="41354" y="5014"/>
                  </a:cubicBezTo>
                  <a:cubicBezTo>
                    <a:pt x="41354" y="2207"/>
                    <a:pt x="32156" y="1"/>
                    <a:pt x="20677" y="1"/>
                  </a:cubicBezTo>
                  <a:close/>
                </a:path>
              </a:pathLst>
            </a:custGeom>
            <a:solidFill>
              <a:schemeClr val="accent4"/>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8"/>
            <p:cNvSpPr/>
            <p:nvPr/>
          </p:nvSpPr>
          <p:spPr>
            <a:xfrm>
              <a:off x="-1769850" y="2758525"/>
              <a:ext cx="934850" cy="203675"/>
            </a:xfrm>
            <a:custGeom>
              <a:rect b="b" l="l" r="r" t="t"/>
              <a:pathLst>
                <a:path extrusionOk="0" h="8147" w="37394">
                  <a:moveTo>
                    <a:pt x="18697" y="1"/>
                  </a:moveTo>
                  <a:cubicBezTo>
                    <a:pt x="8346" y="1"/>
                    <a:pt x="0" y="1881"/>
                    <a:pt x="0" y="4061"/>
                  </a:cubicBezTo>
                  <a:cubicBezTo>
                    <a:pt x="0" y="6267"/>
                    <a:pt x="8346" y="8146"/>
                    <a:pt x="18697" y="8146"/>
                  </a:cubicBezTo>
                  <a:cubicBezTo>
                    <a:pt x="29023" y="8146"/>
                    <a:pt x="37394" y="6267"/>
                    <a:pt x="37394" y="4061"/>
                  </a:cubicBezTo>
                  <a:cubicBezTo>
                    <a:pt x="37394" y="1881"/>
                    <a:pt x="29023" y="1"/>
                    <a:pt x="18697" y="1"/>
                  </a:cubicBezTo>
                  <a:close/>
                </a:path>
              </a:pathLst>
            </a:custGeom>
            <a:solidFill>
              <a:schemeClr val="accent5"/>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8"/>
            <p:cNvSpPr/>
            <p:nvPr/>
          </p:nvSpPr>
          <p:spPr>
            <a:xfrm>
              <a:off x="-1657700" y="2878200"/>
              <a:ext cx="709925" cy="84000"/>
            </a:xfrm>
            <a:custGeom>
              <a:rect b="b" l="l" r="r" t="t"/>
              <a:pathLst>
                <a:path extrusionOk="0" h="3360" w="28397">
                  <a:moveTo>
                    <a:pt x="14211" y="1"/>
                  </a:moveTo>
                  <a:cubicBezTo>
                    <a:pt x="8246" y="1"/>
                    <a:pt x="2933" y="728"/>
                    <a:pt x="0" y="1881"/>
                  </a:cubicBezTo>
                  <a:cubicBezTo>
                    <a:pt x="3459" y="2733"/>
                    <a:pt x="8572" y="3359"/>
                    <a:pt x="14211" y="3359"/>
                  </a:cubicBezTo>
                  <a:cubicBezTo>
                    <a:pt x="19850" y="3359"/>
                    <a:pt x="24963" y="2733"/>
                    <a:pt x="28396" y="1881"/>
                  </a:cubicBezTo>
                  <a:cubicBezTo>
                    <a:pt x="25489" y="728"/>
                    <a:pt x="20251" y="1"/>
                    <a:pt x="14211" y="1"/>
                  </a:cubicBezTo>
                  <a:close/>
                </a:path>
              </a:pathLst>
            </a:cu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8"/>
            <p:cNvSpPr/>
            <p:nvPr/>
          </p:nvSpPr>
          <p:spPr>
            <a:xfrm>
              <a:off x="-1574375" y="2907025"/>
              <a:ext cx="52650" cy="20700"/>
            </a:xfrm>
            <a:custGeom>
              <a:rect b="b" l="l" r="r" t="t"/>
              <a:pathLst>
                <a:path extrusionOk="0" h="828" w="2106">
                  <a:moveTo>
                    <a:pt x="1053" y="1"/>
                  </a:moveTo>
                  <a:cubicBezTo>
                    <a:pt x="527" y="1"/>
                    <a:pt x="1" y="201"/>
                    <a:pt x="1" y="427"/>
                  </a:cubicBezTo>
                  <a:cubicBezTo>
                    <a:pt x="1" y="627"/>
                    <a:pt x="527" y="828"/>
                    <a:pt x="1053" y="828"/>
                  </a:cubicBezTo>
                  <a:cubicBezTo>
                    <a:pt x="1680" y="828"/>
                    <a:pt x="2106" y="627"/>
                    <a:pt x="2106" y="427"/>
                  </a:cubicBezTo>
                  <a:cubicBezTo>
                    <a:pt x="2106" y="201"/>
                    <a:pt x="1680" y="1"/>
                    <a:pt x="1053" y="1"/>
                  </a:cubicBezTo>
                  <a:close/>
                </a:path>
              </a:pathLst>
            </a:custGeom>
            <a:solidFill>
              <a:srgbClr val="A1674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8"/>
            <p:cNvSpPr/>
            <p:nvPr/>
          </p:nvSpPr>
          <p:spPr>
            <a:xfrm>
              <a:off x="-1579375" y="2899500"/>
              <a:ext cx="60175" cy="28225"/>
            </a:xfrm>
            <a:custGeom>
              <a:rect b="b" l="l" r="r" t="t"/>
              <a:pathLst>
                <a:path extrusionOk="0" h="1129" w="2407">
                  <a:moveTo>
                    <a:pt x="1253" y="1"/>
                  </a:moveTo>
                  <a:cubicBezTo>
                    <a:pt x="526" y="1"/>
                    <a:pt x="201" y="402"/>
                    <a:pt x="100" y="728"/>
                  </a:cubicBezTo>
                  <a:cubicBezTo>
                    <a:pt x="100" y="728"/>
                    <a:pt x="0" y="1129"/>
                    <a:pt x="1153" y="1129"/>
                  </a:cubicBezTo>
                  <a:cubicBezTo>
                    <a:pt x="627" y="1129"/>
                    <a:pt x="201" y="928"/>
                    <a:pt x="201" y="728"/>
                  </a:cubicBezTo>
                  <a:cubicBezTo>
                    <a:pt x="201" y="628"/>
                    <a:pt x="426" y="502"/>
                    <a:pt x="727" y="402"/>
                  </a:cubicBezTo>
                  <a:lnTo>
                    <a:pt x="727" y="302"/>
                  </a:lnTo>
                  <a:cubicBezTo>
                    <a:pt x="727" y="302"/>
                    <a:pt x="827" y="201"/>
                    <a:pt x="953" y="201"/>
                  </a:cubicBezTo>
                  <a:cubicBezTo>
                    <a:pt x="1153" y="201"/>
                    <a:pt x="1253" y="302"/>
                    <a:pt x="1253" y="302"/>
                  </a:cubicBezTo>
                  <a:cubicBezTo>
                    <a:pt x="1880" y="302"/>
                    <a:pt x="2306" y="502"/>
                    <a:pt x="2306" y="728"/>
                  </a:cubicBezTo>
                  <a:cubicBezTo>
                    <a:pt x="2306" y="928"/>
                    <a:pt x="1880" y="1129"/>
                    <a:pt x="1253" y="1129"/>
                  </a:cubicBezTo>
                  <a:lnTo>
                    <a:pt x="1354" y="1129"/>
                  </a:lnTo>
                  <a:cubicBezTo>
                    <a:pt x="2406" y="1129"/>
                    <a:pt x="2406" y="728"/>
                    <a:pt x="2406" y="728"/>
                  </a:cubicBezTo>
                  <a:cubicBezTo>
                    <a:pt x="2406" y="728"/>
                    <a:pt x="2306" y="201"/>
                    <a:pt x="1454" y="101"/>
                  </a:cubicBezTo>
                  <a:cubicBezTo>
                    <a:pt x="1354" y="101"/>
                    <a:pt x="1253" y="1"/>
                    <a:pt x="1253" y="1"/>
                  </a:cubicBezTo>
                  <a:close/>
                </a:path>
              </a:pathLst>
            </a:custGeom>
            <a:solidFill>
              <a:schemeClr val="accent2">
                <a:alpha val="5373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8"/>
            <p:cNvSpPr/>
            <p:nvPr/>
          </p:nvSpPr>
          <p:spPr>
            <a:xfrm>
              <a:off x="-1574375" y="2907025"/>
              <a:ext cx="52650" cy="20700"/>
            </a:xfrm>
            <a:custGeom>
              <a:rect b="b" l="l" r="r" t="t"/>
              <a:pathLst>
                <a:path extrusionOk="0" h="828" w="2106">
                  <a:moveTo>
                    <a:pt x="1053" y="1"/>
                  </a:moveTo>
                  <a:cubicBezTo>
                    <a:pt x="1053" y="101"/>
                    <a:pt x="953" y="201"/>
                    <a:pt x="753" y="201"/>
                  </a:cubicBezTo>
                  <a:cubicBezTo>
                    <a:pt x="627" y="201"/>
                    <a:pt x="527" y="201"/>
                    <a:pt x="527" y="101"/>
                  </a:cubicBezTo>
                  <a:cubicBezTo>
                    <a:pt x="226" y="201"/>
                    <a:pt x="1" y="327"/>
                    <a:pt x="1" y="427"/>
                  </a:cubicBezTo>
                  <a:cubicBezTo>
                    <a:pt x="1" y="627"/>
                    <a:pt x="427" y="828"/>
                    <a:pt x="953" y="828"/>
                  </a:cubicBezTo>
                  <a:lnTo>
                    <a:pt x="1053" y="828"/>
                  </a:lnTo>
                  <a:cubicBezTo>
                    <a:pt x="1680" y="828"/>
                    <a:pt x="2106" y="627"/>
                    <a:pt x="2106" y="427"/>
                  </a:cubicBezTo>
                  <a:cubicBezTo>
                    <a:pt x="2106" y="201"/>
                    <a:pt x="1680" y="1"/>
                    <a:pt x="1053" y="1"/>
                  </a:cubicBezTo>
                  <a:close/>
                </a:path>
              </a:pathLst>
            </a:custGeom>
            <a:solidFill>
              <a:schemeClr val="dk2">
                <a:alpha val="1804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8"/>
            <p:cNvSpPr/>
            <p:nvPr/>
          </p:nvSpPr>
          <p:spPr>
            <a:xfrm>
              <a:off x="-1561225" y="2904525"/>
              <a:ext cx="13200" cy="5025"/>
            </a:xfrm>
            <a:custGeom>
              <a:rect b="b" l="l" r="r" t="t"/>
              <a:pathLst>
                <a:path extrusionOk="0" h="201" w="528">
                  <a:moveTo>
                    <a:pt x="227" y="0"/>
                  </a:moveTo>
                  <a:cubicBezTo>
                    <a:pt x="101" y="0"/>
                    <a:pt x="1" y="101"/>
                    <a:pt x="1" y="101"/>
                  </a:cubicBezTo>
                  <a:lnTo>
                    <a:pt x="1" y="201"/>
                  </a:lnTo>
                  <a:cubicBezTo>
                    <a:pt x="101" y="201"/>
                    <a:pt x="327" y="101"/>
                    <a:pt x="527" y="101"/>
                  </a:cubicBezTo>
                  <a:cubicBezTo>
                    <a:pt x="527" y="101"/>
                    <a:pt x="427" y="0"/>
                    <a:pt x="227" y="0"/>
                  </a:cubicBezTo>
                  <a:close/>
                </a:path>
              </a:pathLst>
            </a:custGeom>
            <a:solidFill>
              <a:srgbClr val="F0C8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6" name="Google Shape;1346;p8"/>
            <p:cNvSpPr/>
            <p:nvPr/>
          </p:nvSpPr>
          <p:spPr>
            <a:xfrm>
              <a:off x="-1561225" y="2907025"/>
              <a:ext cx="13200" cy="5050"/>
            </a:xfrm>
            <a:custGeom>
              <a:rect b="b" l="l" r="r" t="t"/>
              <a:pathLst>
                <a:path extrusionOk="0" h="202" w="528">
                  <a:moveTo>
                    <a:pt x="527" y="1"/>
                  </a:moveTo>
                  <a:cubicBezTo>
                    <a:pt x="327" y="1"/>
                    <a:pt x="101" y="101"/>
                    <a:pt x="1" y="101"/>
                  </a:cubicBezTo>
                  <a:cubicBezTo>
                    <a:pt x="1" y="201"/>
                    <a:pt x="101" y="201"/>
                    <a:pt x="227" y="201"/>
                  </a:cubicBezTo>
                  <a:cubicBezTo>
                    <a:pt x="427" y="201"/>
                    <a:pt x="527" y="101"/>
                    <a:pt x="527" y="1"/>
                  </a:cubicBezTo>
                  <a:close/>
                </a:path>
              </a:pathLst>
            </a:custGeom>
            <a:solidFill>
              <a:srgbClr val="FFFFFF">
                <a:alpha val="403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7" name="Google Shape;1347;p8"/>
            <p:cNvSpPr/>
            <p:nvPr/>
          </p:nvSpPr>
          <p:spPr>
            <a:xfrm>
              <a:off x="-1482900" y="2938350"/>
              <a:ext cx="33875" cy="10675"/>
            </a:xfrm>
            <a:custGeom>
              <a:rect b="b" l="l" r="r" t="t"/>
              <a:pathLst>
                <a:path extrusionOk="0" h="427" w="1355">
                  <a:moveTo>
                    <a:pt x="728" y="1"/>
                  </a:moveTo>
                  <a:cubicBezTo>
                    <a:pt x="327" y="1"/>
                    <a:pt x="1" y="101"/>
                    <a:pt x="1" y="201"/>
                  </a:cubicBezTo>
                  <a:cubicBezTo>
                    <a:pt x="1" y="327"/>
                    <a:pt x="327" y="427"/>
                    <a:pt x="728" y="427"/>
                  </a:cubicBezTo>
                  <a:cubicBezTo>
                    <a:pt x="1053" y="427"/>
                    <a:pt x="1354" y="327"/>
                    <a:pt x="1354" y="201"/>
                  </a:cubicBezTo>
                  <a:cubicBezTo>
                    <a:pt x="1354" y="101"/>
                    <a:pt x="1053" y="1"/>
                    <a:pt x="728" y="1"/>
                  </a:cubicBezTo>
                  <a:close/>
                </a:path>
              </a:pathLst>
            </a:custGeom>
            <a:solidFill>
              <a:srgbClr val="A1674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8"/>
            <p:cNvSpPr/>
            <p:nvPr/>
          </p:nvSpPr>
          <p:spPr>
            <a:xfrm>
              <a:off x="-1485400" y="2933350"/>
              <a:ext cx="39500" cy="15675"/>
            </a:xfrm>
            <a:custGeom>
              <a:rect b="b" l="l" r="r" t="t"/>
              <a:pathLst>
                <a:path extrusionOk="0" h="627" w="1580">
                  <a:moveTo>
                    <a:pt x="101" y="401"/>
                  </a:moveTo>
                  <a:cubicBezTo>
                    <a:pt x="101" y="402"/>
                    <a:pt x="1" y="627"/>
                    <a:pt x="727" y="627"/>
                  </a:cubicBezTo>
                  <a:cubicBezTo>
                    <a:pt x="427" y="627"/>
                    <a:pt x="101" y="527"/>
                    <a:pt x="101" y="401"/>
                  </a:cubicBezTo>
                  <a:close/>
                  <a:moveTo>
                    <a:pt x="727" y="0"/>
                  </a:moveTo>
                  <a:cubicBezTo>
                    <a:pt x="326" y="0"/>
                    <a:pt x="101" y="201"/>
                    <a:pt x="101" y="401"/>
                  </a:cubicBezTo>
                  <a:cubicBezTo>
                    <a:pt x="101" y="301"/>
                    <a:pt x="201" y="201"/>
                    <a:pt x="427" y="201"/>
                  </a:cubicBezTo>
                  <a:cubicBezTo>
                    <a:pt x="427" y="101"/>
                    <a:pt x="527" y="101"/>
                    <a:pt x="627" y="101"/>
                  </a:cubicBezTo>
                  <a:cubicBezTo>
                    <a:pt x="727" y="101"/>
                    <a:pt x="828" y="101"/>
                    <a:pt x="828" y="201"/>
                  </a:cubicBezTo>
                  <a:cubicBezTo>
                    <a:pt x="1153" y="201"/>
                    <a:pt x="1454" y="301"/>
                    <a:pt x="1454" y="401"/>
                  </a:cubicBezTo>
                  <a:cubicBezTo>
                    <a:pt x="1454" y="527"/>
                    <a:pt x="1153" y="627"/>
                    <a:pt x="828" y="627"/>
                  </a:cubicBezTo>
                  <a:cubicBezTo>
                    <a:pt x="1580" y="627"/>
                    <a:pt x="1580" y="401"/>
                    <a:pt x="1580" y="401"/>
                  </a:cubicBezTo>
                  <a:cubicBezTo>
                    <a:pt x="1580" y="401"/>
                    <a:pt x="1454" y="101"/>
                    <a:pt x="953" y="0"/>
                  </a:cubicBezTo>
                  <a:close/>
                </a:path>
              </a:pathLst>
            </a:custGeom>
            <a:solidFill>
              <a:schemeClr val="accent2">
                <a:alpha val="5373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8"/>
            <p:cNvSpPr/>
            <p:nvPr/>
          </p:nvSpPr>
          <p:spPr>
            <a:xfrm>
              <a:off x="-1482900" y="2938350"/>
              <a:ext cx="33875" cy="10675"/>
            </a:xfrm>
            <a:custGeom>
              <a:rect b="b" l="l" r="r" t="t"/>
              <a:pathLst>
                <a:path extrusionOk="0" h="427" w="1355">
                  <a:moveTo>
                    <a:pt x="327" y="1"/>
                  </a:moveTo>
                  <a:cubicBezTo>
                    <a:pt x="101" y="1"/>
                    <a:pt x="1" y="101"/>
                    <a:pt x="1" y="201"/>
                  </a:cubicBezTo>
                  <a:cubicBezTo>
                    <a:pt x="1" y="327"/>
                    <a:pt x="327" y="427"/>
                    <a:pt x="627" y="427"/>
                  </a:cubicBezTo>
                  <a:lnTo>
                    <a:pt x="728" y="427"/>
                  </a:lnTo>
                  <a:cubicBezTo>
                    <a:pt x="1053" y="427"/>
                    <a:pt x="1354" y="327"/>
                    <a:pt x="1354" y="201"/>
                  </a:cubicBezTo>
                  <a:cubicBezTo>
                    <a:pt x="1354" y="101"/>
                    <a:pt x="1053" y="1"/>
                    <a:pt x="728" y="1"/>
                  </a:cubicBezTo>
                  <a:close/>
                </a:path>
              </a:pathLst>
            </a:custGeom>
            <a:solidFill>
              <a:schemeClr val="dk2">
                <a:alpha val="1804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0" name="Google Shape;1350;p8"/>
            <p:cNvSpPr/>
            <p:nvPr/>
          </p:nvSpPr>
          <p:spPr>
            <a:xfrm>
              <a:off x="-1474750" y="2935850"/>
              <a:ext cx="10050" cy="2525"/>
            </a:xfrm>
            <a:custGeom>
              <a:rect b="b" l="l" r="r" t="t"/>
              <a:pathLst>
                <a:path extrusionOk="0" h="101" w="402">
                  <a:moveTo>
                    <a:pt x="201" y="1"/>
                  </a:moveTo>
                  <a:cubicBezTo>
                    <a:pt x="101" y="1"/>
                    <a:pt x="1" y="1"/>
                    <a:pt x="1" y="101"/>
                  </a:cubicBezTo>
                  <a:lnTo>
                    <a:pt x="402" y="101"/>
                  </a:lnTo>
                  <a:cubicBezTo>
                    <a:pt x="402" y="1"/>
                    <a:pt x="301" y="1"/>
                    <a:pt x="201" y="1"/>
                  </a:cubicBezTo>
                  <a:close/>
                </a:path>
              </a:pathLst>
            </a:custGeom>
            <a:solidFill>
              <a:srgbClr val="F0C8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1" name="Google Shape;1351;p8"/>
            <p:cNvSpPr/>
            <p:nvPr/>
          </p:nvSpPr>
          <p:spPr>
            <a:xfrm>
              <a:off x="-1474750" y="2938350"/>
              <a:ext cx="10050" cy="25"/>
            </a:xfrm>
            <a:custGeom>
              <a:rect b="b" l="l" r="r" t="t"/>
              <a:pathLst>
                <a:path extrusionOk="0" h="1" w="402">
                  <a:moveTo>
                    <a:pt x="402" y="1"/>
                  </a:moveTo>
                  <a:lnTo>
                    <a:pt x="1" y="1"/>
                  </a:lnTo>
                  <a:lnTo>
                    <a:pt x="201" y="1"/>
                  </a:lnTo>
                  <a:close/>
                </a:path>
              </a:pathLst>
            </a:custGeom>
            <a:solidFill>
              <a:srgbClr val="FFFFFF">
                <a:alpha val="403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2" name="Google Shape;1352;p8"/>
            <p:cNvSpPr/>
            <p:nvPr/>
          </p:nvSpPr>
          <p:spPr>
            <a:xfrm>
              <a:off x="-1383275" y="2896375"/>
              <a:ext cx="23225" cy="10675"/>
            </a:xfrm>
            <a:custGeom>
              <a:rect b="b" l="l" r="r" t="t"/>
              <a:pathLst>
                <a:path extrusionOk="0" h="427" w="929">
                  <a:moveTo>
                    <a:pt x="402" y="1"/>
                  </a:moveTo>
                  <a:cubicBezTo>
                    <a:pt x="201" y="1"/>
                    <a:pt x="1" y="126"/>
                    <a:pt x="1" y="226"/>
                  </a:cubicBezTo>
                  <a:cubicBezTo>
                    <a:pt x="1" y="326"/>
                    <a:pt x="201" y="427"/>
                    <a:pt x="402" y="427"/>
                  </a:cubicBezTo>
                  <a:cubicBezTo>
                    <a:pt x="728" y="427"/>
                    <a:pt x="928" y="326"/>
                    <a:pt x="928" y="226"/>
                  </a:cubicBezTo>
                  <a:cubicBezTo>
                    <a:pt x="928" y="126"/>
                    <a:pt x="728" y="1"/>
                    <a:pt x="402" y="1"/>
                  </a:cubicBezTo>
                  <a:close/>
                </a:path>
              </a:pathLst>
            </a:custGeom>
            <a:solidFill>
              <a:srgbClr val="A1674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3" name="Google Shape;1353;p8"/>
            <p:cNvSpPr/>
            <p:nvPr/>
          </p:nvSpPr>
          <p:spPr>
            <a:xfrm>
              <a:off x="-1386400" y="2893875"/>
              <a:ext cx="26350" cy="13175"/>
            </a:xfrm>
            <a:custGeom>
              <a:rect b="b" l="l" r="r" t="t"/>
              <a:pathLst>
                <a:path extrusionOk="0" h="527" w="1054">
                  <a:moveTo>
                    <a:pt x="427" y="0"/>
                  </a:moveTo>
                  <a:cubicBezTo>
                    <a:pt x="390" y="0"/>
                    <a:pt x="366" y="14"/>
                    <a:pt x="351" y="31"/>
                  </a:cubicBezTo>
                  <a:lnTo>
                    <a:pt x="351" y="31"/>
                  </a:lnTo>
                  <a:cubicBezTo>
                    <a:pt x="383" y="19"/>
                    <a:pt x="419" y="9"/>
                    <a:pt x="459" y="5"/>
                  </a:cubicBezTo>
                  <a:lnTo>
                    <a:pt x="459" y="5"/>
                  </a:lnTo>
                  <a:cubicBezTo>
                    <a:pt x="449" y="2"/>
                    <a:pt x="439" y="0"/>
                    <a:pt x="427" y="0"/>
                  </a:cubicBezTo>
                  <a:close/>
                  <a:moveTo>
                    <a:pt x="527" y="0"/>
                  </a:moveTo>
                  <a:cubicBezTo>
                    <a:pt x="503" y="0"/>
                    <a:pt x="480" y="2"/>
                    <a:pt x="459" y="5"/>
                  </a:cubicBezTo>
                  <a:lnTo>
                    <a:pt x="459" y="5"/>
                  </a:lnTo>
                  <a:cubicBezTo>
                    <a:pt x="527" y="23"/>
                    <a:pt x="527" y="101"/>
                    <a:pt x="527" y="101"/>
                  </a:cubicBezTo>
                  <a:cubicBezTo>
                    <a:pt x="778" y="101"/>
                    <a:pt x="954" y="175"/>
                    <a:pt x="1022" y="255"/>
                  </a:cubicBezTo>
                  <a:lnTo>
                    <a:pt x="1022" y="255"/>
                  </a:lnTo>
                  <a:cubicBezTo>
                    <a:pt x="972" y="159"/>
                    <a:pt x="854" y="0"/>
                    <a:pt x="627" y="0"/>
                  </a:cubicBezTo>
                  <a:close/>
                  <a:moveTo>
                    <a:pt x="351" y="31"/>
                  </a:moveTo>
                  <a:lnTo>
                    <a:pt x="351" y="31"/>
                  </a:lnTo>
                  <a:cubicBezTo>
                    <a:pt x="186" y="97"/>
                    <a:pt x="126" y="249"/>
                    <a:pt x="126" y="326"/>
                  </a:cubicBezTo>
                  <a:cubicBezTo>
                    <a:pt x="126" y="326"/>
                    <a:pt x="226" y="226"/>
                    <a:pt x="326" y="101"/>
                  </a:cubicBezTo>
                  <a:cubicBezTo>
                    <a:pt x="326" y="101"/>
                    <a:pt x="326" y="61"/>
                    <a:pt x="351" y="31"/>
                  </a:cubicBezTo>
                  <a:close/>
                  <a:moveTo>
                    <a:pt x="1022" y="255"/>
                  </a:moveTo>
                  <a:cubicBezTo>
                    <a:pt x="1044" y="296"/>
                    <a:pt x="1053" y="326"/>
                    <a:pt x="1053" y="326"/>
                  </a:cubicBezTo>
                  <a:cubicBezTo>
                    <a:pt x="1053" y="303"/>
                    <a:pt x="1042" y="279"/>
                    <a:pt x="1022" y="255"/>
                  </a:cubicBezTo>
                  <a:close/>
                  <a:moveTo>
                    <a:pt x="1053" y="326"/>
                  </a:moveTo>
                  <a:cubicBezTo>
                    <a:pt x="1053" y="327"/>
                    <a:pt x="1053" y="360"/>
                    <a:pt x="1017" y="400"/>
                  </a:cubicBezTo>
                  <a:lnTo>
                    <a:pt x="1017" y="400"/>
                  </a:lnTo>
                  <a:cubicBezTo>
                    <a:pt x="1041" y="376"/>
                    <a:pt x="1053" y="351"/>
                    <a:pt x="1053" y="326"/>
                  </a:cubicBezTo>
                  <a:close/>
                  <a:moveTo>
                    <a:pt x="126" y="326"/>
                  </a:moveTo>
                  <a:cubicBezTo>
                    <a:pt x="126" y="326"/>
                    <a:pt x="1" y="527"/>
                    <a:pt x="527" y="527"/>
                  </a:cubicBezTo>
                  <a:cubicBezTo>
                    <a:pt x="326" y="527"/>
                    <a:pt x="126" y="426"/>
                    <a:pt x="126" y="326"/>
                  </a:cubicBezTo>
                  <a:close/>
                  <a:moveTo>
                    <a:pt x="1017" y="400"/>
                  </a:moveTo>
                  <a:cubicBezTo>
                    <a:pt x="945" y="470"/>
                    <a:pt x="771" y="527"/>
                    <a:pt x="527" y="527"/>
                  </a:cubicBezTo>
                  <a:cubicBezTo>
                    <a:pt x="837" y="527"/>
                    <a:pt x="965" y="457"/>
                    <a:pt x="1017" y="400"/>
                  </a:cubicBezTo>
                  <a:close/>
                </a:path>
              </a:pathLst>
            </a:custGeom>
            <a:solidFill>
              <a:schemeClr val="accent2">
                <a:alpha val="5373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4" name="Google Shape;1354;p8"/>
            <p:cNvSpPr/>
            <p:nvPr/>
          </p:nvSpPr>
          <p:spPr>
            <a:xfrm>
              <a:off x="-1383275" y="2896375"/>
              <a:ext cx="23225" cy="10675"/>
            </a:xfrm>
            <a:custGeom>
              <a:rect b="b" l="l" r="r" t="t"/>
              <a:pathLst>
                <a:path extrusionOk="0" h="427" w="929">
                  <a:moveTo>
                    <a:pt x="201" y="1"/>
                  </a:moveTo>
                  <a:cubicBezTo>
                    <a:pt x="101" y="126"/>
                    <a:pt x="1" y="226"/>
                    <a:pt x="1" y="226"/>
                  </a:cubicBezTo>
                  <a:cubicBezTo>
                    <a:pt x="1" y="326"/>
                    <a:pt x="201" y="427"/>
                    <a:pt x="402" y="427"/>
                  </a:cubicBezTo>
                  <a:cubicBezTo>
                    <a:pt x="728" y="427"/>
                    <a:pt x="928" y="326"/>
                    <a:pt x="928" y="226"/>
                  </a:cubicBezTo>
                  <a:cubicBezTo>
                    <a:pt x="928" y="126"/>
                    <a:pt x="728" y="1"/>
                    <a:pt x="402" y="1"/>
                  </a:cubicBezTo>
                  <a:cubicBezTo>
                    <a:pt x="402" y="126"/>
                    <a:pt x="402" y="126"/>
                    <a:pt x="302" y="126"/>
                  </a:cubicBezTo>
                  <a:cubicBezTo>
                    <a:pt x="302" y="126"/>
                    <a:pt x="201" y="126"/>
                    <a:pt x="201" y="1"/>
                  </a:cubicBezTo>
                  <a:close/>
                </a:path>
              </a:pathLst>
            </a:custGeom>
            <a:solidFill>
              <a:schemeClr val="dk2">
                <a:alpha val="1804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8"/>
            <p:cNvSpPr/>
            <p:nvPr/>
          </p:nvSpPr>
          <p:spPr>
            <a:xfrm>
              <a:off x="-1378250" y="2893875"/>
              <a:ext cx="5025" cy="2525"/>
            </a:xfrm>
            <a:custGeom>
              <a:rect b="b" l="l" r="r" t="t"/>
              <a:pathLst>
                <a:path extrusionOk="0" h="101" w="201">
                  <a:moveTo>
                    <a:pt x="101" y="0"/>
                  </a:moveTo>
                  <a:cubicBezTo>
                    <a:pt x="0" y="0"/>
                    <a:pt x="0" y="101"/>
                    <a:pt x="0" y="101"/>
                  </a:cubicBezTo>
                  <a:lnTo>
                    <a:pt x="201" y="101"/>
                  </a:lnTo>
                  <a:cubicBezTo>
                    <a:pt x="201" y="101"/>
                    <a:pt x="201" y="0"/>
                    <a:pt x="101" y="0"/>
                  </a:cubicBezTo>
                  <a:close/>
                </a:path>
              </a:pathLst>
            </a:custGeom>
            <a:solidFill>
              <a:srgbClr val="F0C88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6" name="Google Shape;1356;p8"/>
            <p:cNvSpPr/>
            <p:nvPr/>
          </p:nvSpPr>
          <p:spPr>
            <a:xfrm>
              <a:off x="-1378250" y="2896375"/>
              <a:ext cx="5025" cy="3150"/>
            </a:xfrm>
            <a:custGeom>
              <a:rect b="b" l="l" r="r" t="t"/>
              <a:pathLst>
                <a:path extrusionOk="0" h="126" w="201">
                  <a:moveTo>
                    <a:pt x="0" y="1"/>
                  </a:moveTo>
                  <a:cubicBezTo>
                    <a:pt x="0" y="126"/>
                    <a:pt x="101" y="126"/>
                    <a:pt x="101" y="126"/>
                  </a:cubicBezTo>
                  <a:cubicBezTo>
                    <a:pt x="201" y="126"/>
                    <a:pt x="201" y="126"/>
                    <a:pt x="201" y="1"/>
                  </a:cubicBezTo>
                  <a:close/>
                </a:path>
              </a:pathLst>
            </a:custGeom>
            <a:solidFill>
              <a:srgbClr val="FFFFFF">
                <a:alpha val="403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357" name="Google Shape;1357;p8"/>
          <p:cNvCxnSpPr/>
          <p:nvPr/>
        </p:nvCxnSpPr>
        <p:spPr>
          <a:xfrm rot="5400000">
            <a:off x="4298541" y="3434307"/>
            <a:ext cx="326700" cy="99900"/>
          </a:xfrm>
          <a:prstGeom prst="curvedConnector3">
            <a:avLst>
              <a:gd fmla="val 50008" name="adj1"/>
            </a:avLst>
          </a:prstGeom>
          <a:noFill/>
          <a:ln cap="flat" cmpd="sng" w="19050">
            <a:solidFill>
              <a:schemeClr val="accent5"/>
            </a:solidFill>
            <a:prstDash val="solid"/>
            <a:round/>
            <a:headEnd len="sm" w="sm" type="none"/>
            <a:tailEnd len="sm" w="sm" type="none"/>
          </a:ln>
        </p:spPr>
      </p:cxnSp>
      <p:cxnSp>
        <p:nvCxnSpPr>
          <p:cNvPr id="1358" name="Google Shape;1358;p8"/>
          <p:cNvCxnSpPr/>
          <p:nvPr/>
        </p:nvCxnSpPr>
        <p:spPr>
          <a:xfrm rot="5400000">
            <a:off x="4313212" y="3226625"/>
            <a:ext cx="326700" cy="99900"/>
          </a:xfrm>
          <a:prstGeom prst="curvedConnector3">
            <a:avLst>
              <a:gd fmla="val 50008" name="adj1"/>
            </a:avLst>
          </a:prstGeom>
          <a:noFill/>
          <a:ln cap="flat" cmpd="sng" w="19050">
            <a:solidFill>
              <a:schemeClr val="accent5"/>
            </a:solidFill>
            <a:prstDash val="solid"/>
            <a:round/>
            <a:headEnd len="sm" w="sm" type="none"/>
            <a:tailEnd len="sm" w="sm" type="none"/>
          </a:ln>
        </p:spPr>
      </p:cxnSp>
      <p:cxnSp>
        <p:nvCxnSpPr>
          <p:cNvPr id="1359" name="Google Shape;1359;p8"/>
          <p:cNvCxnSpPr/>
          <p:nvPr/>
        </p:nvCxnSpPr>
        <p:spPr>
          <a:xfrm rot="5400000">
            <a:off x="4298541" y="3088644"/>
            <a:ext cx="326700" cy="99900"/>
          </a:xfrm>
          <a:prstGeom prst="curvedConnector3">
            <a:avLst>
              <a:gd fmla="val 50008" name="adj1"/>
            </a:avLst>
          </a:prstGeom>
          <a:noFill/>
          <a:ln cap="flat" cmpd="sng" w="19050">
            <a:solidFill>
              <a:schemeClr val="accent5"/>
            </a:solidFill>
            <a:prstDash val="solid"/>
            <a:round/>
            <a:headEnd len="sm" w="sm" type="none"/>
            <a:tailEnd len="sm" w="sm" type="none"/>
          </a:ln>
        </p:spPr>
      </p:cxnSp>
      <p:sp>
        <p:nvSpPr>
          <p:cNvPr id="1360" name="Google Shape;1360;p8"/>
          <p:cNvSpPr txBox="1"/>
          <p:nvPr/>
        </p:nvSpPr>
        <p:spPr>
          <a:xfrm>
            <a:off x="5063238" y="2137625"/>
            <a:ext cx="3127800" cy="1879800"/>
          </a:xfrm>
          <a:prstGeom prst="rect">
            <a:avLst/>
          </a:prstGeom>
          <a:noFill/>
          <a:ln>
            <a:noFill/>
          </a:ln>
        </p:spPr>
        <p:txBody>
          <a:bodyPr anchorCtr="0" anchor="t" bIns="91425" lIns="91425" spcFirstLastPara="1" rIns="91425" wrap="square" tIns="91425">
            <a:noAutofit/>
          </a:bodyPr>
          <a:lstStyle/>
          <a:p>
            <a:pPr indent="0" lvl="0" marL="457200" marR="0" rtl="0" algn="ctr">
              <a:lnSpc>
                <a:spcPct val="100000"/>
              </a:lnSpc>
              <a:spcBef>
                <a:spcPts val="300"/>
              </a:spcBef>
              <a:spcAft>
                <a:spcPts val="0"/>
              </a:spcAft>
              <a:buNone/>
            </a:pPr>
            <a:r>
              <a:t/>
            </a:r>
            <a:endParaRPr sz="1000">
              <a:solidFill>
                <a:schemeClr val="accent5"/>
              </a:solidFill>
              <a:latin typeface="Didact Gothic"/>
              <a:ea typeface="Didact Gothic"/>
              <a:cs typeface="Didact Gothic"/>
              <a:sym typeface="Didact Gothic"/>
            </a:endParaRPr>
          </a:p>
          <a:p>
            <a:pPr indent="-292100" lvl="0" marL="457200" marR="0" rtl="0" algn="just">
              <a:lnSpc>
                <a:spcPct val="100000"/>
              </a:lnSpc>
              <a:spcBef>
                <a:spcPts val="300"/>
              </a:spcBef>
              <a:spcAft>
                <a:spcPts val="0"/>
              </a:spcAft>
              <a:buClr>
                <a:schemeClr val="accent5"/>
              </a:buClr>
              <a:buSzPts val="1000"/>
              <a:buFont typeface="Didact Gothic"/>
              <a:buChar char="●"/>
            </a:pPr>
            <a:r>
              <a:rPr b="0" i="0" lang="en" sz="1000" u="none" cap="none" strike="noStrike">
                <a:solidFill>
                  <a:schemeClr val="accent5"/>
                </a:solidFill>
                <a:latin typeface="Didact Gothic"/>
                <a:ea typeface="Didact Gothic"/>
                <a:cs typeface="Didact Gothic"/>
                <a:sym typeface="Didact Gothic"/>
              </a:rPr>
              <a:t>Slidesgo. (n.d.). Slidesgo. https://slidesgo.comFlaticon. (n.d.). Flaticon. </a:t>
            </a:r>
            <a:endParaRPr b="0" i="0" sz="1000" u="none" cap="none" strike="noStrike">
              <a:solidFill>
                <a:schemeClr val="accent5"/>
              </a:solidFill>
              <a:latin typeface="Didact Gothic"/>
              <a:ea typeface="Didact Gothic"/>
              <a:cs typeface="Didact Gothic"/>
              <a:sym typeface="Didact Gothic"/>
            </a:endParaRPr>
          </a:p>
          <a:p>
            <a:pPr indent="-292100" lvl="0" marL="457200" marR="0" rtl="0" algn="just">
              <a:lnSpc>
                <a:spcPct val="100000"/>
              </a:lnSpc>
              <a:spcBef>
                <a:spcPts val="0"/>
              </a:spcBef>
              <a:spcAft>
                <a:spcPts val="0"/>
              </a:spcAft>
              <a:buSzPts val="1000"/>
              <a:buFont typeface="Didact Gothic"/>
              <a:buChar char="●"/>
            </a:pPr>
            <a:r>
              <a:rPr b="0" i="0" lang="en" sz="1000" u="none" cap="none" strike="noStrike">
                <a:solidFill>
                  <a:schemeClr val="accent5"/>
                </a:solidFill>
                <a:latin typeface="Didact Gothic"/>
                <a:ea typeface="Didact Gothic"/>
                <a:cs typeface="Didact Gothic"/>
                <a:sym typeface="Didact Gothic"/>
              </a:rPr>
              <a:t>https://flaticon.comMagnific. (n.d.). Magnific. </a:t>
            </a:r>
            <a:r>
              <a:rPr b="0" i="0" lang="en" sz="1000" u="sng" cap="none" strike="noStrike">
                <a:solidFill>
                  <a:schemeClr val="hlink"/>
                </a:solidFill>
                <a:latin typeface="Didact Gothic"/>
                <a:ea typeface="Didact Gothic"/>
                <a:cs typeface="Didact Gothic"/>
                <a:sym typeface="Didact Gothic"/>
                <a:hlinkClick r:id="rId3"/>
              </a:rPr>
              <a:t>https://magnific.ai</a:t>
            </a:r>
            <a:endParaRPr b="0" i="0" sz="1000" u="none" cap="none" strike="noStrike">
              <a:solidFill>
                <a:schemeClr val="accent5"/>
              </a:solidFill>
              <a:latin typeface="Didact Gothic"/>
              <a:ea typeface="Didact Gothic"/>
              <a:cs typeface="Didact Gothic"/>
              <a:sym typeface="Didact Gothic"/>
            </a:endParaRPr>
          </a:p>
          <a:p>
            <a:pPr indent="-292100" lvl="0" marL="457200" marR="0" rtl="0" algn="just">
              <a:lnSpc>
                <a:spcPct val="100000"/>
              </a:lnSpc>
              <a:spcBef>
                <a:spcPts val="0"/>
              </a:spcBef>
              <a:spcAft>
                <a:spcPts val="0"/>
              </a:spcAft>
              <a:buSzPts val="1000"/>
              <a:buFont typeface="Didact Gothic"/>
              <a:buChar char="●"/>
            </a:pPr>
            <a:r>
              <a:rPr lang="en" sz="1000">
                <a:solidFill>
                  <a:schemeClr val="accent5"/>
                </a:solidFill>
                <a:uFill>
                  <a:noFill/>
                </a:uFill>
                <a:latin typeface="Didact Gothic"/>
                <a:ea typeface="Didact Gothic"/>
                <a:cs typeface="Didact Gothic"/>
                <a:sym typeface="Didact Gothic"/>
                <a:hlinkClick r:id="rId4">
                  <a:extLst>
                    <a:ext uri="{A12FA001-AC4F-418D-AE19-62706E023703}">
                      <ahyp:hlinkClr val="tx"/>
                    </a:ext>
                  </a:extLst>
                </a:hlinkClick>
              </a:rPr>
              <a:t>https://www.kaggle.com/datasets/mexwell/employee-performance-and-productivity-data</a:t>
            </a:r>
            <a:endParaRPr sz="1000">
              <a:solidFill>
                <a:schemeClr val="accent5"/>
              </a:solidFill>
              <a:latin typeface="Didact Gothic"/>
              <a:ea typeface="Didact Gothic"/>
              <a:cs typeface="Didact Gothic"/>
              <a:sym typeface="Didact Gothic"/>
            </a:endParaRPr>
          </a:p>
          <a:p>
            <a:pPr indent="-292100" lvl="0" marL="457200" marR="0" rtl="0" algn="just">
              <a:lnSpc>
                <a:spcPct val="100000"/>
              </a:lnSpc>
              <a:spcBef>
                <a:spcPts val="0"/>
              </a:spcBef>
              <a:spcAft>
                <a:spcPts val="0"/>
              </a:spcAft>
              <a:buSzPts val="1000"/>
              <a:buFont typeface="Didact Gothic"/>
              <a:buChar char="●"/>
            </a:pPr>
            <a:r>
              <a:rPr lang="en" sz="1000">
                <a:solidFill>
                  <a:schemeClr val="accent5"/>
                </a:solidFill>
                <a:uFill>
                  <a:noFill/>
                </a:uFill>
                <a:latin typeface="Didact Gothic"/>
                <a:ea typeface="Didact Gothic"/>
                <a:cs typeface="Didact Gothic"/>
                <a:sym typeface="Didact Gothic"/>
                <a:hlinkClick r:id="rId5">
                  <a:extLst>
                    <a:ext uri="{A12FA001-AC4F-418D-AE19-62706E023703}">
                      <ahyp:hlinkClr val="tx"/>
                    </a:ext>
                  </a:extLst>
                </a:hlinkClick>
              </a:rPr>
              <a:t>https://www.bls.gov/opub/btn/volume-13/remote-work-productivity.htm</a:t>
            </a:r>
            <a:endParaRPr sz="1000">
              <a:solidFill>
                <a:schemeClr val="accent5"/>
              </a:solidFill>
              <a:latin typeface="Didact Gothic"/>
              <a:ea typeface="Didact Gothic"/>
              <a:cs typeface="Didact Gothic"/>
              <a:sym typeface="Didact Gothic"/>
            </a:endParaRPr>
          </a:p>
          <a:p>
            <a:pPr indent="-292100" lvl="0" marL="457200" rtl="0" algn="just">
              <a:spcBef>
                <a:spcPts val="0"/>
              </a:spcBef>
              <a:spcAft>
                <a:spcPts val="0"/>
              </a:spcAft>
              <a:buClr>
                <a:schemeClr val="accent5"/>
              </a:buClr>
              <a:buSzPts val="1000"/>
              <a:buFont typeface="Didact Gothic"/>
              <a:buChar char="●"/>
            </a:pPr>
            <a:r>
              <a:rPr lang="en" sz="1000">
                <a:solidFill>
                  <a:schemeClr val="accent5"/>
                </a:solidFill>
                <a:uFill>
                  <a:noFill/>
                </a:uFill>
                <a:latin typeface="Didact Gothic"/>
                <a:ea typeface="Didact Gothic"/>
                <a:cs typeface="Didact Gothic"/>
                <a:sym typeface="Didact Gothic"/>
                <a:hlinkClick r:id="rId6">
                  <a:extLst>
                    <a:ext uri="{A12FA001-AC4F-418D-AE19-62706E023703}">
                      <ahyp:hlinkClr val="tx"/>
                    </a:ext>
                  </a:extLst>
                </a:hlinkClick>
              </a:rPr>
              <a:t>https://www.census.gov/programs-surveys/acs</a:t>
            </a:r>
            <a:endParaRPr>
              <a:solidFill>
                <a:schemeClr val="dk1"/>
              </a:solidFill>
            </a:endParaRPr>
          </a:p>
          <a:p>
            <a:pPr indent="-292100" lvl="0" marL="457200" rtl="0" algn="just">
              <a:spcBef>
                <a:spcPts val="0"/>
              </a:spcBef>
              <a:spcAft>
                <a:spcPts val="0"/>
              </a:spcAft>
              <a:buClr>
                <a:schemeClr val="accent5"/>
              </a:buClr>
              <a:buSzPts val="1000"/>
              <a:buFont typeface="Didact Gothic"/>
              <a:buChar char="●"/>
            </a:pPr>
            <a:r>
              <a:t/>
            </a:r>
            <a:endParaRPr sz="1000">
              <a:solidFill>
                <a:schemeClr val="accent5"/>
              </a:solidFill>
              <a:latin typeface="Didact Gothic"/>
              <a:ea typeface="Didact Gothic"/>
              <a:cs typeface="Didact Gothic"/>
              <a:sym typeface="Didact Gothic"/>
            </a:endParaRPr>
          </a:p>
          <a:p>
            <a:pPr indent="0" lvl="0" marL="0" rtl="0" algn="ctr">
              <a:spcBef>
                <a:spcPts val="0"/>
              </a:spcBef>
              <a:spcAft>
                <a:spcPts val="0"/>
              </a:spcAft>
              <a:buClr>
                <a:schemeClr val="dk1"/>
              </a:buClr>
              <a:buSzPts val="1800"/>
              <a:buFont typeface="Arial"/>
              <a:buNone/>
            </a:pPr>
            <a:r>
              <a:t/>
            </a:r>
            <a:endParaRPr sz="1000">
              <a:solidFill>
                <a:schemeClr val="accent5"/>
              </a:solidFill>
              <a:latin typeface="Didact Gothic"/>
              <a:ea typeface="Didact Gothic"/>
              <a:cs typeface="Didact Gothic"/>
              <a:sym typeface="Didact Gothic"/>
            </a:endParaRPr>
          </a:p>
        </p:txBody>
      </p:sp>
      <p:grpSp>
        <p:nvGrpSpPr>
          <p:cNvPr id="1361" name="Google Shape;1361;p8"/>
          <p:cNvGrpSpPr/>
          <p:nvPr/>
        </p:nvGrpSpPr>
        <p:grpSpPr>
          <a:xfrm>
            <a:off x="8710864" y="1686515"/>
            <a:ext cx="1176128" cy="2845471"/>
            <a:chOff x="7907551" y="-114309"/>
            <a:chExt cx="1908059" cy="4616273"/>
          </a:xfrm>
        </p:grpSpPr>
        <p:sp>
          <p:nvSpPr>
            <p:cNvPr id="1362" name="Google Shape;1362;p8"/>
            <p:cNvSpPr/>
            <p:nvPr/>
          </p:nvSpPr>
          <p:spPr>
            <a:xfrm>
              <a:off x="8606186" y="3608365"/>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p8"/>
            <p:cNvSpPr/>
            <p:nvPr/>
          </p:nvSpPr>
          <p:spPr>
            <a:xfrm>
              <a:off x="8566430" y="3568608"/>
              <a:ext cx="79551" cy="562883"/>
            </a:xfrm>
            <a:custGeom>
              <a:rect b="b" l="l" r="r" t="t"/>
              <a:pathLst>
                <a:path extrusionOk="0" h="14470" w="2045">
                  <a:moveTo>
                    <a:pt x="1023" y="0"/>
                  </a:moveTo>
                  <a:cubicBezTo>
                    <a:pt x="369" y="0"/>
                    <a:pt x="1" y="327"/>
                    <a:pt x="1" y="1022"/>
                  </a:cubicBezTo>
                  <a:lnTo>
                    <a:pt x="1" y="13448"/>
                  </a:lnTo>
                  <a:cubicBezTo>
                    <a:pt x="1" y="13979"/>
                    <a:pt x="369" y="14470"/>
                    <a:pt x="1023" y="14470"/>
                  </a:cubicBezTo>
                  <a:cubicBezTo>
                    <a:pt x="1554" y="14470"/>
                    <a:pt x="2044" y="13979"/>
                    <a:pt x="2044" y="13448"/>
                  </a:cubicBezTo>
                  <a:lnTo>
                    <a:pt x="2044" y="1022"/>
                  </a:lnTo>
                  <a:cubicBezTo>
                    <a:pt x="2044" y="327"/>
                    <a:pt x="1554" y="0"/>
                    <a:pt x="1023" y="0"/>
                  </a:cubicBez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p8"/>
            <p:cNvSpPr/>
            <p:nvPr/>
          </p:nvSpPr>
          <p:spPr>
            <a:xfrm>
              <a:off x="8798589" y="3873900"/>
              <a:ext cx="39" cy="483371"/>
            </a:xfrm>
            <a:custGeom>
              <a:rect b="b" l="l" r="r" t="t"/>
              <a:pathLst>
                <a:path extrusionOk="0" h="12426" w="1">
                  <a:moveTo>
                    <a:pt x="0" y="0"/>
                  </a:moveTo>
                  <a:lnTo>
                    <a:pt x="0" y="124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5" name="Google Shape;1365;p8"/>
            <p:cNvSpPr/>
            <p:nvPr/>
          </p:nvSpPr>
          <p:spPr>
            <a:xfrm>
              <a:off x="8758832" y="3834144"/>
              <a:ext cx="79551" cy="562883"/>
            </a:xfrm>
            <a:custGeom>
              <a:rect b="b" l="l" r="r" t="t"/>
              <a:pathLst>
                <a:path extrusionOk="0" h="14470" w="2045">
                  <a:moveTo>
                    <a:pt x="1022" y="0"/>
                  </a:moveTo>
                  <a:cubicBezTo>
                    <a:pt x="532" y="0"/>
                    <a:pt x="0" y="491"/>
                    <a:pt x="0" y="1022"/>
                  </a:cubicBezTo>
                  <a:lnTo>
                    <a:pt x="0" y="13448"/>
                  </a:lnTo>
                  <a:cubicBezTo>
                    <a:pt x="0" y="14102"/>
                    <a:pt x="532" y="14470"/>
                    <a:pt x="1022" y="14470"/>
                  </a:cubicBezTo>
                  <a:cubicBezTo>
                    <a:pt x="1554" y="14470"/>
                    <a:pt x="2044" y="14102"/>
                    <a:pt x="2044" y="13448"/>
                  </a:cubicBezTo>
                  <a:lnTo>
                    <a:pt x="2044" y="1022"/>
                  </a:lnTo>
                  <a:cubicBezTo>
                    <a:pt x="2044" y="491"/>
                    <a:pt x="1554" y="0"/>
                    <a:pt x="1022" y="0"/>
                  </a:cubicBez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8"/>
            <p:cNvSpPr/>
            <p:nvPr/>
          </p:nvSpPr>
          <p:spPr>
            <a:xfrm>
              <a:off x="7907551" y="-114309"/>
              <a:ext cx="1238654" cy="3139619"/>
            </a:xfrm>
            <a:custGeom>
              <a:rect b="b" l="l" r="r" t="t"/>
              <a:pathLst>
                <a:path extrusionOk="0" h="80710" w="31842">
                  <a:moveTo>
                    <a:pt x="3210" y="0"/>
                  </a:moveTo>
                  <a:cubicBezTo>
                    <a:pt x="2252" y="0"/>
                    <a:pt x="1348" y="293"/>
                    <a:pt x="818" y="992"/>
                  </a:cubicBezTo>
                  <a:cubicBezTo>
                    <a:pt x="164" y="1851"/>
                    <a:pt x="1" y="2873"/>
                    <a:pt x="1" y="3894"/>
                  </a:cubicBezTo>
                  <a:cubicBezTo>
                    <a:pt x="1" y="8677"/>
                    <a:pt x="4088" y="12928"/>
                    <a:pt x="3557" y="17710"/>
                  </a:cubicBezTo>
                  <a:cubicBezTo>
                    <a:pt x="3393" y="20408"/>
                    <a:pt x="1513" y="22983"/>
                    <a:pt x="1513" y="25680"/>
                  </a:cubicBezTo>
                  <a:cubicBezTo>
                    <a:pt x="1513" y="29768"/>
                    <a:pt x="5437" y="33038"/>
                    <a:pt x="6295" y="36921"/>
                  </a:cubicBezTo>
                  <a:cubicBezTo>
                    <a:pt x="7481" y="43420"/>
                    <a:pt x="655" y="50736"/>
                    <a:pt x="4579" y="56009"/>
                  </a:cubicBezTo>
                  <a:cubicBezTo>
                    <a:pt x="6295" y="58584"/>
                    <a:pt x="10219" y="59933"/>
                    <a:pt x="10383" y="62998"/>
                  </a:cubicBezTo>
                  <a:cubicBezTo>
                    <a:pt x="10546" y="65369"/>
                    <a:pt x="7971" y="67086"/>
                    <a:pt x="6786" y="69293"/>
                  </a:cubicBezTo>
                  <a:cubicBezTo>
                    <a:pt x="5273" y="71663"/>
                    <a:pt x="5437" y="74729"/>
                    <a:pt x="6786" y="77141"/>
                  </a:cubicBezTo>
                  <a:cubicBezTo>
                    <a:pt x="8254" y="79382"/>
                    <a:pt x="10929" y="80710"/>
                    <a:pt x="13496" y="80710"/>
                  </a:cubicBezTo>
                  <a:cubicBezTo>
                    <a:pt x="13644" y="80710"/>
                    <a:pt x="13792" y="80706"/>
                    <a:pt x="13939" y="80697"/>
                  </a:cubicBezTo>
                  <a:lnTo>
                    <a:pt x="22645" y="79838"/>
                  </a:lnTo>
                  <a:cubicBezTo>
                    <a:pt x="28245" y="79511"/>
                    <a:pt x="31842" y="71663"/>
                    <a:pt x="28245" y="67249"/>
                  </a:cubicBezTo>
                  <a:cubicBezTo>
                    <a:pt x="26569" y="65042"/>
                    <a:pt x="23503" y="63489"/>
                    <a:pt x="22645" y="60791"/>
                  </a:cubicBezTo>
                  <a:cubicBezTo>
                    <a:pt x="21623" y="56540"/>
                    <a:pt x="26732" y="52248"/>
                    <a:pt x="25016" y="48161"/>
                  </a:cubicBezTo>
                  <a:cubicBezTo>
                    <a:pt x="24321" y="46322"/>
                    <a:pt x="22277" y="45300"/>
                    <a:pt x="21092" y="43583"/>
                  </a:cubicBezTo>
                  <a:cubicBezTo>
                    <a:pt x="17863" y="39169"/>
                    <a:pt x="21787" y="32670"/>
                    <a:pt x="20601" y="27397"/>
                  </a:cubicBezTo>
                  <a:cubicBezTo>
                    <a:pt x="19743" y="22615"/>
                    <a:pt x="15124" y="19549"/>
                    <a:pt x="12917" y="15298"/>
                  </a:cubicBezTo>
                  <a:cubicBezTo>
                    <a:pt x="10383" y="10353"/>
                    <a:pt x="10546" y="3404"/>
                    <a:pt x="5764" y="665"/>
                  </a:cubicBezTo>
                  <a:cubicBezTo>
                    <a:pt x="5036" y="252"/>
                    <a:pt x="4100" y="0"/>
                    <a:pt x="3210" y="0"/>
                  </a:cubicBezTo>
                  <a:close/>
                </a:path>
              </a:pathLst>
            </a:custGeom>
            <a:solidFill>
              <a:schemeClr val="accent6"/>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8"/>
            <p:cNvSpPr/>
            <p:nvPr/>
          </p:nvSpPr>
          <p:spPr>
            <a:xfrm>
              <a:off x="8119015" y="89647"/>
              <a:ext cx="596298" cy="2776176"/>
            </a:xfrm>
            <a:custGeom>
              <a:rect b="b" l="l" r="r" t="t"/>
              <a:pathLst>
                <a:path extrusionOk="0" h="71367" w="15329">
                  <a:moveTo>
                    <a:pt x="328" y="0"/>
                  </a:moveTo>
                  <a:cubicBezTo>
                    <a:pt x="164" y="0"/>
                    <a:pt x="1" y="205"/>
                    <a:pt x="1" y="368"/>
                  </a:cubicBezTo>
                  <a:cubicBezTo>
                    <a:pt x="164" y="695"/>
                    <a:pt x="5805" y="23339"/>
                    <a:pt x="10219" y="43776"/>
                  </a:cubicBezTo>
                  <a:lnTo>
                    <a:pt x="10219" y="43776"/>
                  </a:lnTo>
                  <a:lnTo>
                    <a:pt x="4252" y="39525"/>
                  </a:lnTo>
                  <a:cubicBezTo>
                    <a:pt x="4252" y="39362"/>
                    <a:pt x="4088" y="39362"/>
                    <a:pt x="4088" y="39362"/>
                  </a:cubicBezTo>
                  <a:cubicBezTo>
                    <a:pt x="3925" y="39362"/>
                    <a:pt x="3925" y="39362"/>
                    <a:pt x="3925" y="39525"/>
                  </a:cubicBezTo>
                  <a:cubicBezTo>
                    <a:pt x="3761" y="39689"/>
                    <a:pt x="3761" y="39852"/>
                    <a:pt x="3925" y="40057"/>
                  </a:cubicBezTo>
                  <a:lnTo>
                    <a:pt x="10056" y="44471"/>
                  </a:lnTo>
                  <a:lnTo>
                    <a:pt x="10219" y="44635"/>
                  </a:lnTo>
                  <a:lnTo>
                    <a:pt x="10383" y="44635"/>
                  </a:lnTo>
                  <a:cubicBezTo>
                    <a:pt x="11568" y="50929"/>
                    <a:pt x="12754" y="57060"/>
                    <a:pt x="13612" y="62170"/>
                  </a:cubicBezTo>
                  <a:lnTo>
                    <a:pt x="8666" y="57060"/>
                  </a:lnTo>
                  <a:cubicBezTo>
                    <a:pt x="8666" y="56897"/>
                    <a:pt x="8503" y="56897"/>
                    <a:pt x="8503" y="56897"/>
                  </a:cubicBezTo>
                  <a:cubicBezTo>
                    <a:pt x="8339" y="56897"/>
                    <a:pt x="8339" y="56897"/>
                    <a:pt x="8176" y="57060"/>
                  </a:cubicBezTo>
                  <a:lnTo>
                    <a:pt x="8176" y="57428"/>
                  </a:lnTo>
                  <a:lnTo>
                    <a:pt x="13775" y="63355"/>
                  </a:lnTo>
                  <a:cubicBezTo>
                    <a:pt x="14307" y="66420"/>
                    <a:pt x="14634" y="69159"/>
                    <a:pt x="14797" y="71366"/>
                  </a:cubicBezTo>
                  <a:lnTo>
                    <a:pt x="15329" y="71366"/>
                  </a:lnTo>
                  <a:cubicBezTo>
                    <a:pt x="15329" y="69322"/>
                    <a:pt x="15002" y="66788"/>
                    <a:pt x="14470" y="64050"/>
                  </a:cubicBezTo>
                  <a:lnTo>
                    <a:pt x="14634" y="64050"/>
                  </a:lnTo>
                  <a:cubicBezTo>
                    <a:pt x="14634" y="64050"/>
                    <a:pt x="14797" y="64050"/>
                    <a:pt x="14797" y="63886"/>
                  </a:cubicBezTo>
                  <a:cubicBezTo>
                    <a:pt x="15002" y="63886"/>
                    <a:pt x="15002" y="63559"/>
                    <a:pt x="14797" y="63559"/>
                  </a:cubicBezTo>
                  <a:lnTo>
                    <a:pt x="14470" y="63028"/>
                  </a:lnTo>
                  <a:cubicBezTo>
                    <a:pt x="11078" y="41406"/>
                    <a:pt x="859" y="695"/>
                    <a:pt x="696" y="205"/>
                  </a:cubicBezTo>
                  <a:cubicBezTo>
                    <a:pt x="696" y="0"/>
                    <a:pt x="491" y="0"/>
                    <a:pt x="328"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p8"/>
            <p:cNvSpPr/>
            <p:nvPr/>
          </p:nvSpPr>
          <p:spPr>
            <a:xfrm>
              <a:off x="8424307" y="938692"/>
              <a:ext cx="111332" cy="318046"/>
            </a:xfrm>
            <a:custGeom>
              <a:rect b="b" l="l" r="r" t="t"/>
              <a:pathLst>
                <a:path extrusionOk="0" h="8176" w="2862">
                  <a:moveTo>
                    <a:pt x="2535" y="1"/>
                  </a:moveTo>
                  <a:cubicBezTo>
                    <a:pt x="2371" y="1"/>
                    <a:pt x="2208" y="164"/>
                    <a:pt x="2208" y="328"/>
                  </a:cubicBezTo>
                  <a:lnTo>
                    <a:pt x="1" y="7808"/>
                  </a:lnTo>
                  <a:cubicBezTo>
                    <a:pt x="1" y="8012"/>
                    <a:pt x="1" y="8176"/>
                    <a:pt x="164" y="8176"/>
                  </a:cubicBezTo>
                  <a:lnTo>
                    <a:pt x="328" y="8176"/>
                  </a:lnTo>
                  <a:cubicBezTo>
                    <a:pt x="491" y="8176"/>
                    <a:pt x="491" y="8176"/>
                    <a:pt x="655" y="8012"/>
                  </a:cubicBezTo>
                  <a:lnTo>
                    <a:pt x="2862" y="491"/>
                  </a:lnTo>
                  <a:cubicBezTo>
                    <a:pt x="2862" y="328"/>
                    <a:pt x="2698" y="164"/>
                    <a:pt x="2535" y="1"/>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8"/>
            <p:cNvSpPr/>
            <p:nvPr/>
          </p:nvSpPr>
          <p:spPr>
            <a:xfrm>
              <a:off x="8788417" y="298310"/>
              <a:ext cx="1027193" cy="2682583"/>
            </a:xfrm>
            <a:custGeom>
              <a:rect b="b" l="l" r="r" t="t"/>
              <a:pathLst>
                <a:path extrusionOk="0" h="68961" w="26406">
                  <a:moveTo>
                    <a:pt x="18871" y="0"/>
                  </a:moveTo>
                  <a:cubicBezTo>
                    <a:pt x="18467" y="0"/>
                    <a:pt x="18069" y="86"/>
                    <a:pt x="17699" y="277"/>
                  </a:cubicBezTo>
                  <a:cubicBezTo>
                    <a:pt x="17004" y="604"/>
                    <a:pt x="16514" y="1462"/>
                    <a:pt x="16187" y="2321"/>
                  </a:cubicBezTo>
                  <a:cubicBezTo>
                    <a:pt x="14961" y="6081"/>
                    <a:pt x="16841" y="10495"/>
                    <a:pt x="15165" y="14256"/>
                  </a:cubicBezTo>
                  <a:cubicBezTo>
                    <a:pt x="14143" y="16299"/>
                    <a:pt x="12100" y="17648"/>
                    <a:pt x="11241" y="19856"/>
                  </a:cubicBezTo>
                  <a:cubicBezTo>
                    <a:pt x="10056" y="23085"/>
                    <a:pt x="12263" y="26845"/>
                    <a:pt x="11568" y="30237"/>
                  </a:cubicBezTo>
                  <a:cubicBezTo>
                    <a:pt x="10710" y="35715"/>
                    <a:pt x="3230" y="39434"/>
                    <a:pt x="4742" y="44707"/>
                  </a:cubicBezTo>
                  <a:cubicBezTo>
                    <a:pt x="5437" y="47282"/>
                    <a:pt x="8176" y="49326"/>
                    <a:pt x="7317" y="51696"/>
                  </a:cubicBezTo>
                  <a:cubicBezTo>
                    <a:pt x="6786" y="53740"/>
                    <a:pt x="4415" y="54435"/>
                    <a:pt x="2699" y="55784"/>
                  </a:cubicBezTo>
                  <a:cubicBezTo>
                    <a:pt x="859" y="57173"/>
                    <a:pt x="1" y="59708"/>
                    <a:pt x="491" y="62078"/>
                  </a:cubicBezTo>
                  <a:cubicBezTo>
                    <a:pt x="1023" y="64326"/>
                    <a:pt x="2903" y="66166"/>
                    <a:pt x="5110" y="66861"/>
                  </a:cubicBezTo>
                  <a:lnTo>
                    <a:pt x="12263" y="68741"/>
                  </a:lnTo>
                  <a:cubicBezTo>
                    <a:pt x="12754" y="68891"/>
                    <a:pt x="13251" y="68961"/>
                    <a:pt x="13745" y="68961"/>
                  </a:cubicBezTo>
                  <a:cubicBezTo>
                    <a:pt x="17699" y="68961"/>
                    <a:pt x="21473" y="64472"/>
                    <a:pt x="20274" y="60402"/>
                  </a:cubicBezTo>
                  <a:cubicBezTo>
                    <a:pt x="19580" y="58195"/>
                    <a:pt x="17536" y="56152"/>
                    <a:pt x="17699" y="53577"/>
                  </a:cubicBezTo>
                  <a:cubicBezTo>
                    <a:pt x="18026" y="50020"/>
                    <a:pt x="23340" y="48140"/>
                    <a:pt x="23136" y="44380"/>
                  </a:cubicBezTo>
                  <a:cubicBezTo>
                    <a:pt x="23136" y="42663"/>
                    <a:pt x="21787" y="41314"/>
                    <a:pt x="21460" y="39598"/>
                  </a:cubicBezTo>
                  <a:cubicBezTo>
                    <a:pt x="20070" y="35183"/>
                    <a:pt x="25016" y="31259"/>
                    <a:pt x="25711" y="26681"/>
                  </a:cubicBezTo>
                  <a:cubicBezTo>
                    <a:pt x="26406" y="22758"/>
                    <a:pt x="23667" y="18997"/>
                    <a:pt x="23340" y="14910"/>
                  </a:cubicBezTo>
                  <a:cubicBezTo>
                    <a:pt x="22645" y="10332"/>
                    <a:pt x="24852" y="4855"/>
                    <a:pt x="21787" y="1462"/>
                  </a:cubicBezTo>
                  <a:cubicBezTo>
                    <a:pt x="21045" y="602"/>
                    <a:pt x="19938" y="0"/>
                    <a:pt x="18871" y="0"/>
                  </a:cubicBezTo>
                  <a:close/>
                </a:path>
              </a:pathLst>
            </a:custGeom>
            <a:solidFill>
              <a:schemeClr val="accent4"/>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0" name="Google Shape;1370;p8"/>
            <p:cNvSpPr/>
            <p:nvPr/>
          </p:nvSpPr>
          <p:spPr>
            <a:xfrm>
              <a:off x="9179562" y="495109"/>
              <a:ext cx="410278" cy="2370722"/>
            </a:xfrm>
            <a:custGeom>
              <a:rect b="b" l="l" r="r" t="t"/>
              <a:pathLst>
                <a:path extrusionOk="0" h="60944" w="10547">
                  <a:moveTo>
                    <a:pt x="10383" y="0"/>
                  </a:moveTo>
                  <a:cubicBezTo>
                    <a:pt x="10219" y="0"/>
                    <a:pt x="10015" y="0"/>
                    <a:pt x="10015" y="164"/>
                  </a:cubicBezTo>
                  <a:cubicBezTo>
                    <a:pt x="10015" y="491"/>
                    <a:pt x="7971" y="19906"/>
                    <a:pt x="5437" y="37277"/>
                  </a:cubicBezTo>
                  <a:lnTo>
                    <a:pt x="2045" y="32168"/>
                  </a:lnTo>
                  <a:cubicBezTo>
                    <a:pt x="2045" y="32168"/>
                    <a:pt x="2045" y="32004"/>
                    <a:pt x="1840" y="32004"/>
                  </a:cubicBezTo>
                  <a:lnTo>
                    <a:pt x="1677" y="32168"/>
                  </a:lnTo>
                  <a:cubicBezTo>
                    <a:pt x="1677" y="32168"/>
                    <a:pt x="1513" y="32331"/>
                    <a:pt x="1677" y="32495"/>
                  </a:cubicBezTo>
                  <a:lnTo>
                    <a:pt x="5274" y="37972"/>
                  </a:lnTo>
                  <a:lnTo>
                    <a:pt x="5437" y="37972"/>
                  </a:lnTo>
                  <a:cubicBezTo>
                    <a:pt x="4579" y="43408"/>
                    <a:pt x="3720" y="48518"/>
                    <a:pt x="2862" y="52768"/>
                  </a:cubicBezTo>
                  <a:lnTo>
                    <a:pt x="491" y="47332"/>
                  </a:lnTo>
                  <a:cubicBezTo>
                    <a:pt x="491" y="47169"/>
                    <a:pt x="328" y="47169"/>
                    <a:pt x="328" y="47169"/>
                  </a:cubicBezTo>
                  <a:lnTo>
                    <a:pt x="164" y="47169"/>
                  </a:lnTo>
                  <a:cubicBezTo>
                    <a:pt x="1" y="47169"/>
                    <a:pt x="1" y="47332"/>
                    <a:pt x="1" y="47496"/>
                  </a:cubicBezTo>
                  <a:lnTo>
                    <a:pt x="2699" y="53790"/>
                  </a:lnTo>
                  <a:cubicBezTo>
                    <a:pt x="2208" y="56692"/>
                    <a:pt x="1513" y="59063"/>
                    <a:pt x="1023" y="60943"/>
                  </a:cubicBezTo>
                  <a:lnTo>
                    <a:pt x="1513" y="60943"/>
                  </a:lnTo>
                  <a:cubicBezTo>
                    <a:pt x="2045" y="59267"/>
                    <a:pt x="2535" y="57019"/>
                    <a:pt x="3066" y="54485"/>
                  </a:cubicBezTo>
                  <a:lnTo>
                    <a:pt x="3393" y="54485"/>
                  </a:lnTo>
                  <a:cubicBezTo>
                    <a:pt x="3393" y="54485"/>
                    <a:pt x="3557" y="54322"/>
                    <a:pt x="3393" y="54158"/>
                  </a:cubicBezTo>
                  <a:lnTo>
                    <a:pt x="3230" y="53627"/>
                  </a:lnTo>
                  <a:cubicBezTo>
                    <a:pt x="6786" y="35560"/>
                    <a:pt x="10546" y="654"/>
                    <a:pt x="10546" y="164"/>
                  </a:cubicBezTo>
                  <a:cubicBezTo>
                    <a:pt x="10546" y="164"/>
                    <a:pt x="10546" y="0"/>
                    <a:pt x="10383"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8"/>
            <p:cNvSpPr/>
            <p:nvPr/>
          </p:nvSpPr>
          <p:spPr>
            <a:xfrm>
              <a:off x="9476919" y="1275805"/>
              <a:ext cx="179718" cy="225815"/>
            </a:xfrm>
            <a:custGeom>
              <a:rect b="b" l="l" r="r" t="t"/>
              <a:pathLst>
                <a:path extrusionOk="0" h="5805" w="4620">
                  <a:moveTo>
                    <a:pt x="4251" y="0"/>
                  </a:moveTo>
                  <a:cubicBezTo>
                    <a:pt x="4088" y="0"/>
                    <a:pt x="4088" y="0"/>
                    <a:pt x="4088" y="164"/>
                  </a:cubicBezTo>
                  <a:lnTo>
                    <a:pt x="0" y="5477"/>
                  </a:lnTo>
                  <a:cubicBezTo>
                    <a:pt x="0" y="5477"/>
                    <a:pt x="0" y="5641"/>
                    <a:pt x="164" y="5804"/>
                  </a:cubicBezTo>
                  <a:lnTo>
                    <a:pt x="532" y="5804"/>
                  </a:lnTo>
                  <a:lnTo>
                    <a:pt x="4415" y="368"/>
                  </a:lnTo>
                  <a:cubicBezTo>
                    <a:pt x="4619" y="368"/>
                    <a:pt x="4415" y="164"/>
                    <a:pt x="4415" y="0"/>
                  </a:cubicBezTo>
                  <a:close/>
                </a:path>
              </a:pathLst>
            </a:cu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8"/>
            <p:cNvSpPr/>
            <p:nvPr/>
          </p:nvSpPr>
          <p:spPr>
            <a:xfrm>
              <a:off x="8106294" y="2865830"/>
              <a:ext cx="1510565" cy="1636134"/>
            </a:xfrm>
            <a:custGeom>
              <a:rect b="b" l="l" r="r" t="t"/>
              <a:pathLst>
                <a:path extrusionOk="0" h="42060" w="38832">
                  <a:moveTo>
                    <a:pt x="1" y="0"/>
                  </a:moveTo>
                  <a:lnTo>
                    <a:pt x="5437" y="42059"/>
                  </a:lnTo>
                  <a:lnTo>
                    <a:pt x="34744" y="42059"/>
                  </a:lnTo>
                  <a:lnTo>
                    <a:pt x="38831" y="0"/>
                  </a:lnTo>
                  <a:close/>
                </a:path>
              </a:pathLst>
            </a:cu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8"/>
            <p:cNvSpPr/>
            <p:nvPr/>
          </p:nvSpPr>
          <p:spPr>
            <a:xfrm>
              <a:off x="8522881" y="3144086"/>
              <a:ext cx="39" cy="483371"/>
            </a:xfrm>
            <a:custGeom>
              <a:rect b="b" l="l" r="r" t="t"/>
              <a:pathLst>
                <a:path extrusionOk="0" h="12426" w="1">
                  <a:moveTo>
                    <a:pt x="1" y="0"/>
                  </a:moveTo>
                  <a:lnTo>
                    <a:pt x="1" y="12426"/>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p8"/>
            <p:cNvSpPr/>
            <p:nvPr/>
          </p:nvSpPr>
          <p:spPr>
            <a:xfrm>
              <a:off x="8483163" y="3104329"/>
              <a:ext cx="79512" cy="562883"/>
            </a:xfrm>
            <a:custGeom>
              <a:rect b="b" l="l" r="r" t="t"/>
              <a:pathLst>
                <a:path extrusionOk="0" h="14470" w="2044">
                  <a:moveTo>
                    <a:pt x="1022" y="0"/>
                  </a:moveTo>
                  <a:cubicBezTo>
                    <a:pt x="327" y="0"/>
                    <a:pt x="0" y="368"/>
                    <a:pt x="0" y="1022"/>
                  </a:cubicBezTo>
                  <a:lnTo>
                    <a:pt x="0" y="13448"/>
                  </a:lnTo>
                  <a:cubicBezTo>
                    <a:pt x="0" y="13979"/>
                    <a:pt x="327" y="14470"/>
                    <a:pt x="1022" y="14470"/>
                  </a:cubicBezTo>
                  <a:cubicBezTo>
                    <a:pt x="1553" y="14470"/>
                    <a:pt x="2044" y="13979"/>
                    <a:pt x="2044" y="13448"/>
                  </a:cubicBezTo>
                  <a:lnTo>
                    <a:pt x="2044" y="1022"/>
                  </a:lnTo>
                  <a:cubicBezTo>
                    <a:pt x="2044" y="368"/>
                    <a:pt x="1553" y="0"/>
                    <a:pt x="1022" y="0"/>
                  </a:cubicBez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p8"/>
            <p:cNvSpPr/>
            <p:nvPr/>
          </p:nvSpPr>
          <p:spPr>
            <a:xfrm>
              <a:off x="9139845" y="3031196"/>
              <a:ext cx="79512" cy="564478"/>
            </a:xfrm>
            <a:custGeom>
              <a:rect b="b" l="l" r="r" t="t"/>
              <a:pathLst>
                <a:path extrusionOk="0" h="14511" w="2044">
                  <a:moveTo>
                    <a:pt x="1022" y="0"/>
                  </a:moveTo>
                  <a:cubicBezTo>
                    <a:pt x="491" y="0"/>
                    <a:pt x="0" y="368"/>
                    <a:pt x="0" y="1022"/>
                  </a:cubicBezTo>
                  <a:lnTo>
                    <a:pt x="0" y="13488"/>
                  </a:lnTo>
                  <a:cubicBezTo>
                    <a:pt x="0" y="13979"/>
                    <a:pt x="491" y="14510"/>
                    <a:pt x="1022" y="14510"/>
                  </a:cubicBezTo>
                  <a:cubicBezTo>
                    <a:pt x="1512" y="14510"/>
                    <a:pt x="2044" y="13979"/>
                    <a:pt x="2044" y="13488"/>
                  </a:cubicBezTo>
                  <a:lnTo>
                    <a:pt x="2044" y="1022"/>
                  </a:lnTo>
                  <a:cubicBezTo>
                    <a:pt x="2044" y="368"/>
                    <a:pt x="1512" y="0"/>
                    <a:pt x="1022" y="0"/>
                  </a:cubicBez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8"/>
            <p:cNvSpPr/>
            <p:nvPr/>
          </p:nvSpPr>
          <p:spPr>
            <a:xfrm>
              <a:off x="8993540" y="3323729"/>
              <a:ext cx="79551" cy="562922"/>
            </a:xfrm>
            <a:custGeom>
              <a:rect b="b" l="l" r="r" t="t"/>
              <a:pathLst>
                <a:path extrusionOk="0" h="14471" w="2045">
                  <a:moveTo>
                    <a:pt x="1022" y="1"/>
                  </a:moveTo>
                  <a:cubicBezTo>
                    <a:pt x="491" y="1"/>
                    <a:pt x="1" y="328"/>
                    <a:pt x="1" y="1023"/>
                  </a:cubicBezTo>
                  <a:lnTo>
                    <a:pt x="1" y="13448"/>
                  </a:lnTo>
                  <a:cubicBezTo>
                    <a:pt x="1" y="14143"/>
                    <a:pt x="491" y="14470"/>
                    <a:pt x="1022" y="14470"/>
                  </a:cubicBezTo>
                  <a:cubicBezTo>
                    <a:pt x="1513" y="14470"/>
                    <a:pt x="2044" y="14143"/>
                    <a:pt x="2044" y="13448"/>
                  </a:cubicBezTo>
                  <a:lnTo>
                    <a:pt x="2044" y="1023"/>
                  </a:lnTo>
                  <a:cubicBezTo>
                    <a:pt x="2044" y="328"/>
                    <a:pt x="1513" y="1"/>
                    <a:pt x="1022" y="1"/>
                  </a:cubicBez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8"/>
            <p:cNvSpPr/>
            <p:nvPr/>
          </p:nvSpPr>
          <p:spPr>
            <a:xfrm>
              <a:off x="9165286" y="3733975"/>
              <a:ext cx="79512" cy="569263"/>
            </a:xfrm>
            <a:custGeom>
              <a:rect b="b" l="l" r="r" t="t"/>
              <a:pathLst>
                <a:path extrusionOk="0" h="14634" w="2044">
                  <a:moveTo>
                    <a:pt x="1022" y="0"/>
                  </a:moveTo>
                  <a:cubicBezTo>
                    <a:pt x="368" y="0"/>
                    <a:pt x="0" y="532"/>
                    <a:pt x="0" y="1022"/>
                  </a:cubicBezTo>
                  <a:lnTo>
                    <a:pt x="0" y="13611"/>
                  </a:lnTo>
                  <a:cubicBezTo>
                    <a:pt x="0" y="14143"/>
                    <a:pt x="368" y="14633"/>
                    <a:pt x="1022" y="14633"/>
                  </a:cubicBezTo>
                  <a:cubicBezTo>
                    <a:pt x="1553" y="14633"/>
                    <a:pt x="2044" y="14143"/>
                    <a:pt x="2044" y="13611"/>
                  </a:cubicBezTo>
                  <a:lnTo>
                    <a:pt x="2044" y="1022"/>
                  </a:lnTo>
                  <a:cubicBezTo>
                    <a:pt x="2044" y="532"/>
                    <a:pt x="1553" y="0"/>
                    <a:pt x="1022" y="0"/>
                  </a:cubicBezTo>
                  <a:close/>
                </a:path>
              </a:pathLst>
            </a:custGeom>
            <a:solidFill>
              <a:schemeClr val="accent1">
                <a:alpha val="1216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378" name="Google Shape;1378;p8"/>
          <p:cNvSpPr txBox="1"/>
          <p:nvPr/>
        </p:nvSpPr>
        <p:spPr>
          <a:xfrm>
            <a:off x="722350" y="685800"/>
            <a:ext cx="4724100" cy="10065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5"/>
              </a:buClr>
              <a:buSzPts val="2800"/>
              <a:buFont typeface="Aldrich"/>
              <a:buNone/>
            </a:pPr>
            <a:r>
              <a:rPr b="0" i="0" lang="en" sz="5500" u="none" cap="none" strike="noStrike">
                <a:solidFill>
                  <a:schemeClr val="accent5"/>
                </a:solidFill>
                <a:latin typeface="Aldrich"/>
                <a:ea typeface="Aldrich"/>
                <a:cs typeface="Aldrich"/>
                <a:sym typeface="Aldrich"/>
              </a:rPr>
              <a:t>THANK</a:t>
            </a:r>
            <a:r>
              <a:rPr lang="en" sz="5500">
                <a:solidFill>
                  <a:schemeClr val="accent5"/>
                </a:solidFill>
                <a:latin typeface="Aldrich"/>
                <a:ea typeface="Aldrich"/>
                <a:cs typeface="Aldrich"/>
                <a:sym typeface="Aldrich"/>
              </a:rPr>
              <a:t> YOU</a:t>
            </a:r>
            <a:r>
              <a:rPr b="0" i="0" lang="en" sz="5500" u="none" cap="none" strike="noStrike">
                <a:solidFill>
                  <a:schemeClr val="accent5"/>
                </a:solidFill>
                <a:latin typeface="Aldrich"/>
                <a:ea typeface="Aldrich"/>
                <a:cs typeface="Aldrich"/>
                <a:sym typeface="Aldrich"/>
              </a:rPr>
              <a:t>!</a:t>
            </a:r>
            <a:endParaRPr b="0" i="0" sz="1400" u="none" cap="none" strike="noStrike">
              <a:solidFill>
                <a:srgbClr val="000000"/>
              </a:solidFill>
              <a:latin typeface="Arial"/>
              <a:ea typeface="Arial"/>
              <a:cs typeface="Arial"/>
              <a:sym typeface="Arial"/>
            </a:endParaRPr>
          </a:p>
        </p:txBody>
      </p:sp>
      <p:sp>
        <p:nvSpPr>
          <p:cNvPr id="1379" name="Google Shape;1379;p8">
            <a:hlinkClick action="ppaction://hlinkshowjump?jump=previousslide"/>
          </p:cNvPr>
          <p:cNvSpPr/>
          <p:nvPr/>
        </p:nvSpPr>
        <p:spPr>
          <a:xfrm>
            <a:off x="139872"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0" name="Google Shape;1380;p8">
            <a:hlinkClick action="ppaction://hlinkshowjump?jump=nextslide"/>
          </p:cNvPr>
          <p:cNvSpPr/>
          <p:nvPr/>
        </p:nvSpPr>
        <p:spPr>
          <a:xfrm flipH="1">
            <a:off x="8601644" y="2378398"/>
            <a:ext cx="430800" cy="386700"/>
          </a:xfrm>
          <a:prstGeom prst="leftArrow">
            <a:avLst>
              <a:gd fmla="val 50000" name="adj1"/>
              <a:gd fmla="val 50000" name="adj2"/>
            </a:avLst>
          </a:prstGeom>
          <a:solidFill>
            <a:schemeClr val="accent3"/>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1000" fill="hold"/>
                                        <p:tgtEl>
                                          <p:spTgt spid="1319"/>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Virtual Slides for Education Day by Slidesgo">
  <a:themeElements>
    <a:clrScheme name="Simple Light">
      <a:dk1>
        <a:srgbClr val="000000"/>
      </a:dk1>
      <a:lt1>
        <a:srgbClr val="FFFFFF"/>
      </a:lt1>
      <a:dk2>
        <a:srgbClr val="595959"/>
      </a:dk2>
      <a:lt2>
        <a:srgbClr val="E9F3FF"/>
      </a:lt2>
      <a:accent1>
        <a:srgbClr val="4C64D8"/>
      </a:accent1>
      <a:accent2>
        <a:srgbClr val="FFE599"/>
      </a:accent2>
      <a:accent3>
        <a:srgbClr val="FF952B"/>
      </a:accent3>
      <a:accent4>
        <a:srgbClr val="D5E6FC"/>
      </a:accent4>
      <a:accent5>
        <a:srgbClr val="00004D"/>
      </a:accent5>
      <a:accent6>
        <a:srgbClr val="A8CFFF"/>
      </a:accent6>
      <a:hlink>
        <a:srgbClr val="00004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Isaiah Harris</dc:creator>
</cp:coreProperties>
</file>